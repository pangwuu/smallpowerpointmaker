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97" r:id="rId1"/>
  </p:sldMasterIdLst>
  <p:notesMasterIdLst>
    <p:notesMasterId r:id="rId2"/>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9144000" cy="5143500" type="screen16x9"/>
  <p:notesSz cx="6858000" cy="9144000"/>
  <p:embeddedFontLst>
    <p:embeddedFont>
      <p:font typeface="Wingdings 2" pitchFamily="2" charset="2"/>
      <p:regular r:id="rId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D92787-0673-4784-B1B4-DA8829A55E00}">
  <a:tblStyle styleId="{C7D92787-0673-4784-B1B4-DA8829A55E0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2491" autoAdjust="0"/>
    <p:restoredTop sz="94609"/>
  </p:normalViewPr>
  <p:slideViewPr>
    <p:cSldViewPr snapToGrid="0">
      <p:cViewPr varScale="1">
        <p:scale>
          <a:sx n="158" d="100"/>
          <a:sy n="158" d="100"/>
        </p:scale>
        <p:origin x="608"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font" Target="fonts/font1.fntdata"/><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2381"/>
            <a:ext cx="9144000" cy="3902869"/>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607501" y="1086861"/>
            <a:ext cx="7929000" cy="2228288"/>
          </a:xfrm>
          <a:prstGeom prst="rect">
            <a:avLst/>
          </a:prstGeom>
        </p:spPr>
        <p:txBody>
          <a:bodyPr/>
          <a:lstStyle>
            <a:lvl1pPr>
              <a:defRPr sz="4050"/>
            </a:lvl1pPr>
          </a:lstStyle>
          <a:p>
            <a:r>
              <a:rPr lang="en-GB"/>
              <a:t>Click to edit Master title style</a:t>
            </a:r>
            <a:endParaRPr lang="en-US" dirty="0"/>
          </a:p>
        </p:txBody>
      </p:sp>
      <p:sp>
        <p:nvSpPr>
          <p:cNvPr id="3" name="Subtitle 2"/>
          <p:cNvSpPr>
            <a:spLocks noGrp="1"/>
          </p:cNvSpPr>
          <p:nvPr>
            <p:ph type="subTitle" idx="1"/>
          </p:nvPr>
        </p:nvSpPr>
        <p:spPr>
          <a:xfrm>
            <a:off x="607501" y="3960635"/>
            <a:ext cx="7929000" cy="326231"/>
          </a:xfrm>
          <a:prstGeom prst="rect">
            <a:avLst/>
          </a:prstGeom>
        </p:spPr>
        <p:txBody>
          <a:bodyPr anchor="t"/>
          <a:lstStyle>
            <a:lvl1pPr marL="0" indent="0" algn="l">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9AB3A824-1A51-4B26-AD58-A6D8E14F6C04}"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5578947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614034" y="1666716"/>
            <a:ext cx="7915931" cy="2727383"/>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97D162C4-EDD9-4389-A98B-B87ECEA2A816}"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5445791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9144000" cy="3902869"/>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2213547"/>
            <a:ext cx="7921064" cy="1101600"/>
          </a:xfrm>
          <a:prstGeom prst="rect">
            <a:avLst/>
          </a:prstGeom>
        </p:spPr>
        <p:txBody>
          <a:bodyPr anchor="b"/>
          <a:lstStyle>
            <a:lvl1pPr algn="r">
              <a:defRPr sz="3600" b="1" cap="none"/>
            </a:lvl1pPr>
          </a:lstStyle>
          <a:p>
            <a:r>
              <a:rPr lang="en-GB"/>
              <a:t>Click to edit Master title style</a:t>
            </a:r>
            <a:endParaRPr lang="en-US" dirty="0"/>
          </a:p>
        </p:txBody>
      </p:sp>
      <p:sp>
        <p:nvSpPr>
          <p:cNvPr id="3" name="Text Placeholder 2"/>
          <p:cNvSpPr>
            <a:spLocks noGrp="1"/>
          </p:cNvSpPr>
          <p:nvPr>
            <p:ph type="body" idx="1"/>
          </p:nvPr>
        </p:nvSpPr>
        <p:spPr>
          <a:xfrm>
            <a:off x="607500" y="3960901"/>
            <a:ext cx="7921064" cy="325466"/>
          </a:xfrm>
          <a:prstGeom prst="rect">
            <a:avLst/>
          </a:prstGeom>
        </p:spPr>
        <p:txBody>
          <a:bodyPr anchor="t">
            <a:no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3E5059C3-6A89-4494-99FF-5A4D6FFD50EB}"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69672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Content Placeholder 2"/>
          <p:cNvSpPr>
            <a:spLocks noGrp="1"/>
          </p:cNvSpPr>
          <p:nvPr>
            <p:ph sz="half" idx="1"/>
          </p:nvPr>
        </p:nvSpPr>
        <p:spPr>
          <a:xfrm>
            <a:off x="614034" y="1666716"/>
            <a:ext cx="3889405" cy="2729072"/>
          </a:xfrm>
          <a:prstGeom prst="rect">
            <a:avLst/>
          </a:prstGeo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40562" y="1666715"/>
            <a:ext cx="3895937" cy="2729073"/>
          </a:xfrm>
          <a:prstGeom prst="rect">
            <a:avLst/>
          </a:prstGeo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7000969" y="4531022"/>
            <a:ext cx="1007780" cy="273844"/>
          </a:xfrm>
          <a:prstGeom prst="rect">
            <a:avLst/>
          </a:prstGeom>
        </p:spPr>
        <p:txBody>
          <a:bodyPr/>
          <a:lstStyle/>
          <a:p>
            <a:fld id="{CA954B2F-12DE-47F5-8894-472B206D2E1E}" type="datetimeFigureOut">
              <a:rPr lang="en-US" smtClean="0"/>
              <a:t>7/29/24</a:t>
            </a:fld>
            <a:endParaRPr lang="en-US" dirty="0"/>
          </a:p>
        </p:txBody>
      </p:sp>
      <p:sp>
        <p:nvSpPr>
          <p:cNvPr id="6" name="Footer Placeholder 5"/>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213925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11046" y="1631156"/>
            <a:ext cx="3892393" cy="432197"/>
          </a:xfrm>
          <a:prstGeom prst="rect">
            <a:avLst/>
          </a:prstGeo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11047" y="2063354"/>
            <a:ext cx="3892392" cy="2332435"/>
          </a:xfrm>
          <a:prstGeom prst="rect">
            <a:avLst/>
          </a:prstGeo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40562" y="1631156"/>
            <a:ext cx="3895937" cy="432197"/>
          </a:xfrm>
          <a:prstGeom prst="rect">
            <a:avLst/>
          </a:prstGeo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0562" y="2063354"/>
            <a:ext cx="3895937" cy="2332435"/>
          </a:xfrm>
          <a:prstGeom prst="rect">
            <a:avLst/>
          </a:prstGeo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8" name="Footer Placeholder 7"/>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9" name="Slide Number Placeholder 8"/>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8095818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Date Placeholder 2"/>
          <p:cNvSpPr>
            <a:spLocks noGrp="1"/>
          </p:cNvSpPr>
          <p:nvPr>
            <p:ph type="dt" sz="half" idx="10"/>
          </p:nvPr>
        </p:nvSpPr>
        <p:spPr>
          <a:xfrm>
            <a:off x="7000969" y="4531022"/>
            <a:ext cx="1007780" cy="273844"/>
          </a:xfrm>
          <a:prstGeom prst="rect">
            <a:avLst/>
          </a:prstGeom>
        </p:spPr>
        <p:txBody>
          <a:bodyPr/>
          <a:lstStyle/>
          <a:p>
            <a:fld id="{1FAF3416-4057-4DAA-829D-4CA07428D088}" type="datetimeFigureOut">
              <a:rPr lang="en-US" smtClean="0"/>
              <a:t>7/29/24</a:t>
            </a:fld>
            <a:endParaRPr lang="en-US" dirty="0"/>
          </a:p>
        </p:txBody>
      </p:sp>
      <p:sp>
        <p:nvSpPr>
          <p:cNvPr id="4" name="Footer Placeholder 3"/>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5" name="Slide Number Placeholder 4"/>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7523762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000969" y="4531022"/>
            <a:ext cx="1007780" cy="273844"/>
          </a:xfrm>
          <a:prstGeom prst="rect">
            <a:avLst/>
          </a:prstGeom>
        </p:spPr>
        <p:txBody>
          <a:bodyPr/>
          <a:lstStyle/>
          <a:p>
            <a:fld id="{921D9284-D300-4297-87F7-E791DCC15DB1}" type="datetimeFigureOut">
              <a:rPr lang="en-US" smtClean="0"/>
              <a:t>7/29/24</a:t>
            </a:fld>
            <a:endParaRPr lang="en-US" dirty="0"/>
          </a:p>
        </p:txBody>
      </p:sp>
      <p:sp>
        <p:nvSpPr>
          <p:cNvPr id="3" name="Footer Placeholder 2"/>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4" name="Slide Number Placeholder 3"/>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3256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804864" y="334566"/>
            <a:ext cx="2660650" cy="13609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04864" y="334566"/>
            <a:ext cx="2660650" cy="1213797"/>
          </a:xfrm>
          <a:prstGeom prst="rect">
            <a:avLst/>
          </a:prstGeom>
        </p:spPr>
        <p:txBody>
          <a:bodyPr anchor="b"/>
          <a:lstStyle>
            <a:lvl1pPr algn="l">
              <a:defRPr sz="1500" b="1"/>
            </a:lvl1pPr>
          </a:lstStyle>
          <a:p>
            <a:r>
              <a:rPr lang="en-GB"/>
              <a:t>Click to edit Master title style</a:t>
            </a:r>
            <a:endParaRPr lang="en-US" dirty="0"/>
          </a:p>
        </p:txBody>
      </p:sp>
      <p:sp>
        <p:nvSpPr>
          <p:cNvPr id="3" name="Content Placeholder 2"/>
          <p:cNvSpPr>
            <a:spLocks noGrp="1"/>
          </p:cNvSpPr>
          <p:nvPr>
            <p:ph idx="1"/>
          </p:nvPr>
        </p:nvSpPr>
        <p:spPr>
          <a:xfrm>
            <a:off x="3641725" y="334567"/>
            <a:ext cx="4689475" cy="4061222"/>
          </a:xfrm>
          <a:prstGeom prst="rect">
            <a:avLst/>
          </a:prstGeo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04864" y="1695554"/>
            <a:ext cx="2660650" cy="270023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7000969" y="4531022"/>
            <a:ext cx="1007780" cy="273844"/>
          </a:xfrm>
          <a:prstGeom prst="rect">
            <a:avLst/>
          </a:prstGeom>
        </p:spPr>
        <p:txBody>
          <a:bodyPr/>
          <a:lstStyle/>
          <a:p>
            <a:fld id="{37D525BB-DA17-4BA0-B3C8-3AC3ABC827E6}" type="datetimeFigureOut">
              <a:rPr lang="en-US" smtClean="0"/>
              <a:t>7/29/24</a:t>
            </a:fld>
            <a:endParaRPr lang="en-US" dirty="0"/>
          </a:p>
        </p:txBody>
      </p:sp>
      <p:sp>
        <p:nvSpPr>
          <p:cNvPr id="6" name="Footer Placeholder 5"/>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774808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1046" y="545642"/>
            <a:ext cx="3639741" cy="1212872"/>
          </a:xfrm>
          <a:prstGeom prst="rect">
            <a:avLst/>
          </a:prstGeom>
        </p:spPr>
        <p:txBody>
          <a:bodyPr anchor="b">
            <a:normAutofit/>
          </a:bodyPr>
          <a:lstStyle>
            <a:lvl1pPr algn="l">
              <a:defRPr sz="1800" b="0"/>
            </a:lvl1pPr>
          </a:lstStyle>
          <a:p>
            <a:r>
              <a:rPr lang="en-GB"/>
              <a:t>Click to edit Master title style</a:t>
            </a:r>
            <a:endParaRPr lang="en-US" dirty="0"/>
          </a:p>
        </p:txBody>
      </p:sp>
      <p:sp>
        <p:nvSpPr>
          <p:cNvPr id="9" name="Picture Placeholder 11"/>
          <p:cNvSpPr>
            <a:spLocks noGrp="1" noChangeAspect="1"/>
          </p:cNvSpPr>
          <p:nvPr>
            <p:ph type="pic" sz="quarter" idx="13"/>
          </p:nvPr>
        </p:nvSpPr>
        <p:spPr bwMode="auto">
          <a:xfrm>
            <a:off x="4573588" y="0"/>
            <a:ext cx="4570412" cy="51435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050"/>
            </a:lvl1pPr>
          </a:lstStyle>
          <a:p>
            <a:r>
              <a:rPr lang="en-GB"/>
              <a:t>Click icon to add picture</a:t>
            </a:r>
            <a:endParaRPr lang="en-US" dirty="0"/>
          </a:p>
        </p:txBody>
      </p:sp>
      <p:sp>
        <p:nvSpPr>
          <p:cNvPr id="4" name="Text Placeholder 3"/>
          <p:cNvSpPr>
            <a:spLocks noGrp="1"/>
          </p:cNvSpPr>
          <p:nvPr>
            <p:ph type="body" sz="half" idx="2"/>
          </p:nvPr>
        </p:nvSpPr>
        <p:spPr>
          <a:xfrm>
            <a:off x="611046" y="1758513"/>
            <a:ext cx="3639741" cy="2637274"/>
          </a:xfrm>
          <a:prstGeom prst="rect">
            <a:avLst/>
          </a:prstGeom>
        </p:spPr>
        <p:txBody>
          <a:bodyPr anchor="t">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2914358" y="4531022"/>
            <a:ext cx="732659" cy="273844"/>
          </a:xfrm>
          <a:prstGeom prst="rect">
            <a:avLst/>
          </a:prstGeom>
        </p:spPr>
        <p:txBody>
          <a:bodyPr/>
          <a:lstStyle/>
          <a:p>
            <a:fld id="{3CBC1C18-307B-4F68-A007-B5B542270E8D}" type="datetimeFigureOut">
              <a:rPr lang="en-US" smtClean="0"/>
              <a:t>7/29/24</a:t>
            </a:fld>
            <a:endParaRPr lang="en-US" dirty="0"/>
          </a:p>
        </p:txBody>
      </p:sp>
      <p:sp>
        <p:nvSpPr>
          <p:cNvPr id="6" name="Footer Placeholder 5"/>
          <p:cNvSpPr>
            <a:spLocks noGrp="1"/>
          </p:cNvSpPr>
          <p:nvPr>
            <p:ph type="ftr" sz="quarter" idx="11"/>
          </p:nvPr>
        </p:nvSpPr>
        <p:spPr>
          <a:xfrm>
            <a:off x="442797" y="4531022"/>
            <a:ext cx="247156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3647017"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597074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7500" y="3600450"/>
            <a:ext cx="7921064" cy="425054"/>
          </a:xfrm>
          <a:prstGeom prst="rect">
            <a:avLst/>
          </a:prstGeom>
        </p:spPr>
        <p:txBody>
          <a:bodyPr anchor="b">
            <a:normAutofit/>
          </a:bodyPr>
          <a:lstStyle>
            <a:lvl1pPr algn="l">
              <a:defRPr sz="1800" b="0"/>
            </a:lvl1pPr>
          </a:lstStyle>
          <a:p>
            <a:r>
              <a:rPr lang="en-GB"/>
              <a:t>Click to edit Master title style</a:t>
            </a:r>
            <a:endParaRPr lang="en-US" dirty="0"/>
          </a:p>
        </p:txBody>
      </p:sp>
      <p:sp>
        <p:nvSpPr>
          <p:cNvPr id="15" name="Picture Placeholder 14"/>
          <p:cNvSpPr>
            <a:spLocks noGrp="1" noChangeAspect="1"/>
          </p:cNvSpPr>
          <p:nvPr>
            <p:ph type="pic" sz="quarter" idx="13"/>
          </p:nvPr>
        </p:nvSpPr>
        <p:spPr bwMode="auto">
          <a:xfrm>
            <a:off x="0" y="0"/>
            <a:ext cx="9144000" cy="360045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200"/>
            </a:lvl1pPr>
          </a:lstStyle>
          <a:p>
            <a:r>
              <a:rPr lang="en-GB"/>
              <a:t>Click icon to add picture</a:t>
            </a:r>
            <a:endParaRPr lang="en-US" dirty="0"/>
          </a:p>
        </p:txBody>
      </p:sp>
      <p:sp>
        <p:nvSpPr>
          <p:cNvPr id="4" name="Text Placeholder 3"/>
          <p:cNvSpPr>
            <a:spLocks noGrp="1"/>
          </p:cNvSpPr>
          <p:nvPr>
            <p:ph type="body" sz="half" idx="2"/>
          </p:nvPr>
        </p:nvSpPr>
        <p:spPr>
          <a:xfrm>
            <a:off x="607500" y="4025504"/>
            <a:ext cx="7921064" cy="370284"/>
          </a:xfrm>
          <a:prstGeom prst="rect">
            <a:avLst/>
          </a:prstGeo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6" name="Footer Placeholder 5"/>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7" name="Slide Number Placeholder 6"/>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3782699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473773" y="811092"/>
            <a:ext cx="4749312" cy="242939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38239" y="928877"/>
            <a:ext cx="4420380" cy="1984434"/>
          </a:xfrm>
          <a:prstGeom prst="rect">
            <a:avLst/>
          </a:prstGeom>
        </p:spPr>
        <p:txBody>
          <a:bodyPr anchor="b"/>
          <a:lstStyle>
            <a:lvl1pPr algn="l">
              <a:defRPr sz="3150" b="1" cap="none"/>
            </a:lvl1pPr>
          </a:lstStyle>
          <a:p>
            <a:r>
              <a:rPr lang="en-GB"/>
              <a:t>Click to edit Master title style</a:t>
            </a:r>
            <a:endParaRPr lang="en-US" dirty="0"/>
          </a:p>
        </p:txBody>
      </p:sp>
      <p:sp>
        <p:nvSpPr>
          <p:cNvPr id="3" name="Text Placeholder 2"/>
          <p:cNvSpPr>
            <a:spLocks noGrp="1"/>
          </p:cNvSpPr>
          <p:nvPr>
            <p:ph type="body" idx="1"/>
          </p:nvPr>
        </p:nvSpPr>
        <p:spPr>
          <a:xfrm>
            <a:off x="639892" y="3332760"/>
            <a:ext cx="4418727" cy="534931"/>
          </a:xfrm>
          <a:prstGeom prst="rect">
            <a:avLst/>
          </a:prstGeom>
        </p:spPr>
        <p:txBody>
          <a:bodyPr anchor="t">
            <a:no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9" name="Text Placeholder 5"/>
          <p:cNvSpPr>
            <a:spLocks noGrp="1"/>
          </p:cNvSpPr>
          <p:nvPr>
            <p:ph type="body" sz="quarter" idx="16"/>
          </p:nvPr>
        </p:nvSpPr>
        <p:spPr>
          <a:xfrm>
            <a:off x="5680982" y="811092"/>
            <a:ext cx="2857501" cy="3056599"/>
          </a:xfrm>
          <a:prstGeom prst="rect">
            <a:avLst/>
          </a:prstGeom>
        </p:spPr>
        <p:txBody>
          <a:bodyPr anchor="t"/>
          <a:lstStyle>
            <a:lvl1pPr marL="0" indent="0">
              <a:buFontTx/>
              <a:buNone/>
              <a:defRPr/>
            </a:lvl1pPr>
          </a:lstStyle>
          <a:p>
            <a:pPr lvl="0"/>
            <a:r>
              <a:rPr lang="en-GB"/>
              <a:t>Click to edit Master text styles</a:t>
            </a:r>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376396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855663" y="1714939"/>
            <a:ext cx="3671336" cy="187797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017817" y="1826968"/>
            <a:ext cx="3286891" cy="1505842"/>
          </a:xfrm>
          <a:prstGeom prst="rect">
            <a:avLst/>
          </a:prstGeom>
        </p:spPr>
        <p:txBody>
          <a:bodyPr/>
          <a:lstStyle>
            <a:lvl1pPr>
              <a:defRPr sz="2400"/>
            </a:lvl1pPr>
          </a:lstStyle>
          <a:p>
            <a:r>
              <a:rPr lang="en-GB"/>
              <a:t>Click to edit Master title style</a:t>
            </a:r>
            <a:endParaRPr lang="en-US" dirty="0"/>
          </a:p>
        </p:txBody>
      </p:sp>
      <p:sp>
        <p:nvSpPr>
          <p:cNvPr id="6" name="Text Placeholder 5"/>
          <p:cNvSpPr>
            <a:spLocks noGrp="1"/>
          </p:cNvSpPr>
          <p:nvPr>
            <p:ph type="body" sz="quarter" idx="16"/>
          </p:nvPr>
        </p:nvSpPr>
        <p:spPr>
          <a:xfrm>
            <a:off x="4617000" y="1714500"/>
            <a:ext cx="3660225" cy="1721644"/>
          </a:xfrm>
          <a:prstGeom prst="rect">
            <a:avLst/>
          </a:prstGeom>
        </p:spPr>
        <p:txBody>
          <a:bodyPr anchor="t"/>
          <a:lstStyle>
            <a:lvl1pPr marL="0" indent="0">
              <a:buFontTx/>
              <a:buNone/>
              <a:defRPr/>
            </a:lvl1pPr>
          </a:lstStyle>
          <a:p>
            <a:pPr lvl="0"/>
            <a:r>
              <a:rPr lang="en-GB"/>
              <a:t>Click to edit Master text styles</a:t>
            </a:r>
          </a:p>
        </p:txBody>
      </p:sp>
      <p:sp>
        <p:nvSpPr>
          <p:cNvPr id="2" name="Date Placeholder 1"/>
          <p:cNvSpPr>
            <a:spLocks noGrp="1"/>
          </p:cNvSpPr>
          <p:nvPr>
            <p:ph type="dt" sz="half" idx="10"/>
          </p:nvPr>
        </p:nvSpPr>
        <p:spPr>
          <a:xfrm>
            <a:off x="7000969" y="4531022"/>
            <a:ext cx="1007780" cy="273844"/>
          </a:xfrm>
          <a:prstGeom prst="rect">
            <a:avLst/>
          </a:prstGeom>
        </p:spPr>
        <p:txBody>
          <a:bodyPr/>
          <a:lstStyle/>
          <a:p>
            <a:fld id="{3CBC1C18-307B-4F68-A007-B5B542270E8D}" type="datetimeFigureOut">
              <a:rPr lang="en-US" smtClean="0"/>
              <a:t>7/29/24</a:t>
            </a:fld>
            <a:endParaRPr lang="en-US" dirty="0"/>
          </a:p>
        </p:txBody>
      </p:sp>
      <p:sp>
        <p:nvSpPr>
          <p:cNvPr id="3" name="Footer Placeholder 2"/>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4" name="Slide Number Placeholder 3"/>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658402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07500" y="1638301"/>
            <a:ext cx="7922464" cy="2755798"/>
          </a:xfrm>
          <a:prstGeom prst="rect">
            <a:avLst/>
          </a:prstGeo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D857E33E-8B18-4087-B112-809917729534}"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355279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5752239" y="334567"/>
            <a:ext cx="3391762" cy="406122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37656" y="439628"/>
            <a:ext cx="1871093" cy="3851099"/>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07501" y="334567"/>
            <a:ext cx="4958655" cy="4061222"/>
          </a:xfrm>
          <a:prstGeom prst="rect">
            <a:avLst/>
          </a:prstGeo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000969" y="4531022"/>
            <a:ext cx="1007780" cy="273844"/>
          </a:xfrm>
          <a:prstGeom prst="rect">
            <a:avLst/>
          </a:prstGeom>
        </p:spPr>
        <p:txBody>
          <a:bodyPr/>
          <a:lstStyle/>
          <a:p>
            <a:fld id="{D3FFE419-2371-464F-8239-3959401C3561}" type="datetimeFigureOut">
              <a:rPr lang="en-US" smtClean="0"/>
              <a:t>7/29/24</a:t>
            </a:fld>
            <a:endParaRPr lang="en-US" dirty="0"/>
          </a:p>
        </p:txBody>
      </p:sp>
      <p:sp>
        <p:nvSpPr>
          <p:cNvPr id="5" name="Footer Placeholder 4"/>
          <p:cNvSpPr>
            <a:spLocks noGrp="1"/>
          </p:cNvSpPr>
          <p:nvPr>
            <p:ph type="ftr" sz="quarter" idx="11"/>
          </p:nvPr>
        </p:nvSpPr>
        <p:spPr>
          <a:xfrm>
            <a:off x="338635" y="4531022"/>
            <a:ext cx="6483240" cy="273844"/>
          </a:xfrm>
          <a:prstGeom prst="rect">
            <a:avLst/>
          </a:prstGeom>
        </p:spPr>
        <p:txBody>
          <a:bodyPr/>
          <a:lstStyle/>
          <a:p>
            <a:r>
              <a:rPr lang="en-US"/>
              <a:t>
              </a:t>
            </a:r>
            <a:endParaRPr lang="en-US" dirty="0"/>
          </a:p>
        </p:txBody>
      </p:sp>
      <p:sp>
        <p:nvSpPr>
          <p:cNvPr id="6" name="Slide Number Placeholder 5"/>
          <p:cNvSpPr>
            <a:spLocks noGrp="1"/>
          </p:cNvSpPr>
          <p:nvPr>
            <p:ph type="sldNum" sz="quarter" idx="12"/>
          </p:nvPr>
        </p:nvSpPr>
        <p:spPr>
          <a:xfrm>
            <a:off x="8008749" y="4436917"/>
            <a:ext cx="796616" cy="367949"/>
          </a:xfrm>
          <a:prstGeom prst="rect">
            <a:avLst/>
          </a:prstGeo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805944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631887"/>
      </p:ext>
    </p:extLst>
  </p:cSld>
  <p:clrMap bg1="dk1" tx1="lt1" bg2="dk2" tx2="lt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 id="2147483909" r:id="rId12"/>
    <p:sldLayoutId id="2147483910" r:id="rId13"/>
    <p:sldLayoutId id="2147483911" r:id="rId14"/>
  </p:sldLayoutIdLst>
  <p:hf sldNum="0" hdr="0" ftr="0" dt="0"/>
  <p:txStyles>
    <p:titleStyle>
      <a:lvl1pPr algn="l" defTabSz="342900" rtl="0" eaLnBrk="1" latinLnBrk="0" hangingPunct="1">
        <a:spcBef>
          <a:spcPct val="0"/>
        </a:spcBef>
        <a:buNone/>
        <a:defRPr sz="3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ct val="20000"/>
        </a:spcBef>
        <a:spcAft>
          <a:spcPts val="450"/>
        </a:spcAft>
        <a:buClr>
          <a:schemeClr val="accent1"/>
        </a:buClr>
        <a:buFont typeface="Wingdings 2" charset="2"/>
        <a:buChar char=""/>
        <a:defRPr sz="1350" kern="1200">
          <a:solidFill>
            <a:schemeClr val="tx1"/>
          </a:solidFill>
          <a:latin typeface="+mn-lt"/>
          <a:ea typeface="+mn-ea"/>
          <a:cs typeface="+mn-cs"/>
        </a:defRPr>
      </a:lvl1pPr>
      <a:lvl2pPr marL="557213" indent="-214313" algn="l" defTabSz="342900" rtl="0" eaLnBrk="1" latinLnBrk="0" hangingPunct="1">
        <a:spcBef>
          <a:spcPct val="20000"/>
        </a:spcBef>
        <a:spcAft>
          <a:spcPts val="450"/>
        </a:spcAft>
        <a:buClr>
          <a:schemeClr val="accent1"/>
        </a:buClr>
        <a:buFont typeface="Wingdings 2" charset="2"/>
        <a:buChar char=""/>
        <a:defRPr sz="1200" kern="1200">
          <a:solidFill>
            <a:schemeClr val="tx1"/>
          </a:solidFill>
          <a:latin typeface="+mn-lt"/>
          <a:ea typeface="+mn-ea"/>
          <a:cs typeface="+mn-cs"/>
        </a:defRPr>
      </a:lvl2pPr>
      <a:lvl3pPr marL="857250" indent="-171450" algn="l" defTabSz="342900" rtl="0" eaLnBrk="1" latinLnBrk="0" hangingPunct="1">
        <a:spcBef>
          <a:spcPct val="20000"/>
        </a:spcBef>
        <a:spcAft>
          <a:spcPts val="450"/>
        </a:spcAft>
        <a:buClr>
          <a:schemeClr val="accent1"/>
        </a:buClr>
        <a:buFont typeface="Wingdings 2" charset="2"/>
        <a:buChar char=""/>
        <a:defRPr sz="1050" kern="1200">
          <a:solidFill>
            <a:schemeClr val="tx1"/>
          </a:solidFill>
          <a:latin typeface="+mn-lt"/>
          <a:ea typeface="+mn-ea"/>
          <a:cs typeface="+mn-cs"/>
        </a:defRPr>
      </a:lvl3pPr>
      <a:lvl4pPr marL="12001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4pPr>
      <a:lvl5pPr marL="15430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5pPr>
      <a:lvl6pPr marL="18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6pPr>
      <a:lvl7pPr marL="21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7pPr>
      <a:lvl8pPr marL="24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8pPr>
      <a:lvl9pPr marL="27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7175"/>
            <a:ext cx="7315200" cy="257175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914400" y="771525"/>
            <a:ext cx="7315200" cy="2571750"/>
          </a:xfrm>
          <a:prstGeom prst="rect">
            <a:avLst/>
          </a:prstGeom>
          <a:noFill/>
        </p:spPr>
        <p:txBody>
          <a:bodyPr wrap="square">
            <a:spAutoFit/>
          </a:bodyPr>
          <a:lstStyle/>
          <a:p>
            <a:pPr algn="ctr">
              <a:defRPr sz="2300" b="1" i="0" u="none">
                <a:solidFill>
                  <a:srgbClr val="000000"/>
                </a:solidFill>
              </a:defRPr>
            </a:pPr>
            <a:r>
              <a:t>Welcome to Our English Service</a:t>
            </a:r>
            <a:br/>
            <a:r>
              <a:t>14.12.2025</a:t>
            </a:r>
          </a:p>
        </p:txBody>
      </p:sp>
      <p:sp>
        <p:nvSpPr>
          <p:cNvPr id="5" name="TextBox 4"/>
          <p:cNvSpPr txBox="1"/>
          <p:nvPr/>
        </p:nvSpPr>
        <p:spPr>
          <a:xfrm>
            <a:off x="914400" y="1800225"/>
            <a:ext cx="7315200" cy="257175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914400" y="2057400"/>
            <a:ext cx="7315200" cy="2571750"/>
          </a:xfrm>
          <a:prstGeom prst="rect">
            <a:avLst/>
          </a:prstGeom>
          <a:noFill/>
        </p:spPr>
        <p:txBody>
          <a:bodyPr wrap="square">
            <a:spAutoFit/>
          </a:bodyPr>
          <a:lstStyle/>
          <a:p>
            <a:pPr algn="l">
              <a:defRPr sz="2000" b="1" i="0" u="none">
                <a:solidFill>
                  <a:srgbClr val="000000"/>
                </a:solidFill>
              </a:defRPr>
            </a:pPr>
            <a:r>
              <a:t>Worship Songs:</a:t>
            </a:r>
            <a:br/>
            <a:br/>
            <a:br/>
            <a:br/>
            <a:r>
              <a:t>Passage:</a:t>
            </a:r>
            <a:br/>
            <a:r>
              <a:t>Speaker:</a:t>
            </a:r>
            <a:br/>
            <a:r>
              <a:t>Topic:</a:t>
            </a:r>
            <a:br/>
            <a:r>
              <a:t>Response Song:</a:t>
            </a:r>
            <a:br/>
            <a:r>
              <a:t>Announcements and Closing Prayer</a:t>
            </a:r>
            <a:br/>
            <a:r>
              <a:t>Benediction</a:t>
            </a:r>
          </a:p>
        </p:txBody>
      </p:sp>
      <p:sp>
        <p:nvSpPr>
          <p:cNvPr id="7" name="TextBox 6"/>
          <p:cNvSpPr txBox="1"/>
          <p:nvPr/>
        </p:nvSpPr>
        <p:spPr>
          <a:xfrm>
            <a:off x="914400" y="2057400"/>
            <a:ext cx="7315200" cy="2571750"/>
          </a:xfrm>
          <a:prstGeom prst="rect">
            <a:avLst/>
          </a:prstGeom>
          <a:noFill/>
        </p:spPr>
        <p:txBody>
          <a:bodyPr wrap="square">
            <a:spAutoFit/>
          </a:bodyPr>
          <a:lstStyle/>
          <a:p>
            <a:pPr algn="ctr">
              <a:defRPr sz="2000" b="0" i="0" u="none">
                <a:solidFill>
                  <a:srgbClr val="000000"/>
                </a:solidFill>
              </a:defRPr>
            </a:pPr>
            <a:r>
              <a:t>Here I am to worship</a:t>
            </a:r>
            <a:br/>
            <a:r>
              <a:t>What A Beautiful Name</a:t>
            </a:r>
            <a:br/>
            <a:r>
              <a:t>Goodness Of God</a:t>
            </a:r>
            <a:br/>
            <a:r>
              <a:t>O Come All Ye Faithful</a:t>
            </a:r>
            <a:br/>
            <a:r>
              <a:t>Luke 2:8-20</a:t>
            </a:r>
            <a:br/>
            <a:r>
              <a:t>Thomas Phillips</a:t>
            </a:r>
            <a:br/>
            <a:r>
              <a:t>Celebrating Christmas Meaningfully Today</a:t>
            </a:r>
            <a:br/>
            <a:r>
              <a:t>TBA</a:t>
            </a: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BCCC english service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14350"/>
            <a:ext cx="3657600" cy="4114800"/>
          </a:xfrm>
          <a:prstGeom prst="rect">
            <a:avLst/>
          </a:prstGeom>
          <a:noFill/>
        </p:spPr>
        <p:txBody>
          <a:bodyPr wrap="square">
            <a:spAutoFit/>
          </a:bodyPr>
          <a:lstStyle/>
          <a:p>
            <a:pPr>
              <a:defRPr sz="3000"/>
            </a:pPr>
            <a:r>
              <a:t>Please keep all phones on silent</a:t>
            </a:r>
          </a:p>
        </p:txBody>
      </p:sp>
      <p:pic>
        <p:nvPicPr>
          <p:cNvPr id="3" name="Picture 2" descr="Phone.png"/>
          <p:cNvPicPr>
            <a:picLocks noChangeAspect="1"/>
          </p:cNvPicPr>
          <p:nvPr/>
        </p:nvPicPr>
        <p:blipFill>
          <a:blip r:embed="rId2"/>
          <a:stretch>
            <a:fillRect/>
          </a:stretch>
        </p:blipFill>
        <p:spPr>
          <a:xfrm>
            <a:off x="4514850" y="514350"/>
            <a:ext cx="41148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Here I Am To Worship</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Light of the world</a:t>
            </a:r>
          </a:p>
          <a:p>
            <a:pPr algn="ctr">
              <a:defRPr sz="2700" b="0"/>
            </a:pPr>
            <a:r>
              <a:t>You stepped down into darkness</a:t>
            </a:r>
          </a:p>
          <a:p>
            <a:pPr algn="ctr">
              <a:defRPr sz="2700" b="0"/>
            </a:pPr>
            <a:r>
              <a:t>Opened my eyes and let me see</a:t>
            </a:r>
          </a:p>
          <a:p>
            <a:pPr algn="ctr">
              <a:defRPr sz="27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Beauty that made this heart adore You</a:t>
            </a:r>
          </a:p>
          <a:p>
            <a:pPr algn="ctr">
              <a:defRPr sz="2700" b="0"/>
            </a:pPr>
            <a:r>
              <a:t>Hope of a life spent with You</a:t>
            </a:r>
          </a:p>
          <a:p>
            <a:pPr algn="ctr">
              <a:defRPr sz="27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Here I am to worship, here I am to bow down</a:t>
            </a:r>
          </a:p>
          <a:p>
            <a:pPr algn="ctr">
              <a:defRPr sz="2700" b="0"/>
            </a:pPr>
            <a:r>
              <a:t>Here I am to say that You're my God</a:t>
            </a:r>
          </a:p>
          <a:p>
            <a:pPr algn="ctr">
              <a:defRPr sz="2700" b="0"/>
            </a:pPr>
            <a:r>
              <a:t>Altogether lovely, altogether worthy</a:t>
            </a:r>
          </a:p>
          <a:p>
            <a:pPr algn="ctr">
              <a:defRPr sz="2700" b="0"/>
            </a:pPr>
            <a:r>
              <a:t>Altogether wonderful to me</a:t>
            </a:r>
          </a:p>
          <a:p>
            <a:pPr algn="ctr">
              <a:defRPr sz="27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King of all days, oh so highly exalted</a:t>
            </a:r>
          </a:p>
          <a:p>
            <a:pPr algn="ctr">
              <a:defRPr sz="2700" b="0"/>
            </a:pPr>
            <a:r>
              <a:t>Glorious in heaven above</a:t>
            </a:r>
          </a:p>
          <a:p>
            <a:pPr algn="ctr">
              <a:defRPr sz="2700" b="0"/>
            </a:pPr>
            <a:r>
              <a:t>Humbly You came to this Earth You created</a:t>
            </a:r>
          </a:p>
          <a:p>
            <a:pPr algn="ctr">
              <a:defRPr sz="2700" b="0"/>
            </a:pPr>
            <a:r>
              <a:t>All for love's sake became poor</a:t>
            </a:r>
          </a:p>
          <a:p>
            <a:pPr algn="ctr">
              <a:defRPr sz="27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Here I am to worship, here I am to bow down</a:t>
            </a:r>
          </a:p>
          <a:p>
            <a:pPr algn="ctr">
              <a:defRPr sz="2700" b="0"/>
            </a:pPr>
            <a:r>
              <a:t>Here I am to say that You're my God</a:t>
            </a:r>
          </a:p>
          <a:p>
            <a:pPr algn="ctr">
              <a:defRPr sz="2700" b="0"/>
            </a:pPr>
            <a:r>
              <a:t>Altogether lovely, altogether worthy</a:t>
            </a:r>
          </a:p>
          <a:p>
            <a:pPr algn="ctr">
              <a:defRPr sz="2700" b="0"/>
            </a:pPr>
            <a:r>
              <a:t>Altogether wonderful to me</a:t>
            </a:r>
          </a:p>
          <a:p>
            <a:pPr algn="ctr">
              <a:defRPr sz="27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I'll never know how much it cost</a:t>
            </a:r>
          </a:p>
          <a:p>
            <a:pPr algn="ctr">
              <a:defRPr sz="2700" b="0"/>
            </a:pPr>
            <a:r>
              <a:t>To see my sin up on that cross</a:t>
            </a:r>
          </a:p>
          <a:p>
            <a:pPr algn="ctr">
              <a:defRPr sz="2700" b="0"/>
            </a:pPr>
            <a:r>
              <a:t>I'll never know how much it cost</a:t>
            </a:r>
          </a:p>
          <a:p>
            <a:pPr algn="ctr">
              <a:defRPr sz="2700" b="0"/>
            </a:pPr>
            <a:r>
              <a:t>To see my sin up on that cross</a:t>
            </a:r>
          </a:p>
          <a:p>
            <a:pPr algn="ctr">
              <a:defRPr sz="27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Here I am to worship, here I am to bow down</a:t>
            </a:r>
          </a:p>
          <a:p>
            <a:pPr algn="ctr">
              <a:defRPr sz="2700" b="0"/>
            </a:pPr>
            <a:r>
              <a:t>Here I am to say that You're my God</a:t>
            </a:r>
          </a:p>
          <a:p>
            <a:pPr algn="ctr">
              <a:defRPr sz="2700" b="0"/>
            </a:pPr>
            <a:r>
              <a:t>Altogether lovely, altogether worthy</a:t>
            </a:r>
          </a:p>
          <a:p>
            <a:pPr algn="ctr">
              <a:defRPr sz="2700" b="0"/>
            </a:pPr>
            <a:r>
              <a:t>Altogether wonderful to me</a:t>
            </a:r>
          </a:p>
          <a:p>
            <a:pPr algn="ctr">
              <a:defRPr sz="27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Here I am to worship, here I am to bow down</a:t>
            </a:r>
          </a:p>
          <a:p>
            <a:pPr algn="ctr">
              <a:defRPr sz="2700" b="0"/>
            </a:pPr>
            <a:r>
              <a:t>Here I am to say that You're my God</a:t>
            </a:r>
          </a:p>
          <a:p>
            <a:pPr algn="ctr">
              <a:defRPr sz="2700" b="0"/>
            </a:pPr>
            <a:r>
              <a:t>Altogether lovely, altogether worthy</a:t>
            </a:r>
          </a:p>
          <a:p>
            <a:pPr algn="ctr">
              <a:defRPr sz="2700" b="0"/>
            </a:pPr>
            <a:r>
              <a:t>Altogether wonderful to me</a:t>
            </a:r>
          </a:p>
          <a:p>
            <a:pPr algn="ctr">
              <a:defRPr sz="27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What A Beautiful Name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 were the Word at the beginning</a:t>
            </a:r>
          </a:p>
          <a:p>
            <a:pPr algn="ctr">
              <a:defRPr sz="2700" b="0"/>
            </a:pPr>
            <a:r>
              <a:t>One with God the Lord Most High</a:t>
            </a:r>
          </a:p>
          <a:p>
            <a:pPr algn="ctr">
              <a:defRPr sz="2700" b="0"/>
            </a:pPr>
            <a:r>
              <a:t>Your hidden glory in creation</a:t>
            </a:r>
          </a:p>
          <a:p>
            <a:pPr algn="ctr">
              <a:defRPr sz="2700" b="0"/>
            </a:pPr>
            <a:r>
              <a:t>Now revealed in You our Christ</a:t>
            </a:r>
          </a:p>
          <a:p>
            <a:pPr algn="ctr">
              <a:defRPr sz="2700" b="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beautiful Name it is</a:t>
            </a:r>
          </a:p>
          <a:p>
            <a:pPr algn="ctr">
              <a:defRPr sz="2700" b="0"/>
            </a:pPr>
            <a:r>
              <a:t>What a beautiful Name it is</a:t>
            </a:r>
          </a:p>
          <a:p>
            <a:pPr algn="ctr">
              <a:defRPr sz="2700" b="0"/>
            </a:pPr>
            <a:r>
              <a:t>The Name of Jesus Christ my King</a:t>
            </a:r>
          </a:p>
          <a:p>
            <a:pPr algn="ctr">
              <a:defRPr sz="2700" b="0"/>
            </a:pPr>
          </a:p>
          <a:p>
            <a:pPr algn="ctr">
              <a:defRPr sz="27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beautiful Name it is</a:t>
            </a:r>
          </a:p>
          <a:p>
            <a:pPr algn="ctr">
              <a:defRPr sz="2700" b="0"/>
            </a:pPr>
            <a:r>
              <a:t>Nothing compares to this</a:t>
            </a:r>
          </a:p>
          <a:p>
            <a:pPr algn="ctr">
              <a:defRPr sz="2700" b="0"/>
            </a:pPr>
            <a:r>
              <a:t>What a beautiful Name it is</a:t>
            </a:r>
          </a:p>
          <a:p>
            <a:pPr algn="ctr">
              <a:defRPr sz="2700" b="0"/>
            </a:pPr>
            <a:r>
              <a:t>The Name of Jesus</a:t>
            </a:r>
          </a:p>
          <a:p>
            <a:pPr algn="ctr">
              <a:defRPr sz="2700" b="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 didn't want heaven without us</a:t>
            </a:r>
          </a:p>
          <a:p>
            <a:pPr algn="ctr">
              <a:defRPr sz="2700" b="0"/>
            </a:pPr>
            <a:r>
              <a:t>So Jesus You brought heaven down</a:t>
            </a:r>
          </a:p>
          <a:p>
            <a:pPr algn="ctr">
              <a:defRPr sz="2700" b="0"/>
            </a:pPr>
            <a:r>
              <a:t>My sin was great Your love was greater</a:t>
            </a:r>
          </a:p>
          <a:p>
            <a:pPr algn="ctr">
              <a:defRPr sz="2700" b="0"/>
            </a:pPr>
            <a:r>
              <a:t>What could separate us now?</a:t>
            </a:r>
          </a:p>
          <a:p>
            <a:pPr algn="ctr">
              <a:defRPr sz="2700" b="0"/>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wonderful Name it is</a:t>
            </a:r>
          </a:p>
          <a:p>
            <a:pPr algn="ctr">
              <a:defRPr sz="2700" b="0"/>
            </a:pPr>
            <a:r>
              <a:t>What a wonderful Name it is</a:t>
            </a:r>
          </a:p>
          <a:p>
            <a:pPr algn="ctr">
              <a:defRPr sz="2700" b="0"/>
            </a:pPr>
            <a:r>
              <a:t>The Name of Jesus Christ my King</a:t>
            </a:r>
          </a:p>
          <a:p>
            <a:pPr algn="ctr">
              <a:defRPr sz="2700" b="0"/>
            </a:pPr>
          </a:p>
          <a:p>
            <a:pPr algn="ctr">
              <a:defRPr sz="2700" b="0"/>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wonderful Name it is</a:t>
            </a:r>
          </a:p>
          <a:p>
            <a:pPr algn="ctr">
              <a:defRPr sz="2700" b="0"/>
            </a:pPr>
            <a:r>
              <a:t>Nothing compares to this</a:t>
            </a:r>
          </a:p>
          <a:p>
            <a:pPr algn="ctr">
              <a:defRPr sz="2700" b="0"/>
            </a:pPr>
            <a:r>
              <a:t>What a wonderful Name it is</a:t>
            </a:r>
          </a:p>
          <a:p>
            <a:pPr algn="ctr">
              <a:defRPr sz="2700" b="0"/>
            </a:pPr>
            <a:r>
              <a:t>The Name of Jesus</a:t>
            </a:r>
          </a:p>
          <a:p>
            <a:pPr algn="ctr">
              <a:defRPr sz="2700" b="0"/>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wonderful Name it is</a:t>
            </a:r>
          </a:p>
          <a:p>
            <a:pPr algn="ctr">
              <a:defRPr sz="2700" b="0"/>
            </a:pPr>
            <a:r>
              <a:t>The Name of Jesus</a:t>
            </a:r>
          </a:p>
          <a:p>
            <a:pPr algn="ctr">
              <a:defRPr sz="2700" b="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Death could not hold You</a:t>
            </a:r>
          </a:p>
          <a:p>
            <a:pPr algn="ctr">
              <a:defRPr sz="2700" b="0"/>
            </a:pPr>
            <a:r>
              <a:t>The veil tore before You</a:t>
            </a:r>
          </a:p>
          <a:p>
            <a:pPr algn="ctr">
              <a:defRPr sz="2700" b="0"/>
            </a:pPr>
            <a:r>
              <a:t>You silenced the boast of sin and grave</a:t>
            </a:r>
          </a:p>
          <a:p>
            <a:pPr algn="ctr">
              <a:defRPr sz="2700" b="0"/>
            </a:pPr>
          </a:p>
          <a:p>
            <a:pPr algn="ctr">
              <a:defRPr sz="2700" b="0"/>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The heavens are roaring</a:t>
            </a:r>
          </a:p>
          <a:p>
            <a:pPr algn="ctr">
              <a:defRPr sz="2700" b="0"/>
            </a:pPr>
            <a:r>
              <a:t>The praise of Your glory</a:t>
            </a:r>
          </a:p>
          <a:p>
            <a:pPr algn="ctr">
              <a:defRPr sz="2700" b="0"/>
            </a:pPr>
            <a:r>
              <a:t>For You are raised to life again</a:t>
            </a:r>
          </a:p>
          <a:p>
            <a:pPr algn="ctr">
              <a:defRPr sz="2700" b="0"/>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 have no rival</a:t>
            </a:r>
          </a:p>
          <a:p>
            <a:pPr algn="ctr">
              <a:defRPr sz="2700" b="0"/>
            </a:pPr>
            <a:r>
              <a:t>You have no equal</a:t>
            </a:r>
          </a:p>
          <a:p>
            <a:pPr algn="ctr">
              <a:defRPr sz="2700" b="0"/>
            </a:pPr>
            <a:r>
              <a:t>Now and forever God You reign</a:t>
            </a:r>
          </a:p>
          <a:p>
            <a:pPr algn="ctr">
              <a:defRPr sz="2700" b="0"/>
            </a:pPr>
          </a:p>
          <a:p>
            <a:pPr algn="ctr">
              <a:defRPr sz="2700" b="0"/>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Yours is the Kingdom</a:t>
            </a:r>
          </a:p>
          <a:p>
            <a:pPr algn="ctr">
              <a:defRPr sz="2700" b="0"/>
            </a:pPr>
            <a:r>
              <a:t>Yours is the glory</a:t>
            </a:r>
          </a:p>
          <a:p>
            <a:pPr algn="ctr">
              <a:defRPr sz="2700" b="0"/>
            </a:pPr>
            <a:r>
              <a:t>Yours is the Name above all names</a:t>
            </a:r>
          </a:p>
          <a:p>
            <a:pPr algn="ctr">
              <a:defRPr sz="2700" b="0"/>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powerful Name it is</a:t>
            </a:r>
          </a:p>
          <a:p>
            <a:pPr algn="ctr">
              <a:defRPr sz="2700" b="0"/>
            </a:pPr>
            <a:r>
              <a:t>What a powerful Name it is</a:t>
            </a:r>
          </a:p>
          <a:p>
            <a:pPr algn="ctr">
              <a:defRPr sz="2700" b="0"/>
            </a:pPr>
            <a:r>
              <a:t>The Name of Jesus Christ my King</a:t>
            </a:r>
          </a:p>
          <a:p>
            <a:pPr algn="ctr">
              <a:defRPr sz="2700" b="0"/>
            </a:pPr>
          </a:p>
          <a:p>
            <a:pPr algn="ctr">
              <a:defRPr sz="2700" b="0"/>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powerful Name it is</a:t>
            </a:r>
          </a:p>
          <a:p>
            <a:pPr algn="ctr">
              <a:defRPr sz="2700" b="0"/>
            </a:pPr>
            <a:r>
              <a:t>Nothing can stand against</a:t>
            </a:r>
          </a:p>
          <a:p>
            <a:pPr algn="ctr">
              <a:defRPr sz="2700" b="0"/>
            </a:pPr>
            <a:r>
              <a:t>What a powerful Name it is</a:t>
            </a:r>
          </a:p>
          <a:p>
            <a:pPr algn="ctr">
              <a:defRPr sz="2700" b="0"/>
            </a:pPr>
            <a:r>
              <a:t>The Name of Jesus</a:t>
            </a:r>
          </a:p>
          <a:p>
            <a:pPr algn="ctr">
              <a:defRPr sz="2700" b="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 have no rival</a:t>
            </a:r>
          </a:p>
          <a:p>
            <a:pPr algn="ctr">
              <a:defRPr sz="2700" b="0"/>
            </a:pPr>
            <a:r>
              <a:t>You have no equal</a:t>
            </a:r>
          </a:p>
          <a:p>
            <a:pPr algn="ctr">
              <a:defRPr sz="2700" b="0"/>
            </a:pPr>
            <a:r>
              <a:t>Now and forever God You reign</a:t>
            </a:r>
          </a:p>
          <a:p>
            <a:pPr algn="ctr">
              <a:defRPr sz="2700" b="0"/>
            </a:pPr>
          </a:p>
          <a:p>
            <a:pPr algn="ctr">
              <a:defRPr sz="2700" b="0"/>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Yours is the Kingdom</a:t>
            </a:r>
          </a:p>
          <a:p>
            <a:pPr algn="ctr">
              <a:defRPr sz="2700" b="0"/>
            </a:pPr>
            <a:r>
              <a:t>Yours is the glory</a:t>
            </a:r>
          </a:p>
          <a:p>
            <a:pPr algn="ctr">
              <a:defRPr sz="2700" b="0"/>
            </a:pPr>
            <a:r>
              <a:t>Yours is the Name above all names</a:t>
            </a:r>
          </a:p>
          <a:p>
            <a:pPr algn="ctr">
              <a:defRPr sz="2700" b="0"/>
            </a:p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powerful Name it is</a:t>
            </a:r>
          </a:p>
          <a:p>
            <a:pPr algn="ctr">
              <a:defRPr sz="2700" b="0"/>
            </a:pPr>
            <a:r>
              <a:t>What a powerful Name it is</a:t>
            </a:r>
          </a:p>
          <a:p>
            <a:pPr algn="ctr">
              <a:defRPr sz="2700" b="0"/>
            </a:pPr>
            <a:r>
              <a:t>The Name of Jesus Christ my King</a:t>
            </a:r>
          </a:p>
          <a:p>
            <a:pPr algn="ctr">
              <a:defRPr sz="2700" b="0"/>
            </a:pPr>
            <a:r>
              <a:t>What a powerful Name it is</a:t>
            </a:r>
          </a:p>
          <a:p>
            <a:pPr algn="ctr">
              <a:defRPr sz="2700" b="0"/>
            </a:p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Nothing can stand against</a:t>
            </a:r>
          </a:p>
          <a:p>
            <a:pPr algn="ctr">
              <a:defRPr sz="2700" b="0"/>
            </a:pPr>
            <a:r>
              <a:t>What a powerful Name it is</a:t>
            </a:r>
          </a:p>
          <a:p>
            <a:pPr algn="ctr">
              <a:defRPr sz="2700" b="0"/>
            </a:pPr>
            <a:r>
              <a:t>The Name of Jesus</a:t>
            </a:r>
          </a:p>
          <a:p>
            <a:pPr algn="ctr">
              <a:defRPr sz="2700" b="0"/>
            </a:p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What a powerful Name it is</a:t>
            </a:r>
          </a:p>
          <a:p>
            <a:pPr algn="ctr">
              <a:defRPr sz="2700" b="0"/>
            </a:pPr>
            <a:r>
              <a:t>The Name of Jesus</a:t>
            </a:r>
          </a:p>
          <a:p>
            <a:pPr algn="ctr">
              <a:defRPr sz="2700" b="0"/>
            </a:pPr>
            <a:r>
              <a:t>What a powerful Name it is</a:t>
            </a:r>
          </a:p>
          <a:p>
            <a:pPr algn="ctr">
              <a:defRPr sz="2700" b="0"/>
            </a:pPr>
            <a:r>
              <a:t>The Name of Jesus</a:t>
            </a:r>
          </a:p>
          <a:p>
            <a:pPr algn="ctr">
              <a:defRPr sz="2700" b="0"/>
            </a:p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Goodness Of God</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 love You, Lord</a:t>
            </a:r>
          </a:p>
          <a:p>
            <a:pPr algn="ctr">
              <a:defRPr sz="2700" b="0"/>
            </a:pPr>
            <a:r>
              <a:t>For Your mercy never fails me</a:t>
            </a:r>
          </a:p>
          <a:p>
            <a:pPr algn="ctr">
              <a:defRPr sz="2700" b="0"/>
            </a:pPr>
            <a:r>
              <a:t>All my days, I've been held in Your hands</a:t>
            </a:r>
          </a:p>
          <a:p>
            <a:pPr algn="ctr">
              <a:defRPr sz="2700" b="0"/>
            </a:p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From the moment that I wake up</a:t>
            </a:r>
          </a:p>
          <a:p>
            <a:pPr algn="ctr">
              <a:defRPr sz="2700" b="0"/>
            </a:pPr>
            <a:r>
              <a:t>Until I lay my head</a:t>
            </a:r>
          </a:p>
          <a:p>
            <a:pPr algn="ctr">
              <a:defRPr sz="2700" b="0"/>
            </a:pPr>
            <a:r>
              <a:t>Oh, I will sing of the goodness of God</a:t>
            </a:r>
          </a:p>
          <a:p>
            <a:pPr algn="ctr">
              <a:defRPr sz="2700" b="0"/>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All my life You have been faithful</a:t>
            </a:r>
          </a:p>
          <a:p>
            <a:pPr algn="ctr">
              <a:defRPr sz="2700" b="0"/>
            </a:pPr>
            <a:r>
              <a:t>And all my life You have been so, so good</a:t>
            </a:r>
          </a:p>
          <a:p>
            <a:pPr algn="ctr">
              <a:defRPr sz="2700" b="0"/>
            </a:pPr>
            <a:r>
              <a:t>With every breath that I am able</a:t>
            </a:r>
          </a:p>
          <a:p>
            <a:pPr algn="ctr">
              <a:defRPr sz="2700" b="0"/>
            </a:pPr>
            <a:r>
              <a:t>Oh, I will sing of the goodness of God</a:t>
            </a:r>
          </a:p>
          <a:p>
            <a:pPr algn="ctr">
              <a:defRPr sz="2700" b="0"/>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 love Your voice</a:t>
            </a:r>
          </a:p>
          <a:p>
            <a:pPr algn="ctr">
              <a:defRPr sz="2700" b="0"/>
            </a:pPr>
            <a:r>
              <a:t>You have led me through the fire</a:t>
            </a:r>
          </a:p>
          <a:p>
            <a:pPr algn="ctr">
              <a:defRPr sz="2700" b="0"/>
            </a:pPr>
            <a:r>
              <a:t>And in darkest night You are close like no other</a:t>
            </a:r>
          </a:p>
          <a:p>
            <a:pPr algn="ctr">
              <a:defRPr sz="2700" b="0"/>
            </a:p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I've known You as a Father</a:t>
            </a:r>
          </a:p>
          <a:p>
            <a:pPr algn="ctr">
              <a:defRPr sz="2700" b="0"/>
            </a:pPr>
            <a:r>
              <a:t>I've known You as a Friend</a:t>
            </a:r>
          </a:p>
          <a:p>
            <a:pPr algn="ctr">
              <a:defRPr sz="2700" b="0"/>
            </a:pPr>
            <a:r>
              <a:t>And I have lived in the goodness of God</a:t>
            </a:r>
          </a:p>
          <a:p>
            <a:pPr algn="ctr">
              <a:defRPr sz="2700" b="0"/>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All my life You have been faithful</a:t>
            </a:r>
          </a:p>
          <a:p>
            <a:pPr algn="ctr">
              <a:defRPr sz="2700" b="0"/>
            </a:pPr>
            <a:r>
              <a:t>And all my life You have been so, so good</a:t>
            </a:r>
          </a:p>
          <a:p>
            <a:pPr algn="ctr">
              <a:defRPr sz="2700" b="0"/>
            </a:pPr>
            <a:r>
              <a:t>With every breath that I am able</a:t>
            </a:r>
          </a:p>
          <a:p>
            <a:pPr algn="ctr">
              <a:defRPr sz="2700" b="0"/>
            </a:pPr>
            <a:r>
              <a:t>Oh, I will sing of the goodness of God</a:t>
            </a:r>
          </a:p>
          <a:p>
            <a:pPr algn="ctr">
              <a:defRPr sz="2700" b="0"/>
            </a:p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Your goodness is running after, it's running after me</a:t>
            </a:r>
          </a:p>
          <a:p>
            <a:pPr algn="ctr">
              <a:defRPr sz="2700" b="0"/>
            </a:pPr>
            <a:r>
              <a:t>Your goodness is running after, it's running after me</a:t>
            </a:r>
          </a:p>
          <a:p>
            <a:pPr algn="ctr">
              <a:defRPr sz="2700" b="0"/>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my life laid down, I'm surrendered now</a:t>
            </a:r>
          </a:p>
          <a:p>
            <a:pPr algn="ctr">
              <a:defRPr sz="2700" b="0"/>
            </a:pPr>
            <a:r>
              <a:t>I give You everything</a:t>
            </a:r>
          </a:p>
          <a:p>
            <a:pPr algn="ctr">
              <a:defRPr sz="2700" b="0"/>
            </a:pPr>
            <a:r>
              <a:t>Your goodness is running after, it's running after me</a:t>
            </a:r>
          </a:p>
          <a:p>
            <a:pPr algn="ctr">
              <a:defRPr sz="2700" b="0"/>
            </a:p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Your goodness is running after, it's running after me</a:t>
            </a:r>
          </a:p>
          <a:p>
            <a:pPr algn="ctr">
              <a:defRPr sz="2700" b="0"/>
            </a:pPr>
            <a:r>
              <a:t>Your goodness is running after, it's running after me</a:t>
            </a:r>
          </a:p>
          <a:p>
            <a:pPr algn="ctr">
              <a:defRPr sz="2700" b="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With my life laid down, I'm surrendered now</a:t>
            </a:r>
          </a:p>
          <a:p>
            <a:pPr algn="ctr">
              <a:defRPr sz="2700" b="0"/>
            </a:pPr>
            <a:r>
              <a:t>I give You everything</a:t>
            </a:r>
          </a:p>
          <a:p>
            <a:pPr algn="ctr">
              <a:defRPr sz="2700" b="0"/>
            </a:pPr>
            <a:r>
              <a:t>Your goodness is running after, it's running after me</a:t>
            </a:r>
          </a:p>
          <a:p>
            <a:pPr algn="ctr">
              <a:defRPr sz="2700" b="0"/>
            </a:p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All my life You have been faithful</a:t>
            </a:r>
          </a:p>
          <a:p>
            <a:pPr algn="ctr">
              <a:defRPr sz="2700" b="0"/>
            </a:pPr>
            <a:r>
              <a:t>And all my life You have been so, so good</a:t>
            </a:r>
          </a:p>
          <a:p>
            <a:pPr algn="ctr">
              <a:defRPr sz="2700" b="0"/>
            </a:pPr>
            <a:r>
              <a:t>With every breath that I am able</a:t>
            </a:r>
          </a:p>
          <a:p>
            <a:pPr algn="ctr">
              <a:defRPr sz="2700" b="0"/>
            </a:pPr>
            <a:r>
              <a:t>Oh, I'm gonna sing of the goodness of God</a:t>
            </a:r>
          </a:p>
          <a:p>
            <a:pPr algn="ctr">
              <a:defRPr sz="2700" b="0"/>
            </a:p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All my life You have been faithful</a:t>
            </a:r>
          </a:p>
          <a:p>
            <a:pPr algn="ctr">
              <a:defRPr sz="2700" b="0"/>
            </a:pPr>
            <a:r>
              <a:t>And all my life You have been so, so good</a:t>
            </a:r>
          </a:p>
          <a:p>
            <a:pPr algn="ctr">
              <a:defRPr sz="2700" b="0"/>
            </a:pPr>
            <a:r>
              <a:t>With every breath that I am able</a:t>
            </a:r>
          </a:p>
          <a:p>
            <a:pPr algn="ctr">
              <a:defRPr sz="2700" b="0"/>
            </a:pPr>
            <a:r>
              <a:t>Oh, I'm gonna sing of the goodness of God</a:t>
            </a:r>
          </a:p>
          <a:p>
            <a:pPr algn="ctr">
              <a:defRPr sz="2700" b="0"/>
            </a:p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Oh, I'm gonna sing of the goodness of God</a:t>
            </a:r>
          </a:p>
          <a:p>
            <a:pPr algn="ctr">
              <a:defRPr sz="2700" b="0"/>
            </a:p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O Come, All Ye Faithful</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O come, all ye faithful, joyful and triumphant!</a:t>
            </a:r>
          </a:p>
          <a:p>
            <a:pPr algn="ctr">
              <a:defRPr sz="2700" b="0"/>
            </a:pPr>
            <a:r>
              <a:t>O come ye, O come ye, to Bethlehem</a:t>
            </a:r>
          </a:p>
          <a:p>
            <a:pPr algn="ctr">
              <a:defRPr sz="2700" b="0"/>
            </a:pPr>
            <a:r>
              <a:t>Come and behold Him</a:t>
            </a:r>
          </a:p>
          <a:p>
            <a:pPr algn="ctr">
              <a:defRPr sz="2700" b="0"/>
            </a:pPr>
            <a:r>
              <a:t>Born the King of Angels</a:t>
            </a:r>
          </a:p>
          <a:p>
            <a:pPr algn="ctr">
              <a:defRPr sz="2700" b="0"/>
            </a:p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O come, let us adore Him</a:t>
            </a:r>
          </a:p>
          <a:p>
            <a:pPr algn="ctr">
              <a:defRPr sz="2700" b="0"/>
            </a:pPr>
            <a:r>
              <a:t>O come, let us adore Him</a:t>
            </a:r>
          </a:p>
          <a:p>
            <a:pPr algn="ctr">
              <a:defRPr sz="2700" b="0"/>
            </a:pPr>
            <a:r>
              <a:t>O come, let us adore Him</a:t>
            </a:r>
          </a:p>
          <a:p>
            <a:pPr algn="ctr">
              <a:defRPr sz="2700" b="0"/>
            </a:pPr>
            <a:r>
              <a:t>Christ the Lord!</a:t>
            </a:r>
          </a:p>
          <a:p>
            <a:pPr algn="ctr">
              <a:defRPr sz="2700" b="0"/>
            </a:p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Sing, choirs of angels, sing in exultation</a:t>
            </a:r>
          </a:p>
          <a:p>
            <a:pPr algn="ctr">
              <a:defRPr sz="2700" b="0"/>
            </a:pPr>
            <a:r>
              <a:t>Sing, all ye citizens of heaven above!</a:t>
            </a:r>
          </a:p>
          <a:p>
            <a:pPr algn="ctr">
              <a:defRPr sz="2700" b="0"/>
            </a:pPr>
            <a:r>
              <a:t>Glory to God, glory in the highest</a:t>
            </a:r>
          </a:p>
          <a:p>
            <a:pPr algn="ctr">
              <a:defRPr sz="2700" b="0"/>
            </a:pPr>
            <a:r>
              <a:t>O come, let us adore Him</a:t>
            </a:r>
          </a:p>
          <a:p>
            <a:pPr algn="ctr">
              <a:defRPr sz="2700" b="0"/>
            </a:p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O come, let us adore Him</a:t>
            </a:r>
          </a:p>
          <a:p>
            <a:pPr algn="ctr">
              <a:defRPr sz="2700" b="0"/>
            </a:pPr>
            <a:r>
              <a:t>O come, let us adore Him</a:t>
            </a:r>
          </a:p>
          <a:p>
            <a:pPr algn="ctr">
              <a:defRPr sz="2700" b="0"/>
            </a:pPr>
            <a:r>
              <a:t>Christ the Lord!</a:t>
            </a:r>
          </a:p>
          <a:p>
            <a:pPr algn="ctr">
              <a:defRPr sz="2700" b="0"/>
            </a:p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71525"/>
            <a:ext cx="8229600" cy="4114800"/>
          </a:xfrm>
          <a:prstGeom prst="rect">
            <a:avLst/>
          </a:prstGeom>
          <a:noFill/>
        </p:spPr>
        <p:txBody>
          <a:bodyPr wrap="square">
            <a:spAutoFit/>
          </a:bodyPr>
          <a:lstStyle/>
          <a:p>
            <a:pPr algn="ctr">
              <a:defRPr sz="2700" b="0"/>
            </a:pPr>
            <a:r>
              <a:t>O sing hallelujah</a:t>
            </a:r>
          </a:p>
          <a:p>
            <a:pPr algn="ctr">
              <a:defRPr sz="2700" b="0"/>
            </a:pPr>
            <a:r>
              <a:t>Come let us adore Him</a:t>
            </a:r>
          </a:p>
          <a:p>
            <a:pPr algn="ctr">
              <a:defRPr sz="2700" b="0"/>
            </a:pPr>
            <a:r>
              <a:t>O sing hallelujah</a:t>
            </a:r>
          </a:p>
          <a:p>
            <a:pPr algn="ctr">
              <a:defRPr sz="2700" b="0"/>
            </a:pPr>
            <a:r>
              <a:t>Come let us adore Him</a:t>
            </a:r>
          </a:p>
          <a:p>
            <a:pPr algn="ctr">
              <a:defRPr sz="2700" b="0"/>
            </a:p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14350"/>
            <a:ext cx="3657600" cy="4114800"/>
          </a:xfrm>
          <a:prstGeom prst="rect">
            <a:avLst/>
          </a:prstGeom>
          <a:noFill/>
        </p:spPr>
        <p:txBody>
          <a:bodyPr wrap="square">
            <a:spAutoFit/>
          </a:bodyPr>
          <a:lstStyle/>
          <a:p>
            <a:pPr>
              <a:defRPr sz="3000"/>
            </a:pPr>
            <a:r>
              <a:t>Bible reading</a:t>
            </a:r>
          </a:p>
        </p:txBody>
      </p:sp>
      <p:pic>
        <p:nvPicPr>
          <p:cNvPr id="3" name="Picture 2" descr="Bible.png"/>
          <p:cNvPicPr>
            <a:picLocks noChangeAspect="1"/>
          </p:cNvPicPr>
          <p:nvPr/>
        </p:nvPicPr>
        <p:blipFill>
          <a:blip r:embed="rId2"/>
          <a:stretch>
            <a:fillRect/>
          </a:stretch>
        </p:blipFill>
        <p:spPr>
          <a:xfrm>
            <a:off x="4514850" y="514350"/>
            <a:ext cx="4114800" cy="41148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⁸ And there were shepherds living out in the fields nearby, keeping watch over their flocks at night. ⁹ An angel of the Lord appeared to them, and the glory of the Lord shone around them, and they were terrified.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¹⁰ But the angel said to them, “Do not be afraid. I bring you good news that will cause great joy for all the people. ¹¹ Today in the town of David a Savior has been born to you; he is the Messiah, the Lord.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¹² This will be a sign to you: You will find a baby wrapped in cloths and lying in a manger.” </a:t>
            </a:r>
          </a:p>
          <a:p>
            <a:pPr algn="ctr">
              <a:defRPr sz="2300" b="0"/>
            </a:pPr>
            <a:r>
              <a:t>¹³ Suddenly a great company of the heavenly host appeared with the angel, praising God and saying, </a:t>
            </a:r>
          </a:p>
          <a:p>
            <a:pPr algn="ctr">
              <a:defRPr sz="2300" b="0"/>
            </a:p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¹⁴ “Glory to God in the highest heaven,</a:t>
            </a:r>
          </a:p>
          <a:p>
            <a:pPr algn="ctr">
              <a:defRPr sz="2300" b="0"/>
            </a:pPr>
            <a:r>
              <a:t>    and on earth peace to those on whom his favor rests.” </a:t>
            </a:r>
          </a:p>
          <a:p>
            <a:pPr algn="ctr">
              <a:defRPr sz="2300" b="0"/>
            </a:pPr>
            <a:r>
              <a:t>¹⁵ When the angels had left them and gone into heaven, the shepherds said to one another, “Let’s go to Bethlehem and see this thing that has happened, which the Lord has told us about.” </a:t>
            </a:r>
          </a:p>
          <a:p>
            <a:pPr algn="ctr">
              <a:defRPr sz="2300" b="0"/>
            </a:p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¹⁶ So they hurried off and found Mary and Joseph, and the baby, who was lying in the manger. ¹⁷ When they had seen him, they spread the word concerning what had been told them about this child,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¹⁸ and all who heard it were amazed at what the shepherds said to them. ¹⁹ But Mary treasured up all these things and pondered them in her heart.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71525"/>
          </a:xfrm>
          <a:prstGeom prst="rect">
            <a:avLst/>
          </a:prstGeom>
          <a:noFill/>
        </p:spPr>
        <p:txBody>
          <a:bodyPr wrap="square">
            <a:spAutoFit/>
          </a:bodyPr>
          <a:lstStyle/>
          <a:p>
            <a:pPr algn="ctr">
              <a:defRPr sz="4000" b="1"/>
            </a:pPr>
            <a:r>
              <a:t>Luke 2:8-20</a:t>
            </a:r>
          </a:p>
        </p:txBody>
      </p:sp>
      <p:sp>
        <p:nvSpPr>
          <p:cNvPr id="3" name="TextBox 2"/>
          <p:cNvSpPr txBox="1"/>
          <p:nvPr/>
        </p:nvSpPr>
        <p:spPr>
          <a:xfrm>
            <a:off x="457200" y="1045845"/>
            <a:ext cx="8229600" cy="4114800"/>
          </a:xfrm>
          <a:prstGeom prst="rect">
            <a:avLst/>
          </a:prstGeom>
          <a:noFill/>
        </p:spPr>
        <p:txBody>
          <a:bodyPr wrap="square">
            <a:spAutoFit/>
          </a:bodyPr>
          <a:lstStyle/>
          <a:p>
            <a:pPr algn="ctr">
              <a:defRPr sz="2300" b="0"/>
            </a:pPr>
            <a:r>
              <a:t>²⁰ The shepherds returned, glorifying and praising God for all the things they had heard and seen, which were just as they had been told.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Announcements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657350"/>
            <a:ext cx="2743200" cy="914400"/>
          </a:xfrm>
          <a:prstGeom prst="rect">
            <a:avLst/>
          </a:prstGeom>
          <a:noFill/>
        </p:spPr>
        <p:txBody>
          <a:bodyPr wrap="square" lIns="0">
            <a:spAutoFit/>
          </a:bodyPr>
          <a:lstStyle/>
          <a:p/>
          <a:p>
            <a:pPr>
              <a:defRPr sz="4000"/>
            </a:pPr>
            <a:r>
              <a:t>Offering</a:t>
            </a:r>
          </a:p>
        </p:txBody>
      </p:sp>
      <p:sp>
        <p:nvSpPr>
          <p:cNvPr id="3" name="Rounded Rectangle 2"/>
          <p:cNvSpPr/>
          <p:nvPr/>
        </p:nvSpPr>
        <p:spPr>
          <a:xfrm>
            <a:off x="3028950" y="171450"/>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878035" y="171450"/>
            <a:ext cx="4754880" cy="857250"/>
          </a:xfrm>
          <a:prstGeom prst="rect">
            <a:avLst/>
          </a:prstGeom>
          <a:noFill/>
        </p:spPr>
        <p:txBody>
          <a:bodyPr wrap="square">
            <a:spAutoFit/>
          </a:bodyPr>
          <a:lstStyle/>
          <a:p/>
          <a:p>
            <a:pPr>
              <a:defRPr sz="1600">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3114675" y="257175"/>
            <a:ext cx="685800" cy="685800"/>
          </a:xfrm>
          <a:prstGeom prst="rect">
            <a:avLst/>
          </a:prstGeom>
        </p:spPr>
      </p:pic>
      <p:sp>
        <p:nvSpPr>
          <p:cNvPr id="6" name="Rounded Rectangle 5"/>
          <p:cNvSpPr/>
          <p:nvPr/>
        </p:nvSpPr>
        <p:spPr>
          <a:xfrm>
            <a:off x="3028950" y="1157287"/>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78035" y="1157287"/>
            <a:ext cx="4754880" cy="857250"/>
          </a:xfrm>
          <a:prstGeom prst="rect">
            <a:avLst/>
          </a:prstGeom>
          <a:noFill/>
        </p:spPr>
        <p:txBody>
          <a:bodyPr wrap="square">
            <a:spAutoFit/>
          </a:bodyPr>
          <a:lstStyle/>
          <a:p/>
          <a:p>
            <a:pPr>
              <a:defRPr sz="1600">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3114675" y="1243012"/>
            <a:ext cx="685800" cy="685800"/>
          </a:xfrm>
          <a:prstGeom prst="rect">
            <a:avLst/>
          </a:prstGeom>
        </p:spPr>
      </p:pic>
      <p:sp>
        <p:nvSpPr>
          <p:cNvPr id="9" name="Rounded Rectangle 8"/>
          <p:cNvSpPr/>
          <p:nvPr/>
        </p:nvSpPr>
        <p:spPr>
          <a:xfrm>
            <a:off x="3028950" y="2143125"/>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78035" y="2143125"/>
            <a:ext cx="4754880" cy="857250"/>
          </a:xfrm>
          <a:prstGeom prst="rect">
            <a:avLst/>
          </a:prstGeom>
          <a:noFill/>
        </p:spPr>
        <p:txBody>
          <a:bodyPr wrap="square">
            <a:spAutoFit/>
          </a:bodyPr>
          <a:lstStyle/>
          <a:p/>
          <a:p>
            <a:pPr>
              <a:defRPr sz="1600">
                <a:latin typeface="Gill Sans MT"/>
              </a:defRPr>
            </a:pPr>
            <a:r>
              <a:t>BSB: 112 - 879</a:t>
            </a:r>
          </a:p>
        </p:txBody>
      </p:sp>
      <p:pic>
        <p:nvPicPr>
          <p:cNvPr id="11" name="Picture 10" descr="bsb.png"/>
          <p:cNvPicPr>
            <a:picLocks noChangeAspect="1"/>
          </p:cNvPicPr>
          <p:nvPr/>
        </p:nvPicPr>
        <p:blipFill>
          <a:blip r:embed="rId4"/>
          <a:stretch>
            <a:fillRect/>
          </a:stretch>
        </p:blipFill>
        <p:spPr>
          <a:xfrm>
            <a:off x="3114675" y="2228850"/>
            <a:ext cx="685800" cy="685800"/>
          </a:xfrm>
          <a:prstGeom prst="rect">
            <a:avLst/>
          </a:prstGeom>
        </p:spPr>
      </p:pic>
      <p:sp>
        <p:nvSpPr>
          <p:cNvPr id="12" name="Rounded Rectangle 11"/>
          <p:cNvSpPr/>
          <p:nvPr/>
        </p:nvSpPr>
        <p:spPr>
          <a:xfrm>
            <a:off x="3028950" y="3128962"/>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78035" y="3128962"/>
            <a:ext cx="4754880" cy="857250"/>
          </a:xfrm>
          <a:prstGeom prst="rect">
            <a:avLst/>
          </a:prstGeom>
          <a:noFill/>
        </p:spPr>
        <p:txBody>
          <a:bodyPr wrap="square">
            <a:spAutoFit/>
          </a:bodyPr>
          <a:lstStyle/>
          <a:p/>
          <a:p>
            <a:pPr>
              <a:defRPr sz="1600">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3114675" y="3214687"/>
            <a:ext cx="685800" cy="685800"/>
          </a:xfrm>
          <a:prstGeom prst="rect">
            <a:avLst/>
          </a:prstGeom>
        </p:spPr>
      </p:pic>
      <p:sp>
        <p:nvSpPr>
          <p:cNvPr id="15" name="Rounded Rectangle 14"/>
          <p:cNvSpPr/>
          <p:nvPr/>
        </p:nvSpPr>
        <p:spPr>
          <a:xfrm>
            <a:off x="3028950" y="4114800"/>
            <a:ext cx="5943600" cy="85725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78035" y="4114800"/>
            <a:ext cx="4754880" cy="857250"/>
          </a:xfrm>
          <a:prstGeom prst="rect">
            <a:avLst/>
          </a:prstGeom>
          <a:noFill/>
        </p:spPr>
        <p:txBody>
          <a:bodyPr wrap="square">
            <a:spAutoFit/>
          </a:bodyPr>
          <a:lstStyle/>
          <a:p/>
          <a:p>
            <a:pPr>
              <a:defRPr sz="1600">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3114675" y="4200525"/>
            <a:ext cx="685800" cy="6858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Prayer points</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28700"/>
            <a:ext cx="7315200" cy="2571750"/>
          </a:xfrm>
          <a:prstGeom prst="rect">
            <a:avLst/>
          </a:prstGeom>
          <a:noFill/>
        </p:spPr>
        <p:txBody>
          <a:bodyPr wrap="square">
            <a:spAutoFit/>
          </a:bodyPr>
          <a:lstStyle/>
          <a:p>
            <a:pPr algn="ctr">
              <a:defRPr sz="4000" b="0" i="0" u="none"/>
            </a:pPr>
            <a:r>
              <a:t>Mingle time!</a:t>
            </a:r>
          </a:p>
        </p:txBody>
      </p:sp>
      <p:sp>
        <p:nvSpPr>
          <p:cNvPr id="3" name="TextBox 2"/>
          <p:cNvSpPr txBox="1"/>
          <p:nvPr/>
        </p:nvSpPr>
        <p:spPr>
          <a:xfrm>
            <a:off x="914400" y="3086100"/>
            <a:ext cx="7315200" cy="2571750"/>
          </a:xfrm>
          <a:prstGeom prst="rect">
            <a:avLst/>
          </a:prstGeom>
          <a:noFill/>
        </p:spPr>
        <p:txBody>
          <a:bodyPr wrap="square">
            <a:spAutoFit/>
          </a:bodyPr>
          <a:lstStyle/>
          <a:p>
            <a:pPr algn="ctr">
              <a:defRPr sz="800" b="0" i="0" u="none"/>
            </a:p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{137E4239-529B-B546-B5DB-743A26600DAF}tf10001121_mac</Template>
  <TotalTime>2108</TotalTime>
  <Words>0</Words>
  <Application>Microsoft Macintosh PowerPoint</Application>
  <PresentationFormat>On-screen Show (16:9)</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Wingdings 2</vt:lpstr>
      <vt:lpstr>Arial</vt:lpstr>
      <vt:lpstr>Quotable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BCCC English service</dc:title>
  <dc:creator>Annabel Lam</dc:creator>
  <cp:lastModifiedBy>Johnny Wu</cp:lastModifiedBy>
  <cp:revision>46</cp:revision>
  <dcterms:modified xsi:type="dcterms:W3CDTF">2024-07-29T04:58:20Z</dcterms:modified>
</cp:coreProperties>
</file>