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</p:sldIdLst>
  <p:sldSz cx="18288000" cy="10287000"/>
  <p:notesSz cx="6858000" cy="9144000"/>
  <p:embeddedFontLst>
    <p:embeddedFont>
      <p:font typeface="Cambria" panose="02040503050406030204" pitchFamily="18" charset="0"/>
      <p:regular r:id="rId2"/>
      <p:bold r:id="rId3"/>
      <p:italic r:id="rId4"/>
      <p:boldItalic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7AF3"/>
    <a:srgbClr val="0E174A"/>
    <a:srgbClr val="030812"/>
    <a:srgbClr val="102A48"/>
    <a:srgbClr val="183B68"/>
    <a:srgbClr val="122B4C"/>
    <a:srgbClr val="1E2854"/>
    <a:srgbClr val="0C0C23"/>
    <a:srgbClr val="0E1648"/>
    <a:srgbClr val="172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423" autoAdjust="0"/>
    <p:restoredTop sz="94609" autoAdjust="0"/>
  </p:normalViewPr>
  <p:slideViewPr>
    <p:cSldViewPr>
      <p:cViewPr varScale="1">
        <p:scale>
          <a:sx n="79" d="100"/>
          <a:sy n="79" d="100"/>
        </p:scale>
        <p:origin x="64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font" Target="fonts/font3.fntdata"/><Relationship Id="rId5" Type="http://schemas.openxmlformats.org/officeDocument/2006/relationships/font" Target="fonts/font4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6518" y="914402"/>
            <a:ext cx="13014333" cy="4800600"/>
          </a:xfrm>
        </p:spPr>
        <p:txBody>
          <a:bodyPr anchor="b">
            <a:normAutofit/>
          </a:bodyPr>
          <a:lstStyle>
            <a:lvl1pPr algn="ctr">
              <a:defRPr sz="72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518" y="5829300"/>
            <a:ext cx="13014333" cy="2857500"/>
          </a:xfrm>
        </p:spPr>
        <p:txBody>
          <a:bodyPr anchor="t">
            <a:normAutofit/>
          </a:bodyPr>
          <a:lstStyle>
            <a:lvl1pPr marL="0" indent="0" algn="ctr">
              <a:buNone/>
              <a:defRPr sz="31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8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43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6519" y="4962872"/>
            <a:ext cx="13030200" cy="2203200"/>
          </a:xfrm>
        </p:spPr>
        <p:txBody>
          <a:bodyPr anchor="b"/>
          <a:lstStyle>
            <a:lvl1pPr algn="r">
              <a:defRPr sz="6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6517" y="7166072"/>
            <a:ext cx="1303020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1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2118" y="4000499"/>
            <a:ext cx="7315200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5918" y="4000500"/>
            <a:ext cx="7315200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9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3921" y="3987799"/>
            <a:ext cx="6883397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118" y="4864894"/>
            <a:ext cx="7315200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64700" y="4000500"/>
            <a:ext cx="6906420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5919" y="4864894"/>
            <a:ext cx="7315202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03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3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5323682" cy="2057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5718" y="914402"/>
            <a:ext cx="8915402" cy="77724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5323682" cy="2743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3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8001002" cy="2057400"/>
          </a:xfrm>
        </p:spPr>
        <p:txBody>
          <a:bodyPr anchor="b">
            <a:normAutofit/>
          </a:bodyPr>
          <a:lstStyle>
            <a:lvl1pPr algn="l">
              <a:defRPr sz="4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50600" y="-27432"/>
            <a:ext cx="4914899" cy="1035558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8001002" cy="2743200"/>
          </a:xfr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598818" y="8824913"/>
            <a:ext cx="13716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12118" y="8824913"/>
            <a:ext cx="76581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113919" y="8824913"/>
            <a:ext cx="4838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9" y="7099298"/>
            <a:ext cx="14859000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694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9" y="7949405"/>
            <a:ext cx="14859000" cy="74056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914402"/>
            <a:ext cx="14858999" cy="4686299"/>
          </a:xfrm>
        </p:spPr>
        <p:txBody>
          <a:bodyPr anchor="ctr">
            <a:normAutofit/>
          </a:bodyPr>
          <a:lstStyle>
            <a:lvl1pPr algn="l">
              <a:defRPr sz="48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41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9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12218" y="5029200"/>
            <a:ext cx="13258803" cy="571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49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4962872"/>
            <a:ext cx="14859000" cy="2203200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6" y="7166072"/>
            <a:ext cx="14859002" cy="1290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02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9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829300"/>
            <a:ext cx="14859000" cy="1333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7162800"/>
            <a:ext cx="14859000" cy="15240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914402"/>
            <a:ext cx="14858999" cy="41147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257800"/>
            <a:ext cx="1485900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5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12119" y="914400"/>
            <a:ext cx="14858997" cy="2857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06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5347" y="914399"/>
            <a:ext cx="3315771" cy="777240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2118" y="914400"/>
            <a:ext cx="11315700" cy="7772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89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0812">
                <a:lumMod val="100000"/>
              </a:srgbClr>
            </a:gs>
            <a:gs pos="100000">
              <a:srgbClr val="0E174A">
                <a:lumMod val="84016"/>
                <a:alpha val="91474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2119" y="914400"/>
            <a:ext cx="14858997" cy="2857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9" y="4000499"/>
            <a:ext cx="14858997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56418" y="8824913"/>
            <a:ext cx="24003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7/29/24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2118" y="8824913"/>
            <a:ext cx="113157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9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6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4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3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7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5143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430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31.05.2026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0045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Cornerstone King of Kings Goodness of God God I Look to You</a:t>
            </a:r>
            <a:br/>
            <a:r>
              <a:t>Eph 1:3-10</a:t>
            </a:r>
            <a:br/>
            <a:r>
              <a:t>Jenny Williams</a:t>
            </a:r>
            <a:br/>
            <a:r>
              <a:t>Spiritual Blessings in Christ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King Of Kings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In the darkness we were waiting</a:t>
            </a:r>
          </a:p>
          <a:p>
            <a:pPr algn="ctr">
              <a:defRPr sz="5300" b="0"/>
            </a:pPr>
            <a:r>
              <a:t>Without hope, without light</a:t>
            </a:r>
          </a:p>
          <a:p>
            <a:pPr algn="ctr">
              <a:defRPr sz="5300" b="0"/>
            </a:pPr>
            <a:r>
              <a:t>Till from heaven You came running</a:t>
            </a:r>
          </a:p>
          <a:p>
            <a:pPr algn="ctr">
              <a:defRPr sz="5300" b="0"/>
            </a:pPr>
            <a:r>
              <a:t>There was mercy in Your eyes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To fulfill the law and prophets</a:t>
            </a:r>
          </a:p>
          <a:p>
            <a:pPr algn="ctr">
              <a:defRPr sz="5300" b="0"/>
            </a:pPr>
            <a:r>
              <a:t>To a virgin came the word</a:t>
            </a:r>
          </a:p>
          <a:p>
            <a:pPr algn="ctr">
              <a:defRPr sz="5300" b="0"/>
            </a:pPr>
            <a:r>
              <a:t>From a throne of endless glory</a:t>
            </a:r>
          </a:p>
          <a:p>
            <a:pPr algn="ctr">
              <a:defRPr sz="5300" b="0"/>
            </a:pPr>
            <a:r>
              <a:t>To a cradle in the dirt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Praise the Father, praise the Son</a:t>
            </a:r>
          </a:p>
          <a:p>
            <a:pPr algn="ctr">
              <a:defRPr sz="5300" b="0"/>
            </a:pPr>
            <a:r>
              <a:t>Praise the Spirit, three in one</a:t>
            </a:r>
          </a:p>
          <a:p>
            <a:pPr algn="ctr">
              <a:defRPr sz="5300" b="0"/>
            </a:pPr>
            <a:r>
              <a:t>God of glory, Majesty</a:t>
            </a:r>
          </a:p>
          <a:p>
            <a:pPr algn="ctr">
              <a:defRPr sz="5300" b="0"/>
            </a:pPr>
            <a:r>
              <a:t>Praise forever to the King of Kings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To reveal the kingdom coming</a:t>
            </a:r>
          </a:p>
          <a:p>
            <a:pPr algn="ctr">
              <a:defRPr sz="5300" b="0"/>
            </a:pPr>
            <a:r>
              <a:t>And to reconcile the lost</a:t>
            </a:r>
          </a:p>
          <a:p>
            <a:pPr algn="ctr">
              <a:defRPr sz="5300" b="0"/>
            </a:pPr>
            <a:r>
              <a:t>To redeem the whole creation</a:t>
            </a:r>
          </a:p>
          <a:p>
            <a:pPr algn="ctr">
              <a:defRPr sz="5300" b="0"/>
            </a:pPr>
            <a:r>
              <a:t>You did not despise the cross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For even in your suffering</a:t>
            </a:r>
          </a:p>
          <a:p>
            <a:pPr algn="ctr">
              <a:defRPr sz="5300" b="0"/>
            </a:pPr>
            <a:r>
              <a:t>You saw to the other side</a:t>
            </a:r>
          </a:p>
          <a:p>
            <a:pPr algn="ctr">
              <a:defRPr sz="5300" b="0"/>
            </a:pPr>
            <a:r>
              <a:t>Knowing this was our salvation</a:t>
            </a:r>
          </a:p>
          <a:p>
            <a:pPr algn="ctr">
              <a:defRPr sz="5300" b="0"/>
            </a:pPr>
            <a:r>
              <a:t>Jesus for our sake you died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Praise the Father, praise the Son</a:t>
            </a:r>
          </a:p>
          <a:p>
            <a:pPr algn="ctr">
              <a:defRPr sz="5300" b="0"/>
            </a:pPr>
            <a:r>
              <a:t>Praise the Spirit, three in one</a:t>
            </a:r>
          </a:p>
          <a:p>
            <a:pPr algn="ctr">
              <a:defRPr sz="5300" b="0"/>
            </a:pPr>
            <a:r>
              <a:t>God of glory, Majesty</a:t>
            </a:r>
          </a:p>
          <a:p>
            <a:pPr algn="ctr">
              <a:defRPr sz="5300" b="0"/>
            </a:pPr>
            <a:r>
              <a:t>Praise forever to the King of Kings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the morning that You rose</a:t>
            </a:r>
          </a:p>
          <a:p>
            <a:pPr algn="ctr">
              <a:defRPr sz="5300" b="0"/>
            </a:pPr>
            <a:r>
              <a:t>All of heaven held its breath</a:t>
            </a:r>
          </a:p>
          <a:p>
            <a:pPr algn="ctr">
              <a:defRPr sz="5300" b="0"/>
            </a:pPr>
            <a:r>
              <a:t>Till that stone was moved for good</a:t>
            </a:r>
          </a:p>
          <a:p>
            <a:pPr algn="ctr">
              <a:defRPr sz="5300" b="0"/>
            </a:pPr>
            <a:r>
              <a:t>For the Lamb had conquered death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the dead rose from their tombs</a:t>
            </a:r>
          </a:p>
          <a:p>
            <a:pPr algn="ctr">
              <a:defRPr sz="5300" b="0"/>
            </a:pPr>
            <a:r>
              <a:t>And the angels stood in awe</a:t>
            </a:r>
          </a:p>
          <a:p>
            <a:pPr algn="ctr">
              <a:defRPr sz="5300" b="0"/>
            </a:pPr>
            <a:r>
              <a:t>For the souls of all who'd come</a:t>
            </a:r>
          </a:p>
          <a:p>
            <a:pPr algn="ctr">
              <a:defRPr sz="5300" b="0"/>
            </a:pPr>
            <a:r>
              <a:t>To the Father are restored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And the Church of Christ was born</a:t>
            </a:r>
          </a:p>
          <a:p>
            <a:pPr algn="ctr">
              <a:defRPr sz="5300" b="0"/>
            </a:pPr>
            <a:r>
              <a:t>Then the Spirit lit the flame</a:t>
            </a:r>
          </a:p>
          <a:p>
            <a:pPr algn="ctr">
              <a:defRPr sz="5300" b="0"/>
            </a:pPr>
            <a:r>
              <a:t>Now this gospel truth of old</a:t>
            </a:r>
          </a:p>
          <a:p>
            <a:pPr algn="ctr">
              <a:defRPr sz="5300" b="0"/>
            </a:pPr>
            <a:r>
              <a:t>Shall not kneel, shall not faint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By His blood and in His name</a:t>
            </a:r>
          </a:p>
          <a:p>
            <a:pPr algn="ctr">
              <a:defRPr sz="5300" b="0"/>
            </a:pPr>
            <a:r>
              <a:t>In His freedom I am free</a:t>
            </a:r>
          </a:p>
          <a:p>
            <a:pPr algn="ctr">
              <a:defRPr sz="5300" b="0"/>
            </a:pPr>
            <a:r>
              <a:t>For the love of Jesus Christ</a:t>
            </a:r>
          </a:p>
          <a:p>
            <a:pPr algn="ctr">
              <a:defRPr sz="5300" b="0"/>
            </a:pPr>
            <a:r>
              <a:t>Who has resurrected me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Praise the Father, praise the Son</a:t>
            </a:r>
          </a:p>
          <a:p>
            <a:pPr algn="ctr">
              <a:defRPr sz="5300" b="0"/>
            </a:pPr>
            <a:r>
              <a:t>Praise the Spirit, three in one</a:t>
            </a:r>
          </a:p>
          <a:p>
            <a:pPr algn="ctr">
              <a:defRPr sz="5300" b="0"/>
            </a:pPr>
            <a:r>
              <a:t>God of glory, Majesty</a:t>
            </a:r>
          </a:p>
          <a:p>
            <a:pPr algn="ctr">
              <a:defRPr sz="5300" b="0"/>
            </a:pPr>
            <a:r>
              <a:t>Praise forever to the King of Kings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4305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300" b="0"/>
            </a:pPr>
            <a:r>
              <a:t>Praise forever to the King of Kings</a:t>
            </a:r>
          </a:p>
          <a:p>
            <a:pPr algn="ctr">
              <a:defRPr sz="5300" b="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28700"/>
            <a:ext cx="7315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10287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Eph 1:3-10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³ Praise be to the God and Father of our Lord Jesus Christ, who has blessed us in the heavenly realms with every spiritual blessing in Christ. ⁴ For he chose us in him before the creation of the world to be holy and blameless in his sight. In love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Eph 1:3-10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⁵ he predestined us for adoption to sonship through Jesus Christ, in accordance with his pleasure and will— ⁶ to the praise of his glorious grace, which he has freely given us in the One he loves.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Eph 1:3-10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⁷ In him we have redemption through his blood, the forgiveness of sins, in accordance with the riches of God’s grace ⁸ that he lavished on us. With all wisdom and understanding,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64592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1"/>
            </a:pPr>
            <a:r>
              <a:t>Eph 1:3-10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17370"/>
            <a:ext cx="1645920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300" b="0"/>
            </a:pPr>
            <a:r>
              <a:t>⁹ he made known to us the mystery of his will according to his good pleasure, which he purposed in Christ, ¹⁰ to be put into effect when the times reach their fulfillment—to bring unity to all things in heaven and on earth under Christ.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229100"/>
            <a:ext cx="5486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7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57900" y="34290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56071" y="34290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514350"/>
            <a:ext cx="1371600" cy="137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57900" y="2314575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56071" y="2314575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486025"/>
            <a:ext cx="1371600" cy="1371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57900" y="428625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6071" y="428625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4457700"/>
            <a:ext cx="1371600" cy="1371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57900" y="6257925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6071" y="6257925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6429375"/>
            <a:ext cx="1371600" cy="1371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057900" y="8229600"/>
            <a:ext cx="11887200" cy="17145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6071" y="8229600"/>
            <a:ext cx="950976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2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840105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574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72200"/>
            <a:ext cx="146304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{A4D55EEF-21F4-BB47-B4F7-72514DB86205}tf10001063</Template>
  <TotalTime>9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Cambria</vt:lpstr>
      <vt:lpstr>Calibri</vt:lpstr>
      <vt:lpstr>Mesh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BCCC Template</dc:title>
  <cp:lastModifiedBy>Johnny Wu</cp:lastModifiedBy>
  <cp:revision>13</cp:revision>
  <dcterms:created xsi:type="dcterms:W3CDTF">2006-08-16T00:00:00Z</dcterms:created>
  <dcterms:modified xsi:type="dcterms:W3CDTF">2024-07-29T05:02:09Z</dcterms:modified>
  <dc:identifier>DAF9TDiojmQ</dc:identifier>
</cp:coreProperties>
</file>