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2.svg" ContentType="image/svg+xml"/>
  <Override PartName="/ppt/media/image3.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31" autoAdjust="0"/>
    <p:restoredTop sz="94640" autoAdjust="0"/>
  </p:normalViewPr>
  <p:slideViewPr>
    <p:cSldViewPr snapToGrid="0">
      <p:cViewPr varScale="1">
        <p:scale>
          <a:sx n="119" d="100"/>
          <a:sy n="119" d="100"/>
        </p:scale>
        <p:origin x="416" y="192"/>
      </p:cViewPr>
      <p:guideLst/>
    </p:cSldViewPr>
  </p:slideViewPr>
  <p:outlineViewPr>
    <p:cViewPr>
      <p:scale>
        <a:sx n="33" d="100"/>
        <a:sy n="33" d="100"/>
      </p:scale>
      <p:origin x="0" y="-7421"/>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2386" y="67"/>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commentAuthors" Target="commentAuthor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B61F67-4219-82BD-D357-355AA7591C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4FE2BF-AD88-9811-C6DD-79DABAC559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4DDA53-17BB-4810-91A8-94FE944ADC38}" type="datetimeFigureOut">
              <a:rPr lang="en-US" smtClean="0"/>
              <a:t>3/1/25</a:t>
            </a:fld>
            <a:endParaRPr lang="en-US" dirty="0"/>
          </a:p>
        </p:txBody>
      </p:sp>
      <p:sp>
        <p:nvSpPr>
          <p:cNvPr id="4" name="Footer Placeholder 3">
            <a:extLst>
              <a:ext uri="{FF2B5EF4-FFF2-40B4-BE49-F238E27FC236}">
                <a16:creationId xmlns:a16="http://schemas.microsoft.com/office/drawing/2014/main" id="{F18F7338-476F-59A1-B752-865882DA12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B9C2ED2-F5D9-8398-9B1F-9E1D760B07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8BCF56-022D-4E84-9600-36794E4DE26E}" type="slidenum">
              <a:rPr lang="en-US" smtClean="0"/>
              <a:t>‹#›</a:t>
            </a:fld>
            <a:endParaRPr lang="en-US" dirty="0"/>
          </a:p>
        </p:txBody>
      </p:sp>
    </p:spTree>
    <p:extLst>
      <p:ext uri="{BB962C8B-B14F-4D97-AF65-F5344CB8AC3E}">
        <p14:creationId xmlns:p14="http://schemas.microsoft.com/office/powerpoint/2010/main" val="1045505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08D30-F807-4561-A81E-6E077448AA00}" type="datetimeFigureOut">
              <a:rPr lang="en-US" smtClean="0"/>
              <a:t>3/1/25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2C05A-7A07-4286-AA18-B883C0AF9A3B}" type="slidenum">
              <a:rPr lang="en-US" smtClean="0"/>
              <a:t>‹#›</a:t>
            </a:fld>
            <a:endParaRPr lang="en-US" dirty="0"/>
          </a:p>
        </p:txBody>
      </p:sp>
    </p:spTree>
    <p:extLst>
      <p:ext uri="{BB962C8B-B14F-4D97-AF65-F5344CB8AC3E}">
        <p14:creationId xmlns:p14="http://schemas.microsoft.com/office/powerpoint/2010/main" val="51318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s>
</file>

<file path=ppt/slideLayouts/_rels/slideLayout4.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2.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2.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839686" y="1209643"/>
            <a:ext cx="8508273" cy="4968000"/>
          </a:xfrm>
        </p:spPr>
        <p:txBody>
          <a:bodyPr anchor="ct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273499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46" name="Graphic 45">
            <a:extLst>
              <a:ext uri="{FF2B5EF4-FFF2-40B4-BE49-F238E27FC236}">
                <a16:creationId xmlns:a16="http://schemas.microsoft.com/office/drawing/2014/main" id="{FFDE191C-52DF-6A6D-EC88-18A052FFB290}"/>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716"/>
          <a:stretch/>
        </p:blipFill>
        <p:spPr>
          <a:xfrm rot="16200000">
            <a:off x="9722190" y="160175"/>
            <a:ext cx="2394401" cy="2545223"/>
          </a:xfrm>
          <a:prstGeom prst="rect">
            <a:avLst/>
          </a:prstGeom>
        </p:spPr>
      </p:pic>
      <p:pic>
        <p:nvPicPr>
          <p:cNvPr id="31" name="Graphic 30">
            <a:extLst>
              <a:ext uri="{FF2B5EF4-FFF2-40B4-BE49-F238E27FC236}">
                <a16:creationId xmlns:a16="http://schemas.microsoft.com/office/drawing/2014/main" id="{6D30DCAC-B495-853F-9921-FBA3901866A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1140620" y="2616531"/>
            <a:ext cx="2394401" cy="4086444"/>
          </a:xfrm>
          <a:prstGeom prst="rect">
            <a:avLst/>
          </a:prstGeom>
        </p:spPr>
      </p:pic>
      <p:grpSp>
        <p:nvGrpSpPr>
          <p:cNvPr id="32" name="Group 31">
            <a:extLst>
              <a:ext uri="{FF2B5EF4-FFF2-40B4-BE49-F238E27FC236}">
                <a16:creationId xmlns:a16="http://schemas.microsoft.com/office/drawing/2014/main" id="{8CB78A71-D8F9-12A2-1D4E-A2C2E4E15530}"/>
              </a:ext>
              <a:ext uri="{C183D7F6-B498-43B3-948B-1728B52AA6E4}">
                <adec:decorative xmlns:adec="http://schemas.microsoft.com/office/drawing/2017/decorative" val="1"/>
              </a:ext>
            </a:extLst>
          </p:cNvPr>
          <p:cNvGrpSpPr/>
          <p:nvPr userDrawn="1"/>
        </p:nvGrpSpPr>
        <p:grpSpPr>
          <a:xfrm>
            <a:off x="3594100" y="380999"/>
            <a:ext cx="4972050" cy="5475954"/>
            <a:chOff x="1698171" y="691024"/>
            <a:chExt cx="4972050" cy="5475954"/>
          </a:xfrm>
        </p:grpSpPr>
        <p:grpSp>
          <p:nvGrpSpPr>
            <p:cNvPr id="33" name="Group 32">
              <a:extLst>
                <a:ext uri="{FF2B5EF4-FFF2-40B4-BE49-F238E27FC236}">
                  <a16:creationId xmlns:a16="http://schemas.microsoft.com/office/drawing/2014/main" id="{D1FCBAB4-0CBD-A738-A058-100C35A0BDF1}"/>
                </a:ext>
              </a:extLst>
            </p:cNvPr>
            <p:cNvGrpSpPr/>
            <p:nvPr userDrawn="1"/>
          </p:nvGrpSpPr>
          <p:grpSpPr>
            <a:xfrm>
              <a:off x="1698171" y="691024"/>
              <a:ext cx="4972050" cy="5475954"/>
              <a:chOff x="1466850" y="380320"/>
              <a:chExt cx="5233574" cy="5763985"/>
            </a:xfrm>
          </p:grpSpPr>
          <p:sp>
            <p:nvSpPr>
              <p:cNvPr id="38" name="Rectangle 37">
                <a:extLst>
                  <a:ext uri="{FF2B5EF4-FFF2-40B4-BE49-F238E27FC236}">
                    <a16:creationId xmlns:a16="http://schemas.microsoft.com/office/drawing/2014/main" id="{A67098CE-4555-2BEE-5226-2E2F9EE1D5BB}"/>
                  </a:ext>
                </a:extLst>
              </p:cNvPr>
              <p:cNvSpPr/>
              <p:nvPr userDrawn="1"/>
            </p:nvSpPr>
            <p:spPr>
              <a:xfrm>
                <a:off x="1466850" y="875620"/>
                <a:ext cx="5233574"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A0CBAEB-0BE9-F75E-CB8D-A411C52E889A}"/>
                  </a:ext>
                </a:extLst>
              </p:cNvPr>
              <p:cNvSpPr/>
              <p:nvPr userDrawn="1"/>
            </p:nvSpPr>
            <p:spPr>
              <a:xfrm>
                <a:off x="1466850" y="380320"/>
                <a:ext cx="5233574"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0EDFCBD7-3731-A5D1-BB82-218531D6BA6E}"/>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AA6D4634-51B3-BE70-0479-199D811D75F3}"/>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2B1D16B-1A18-4890-4596-F24DD1C0BA94}"/>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E98E60AF-0ABD-505A-4D5D-18B025CCA331}"/>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0" name="Title 1">
            <a:extLst>
              <a:ext uri="{FF2B5EF4-FFF2-40B4-BE49-F238E27FC236}">
                <a16:creationId xmlns:a16="http://schemas.microsoft.com/office/drawing/2014/main" id="{A048DF11-5712-A1DF-9E33-2C705AF54B80}"/>
              </a:ext>
            </a:extLst>
          </p:cNvPr>
          <p:cNvSpPr>
            <a:spLocks noGrp="1"/>
          </p:cNvSpPr>
          <p:nvPr>
            <p:ph type="title" hasCustomPrompt="1"/>
          </p:nvPr>
        </p:nvSpPr>
        <p:spPr>
          <a:xfrm>
            <a:off x="3957068" y="851547"/>
            <a:ext cx="4275364" cy="1979634"/>
          </a:xfrm>
        </p:spPr>
        <p:txBody>
          <a:bodyPr anchor="ctr"/>
          <a:lstStyle>
            <a:lvl1pPr>
              <a:defRPr sz="3200"/>
            </a:lvl1pPr>
          </a:lstStyle>
          <a:p>
            <a:r>
              <a:rPr lang="en-US" dirty="0"/>
              <a:t>Click to add title</a:t>
            </a:r>
          </a:p>
        </p:txBody>
      </p:sp>
      <p:sp>
        <p:nvSpPr>
          <p:cNvPr id="41" name="Content Placeholder 2">
            <a:extLst>
              <a:ext uri="{FF2B5EF4-FFF2-40B4-BE49-F238E27FC236}">
                <a16:creationId xmlns:a16="http://schemas.microsoft.com/office/drawing/2014/main" id="{5FC08F1C-3206-A42D-3BCD-F04FBA78394F}"/>
              </a:ext>
            </a:extLst>
          </p:cNvPr>
          <p:cNvSpPr>
            <a:spLocks noGrp="1"/>
          </p:cNvSpPr>
          <p:nvPr>
            <p:ph idx="1" hasCustomPrompt="1"/>
          </p:nvPr>
        </p:nvSpPr>
        <p:spPr>
          <a:xfrm>
            <a:off x="3947886" y="2831182"/>
            <a:ext cx="4275364" cy="2660213"/>
          </a:xfrm>
        </p:spPr>
        <p:txBody>
          <a:bodyPr tIns="0" bIns="0"/>
          <a:lstStyle>
            <a:lvl1pPr>
              <a:lnSpc>
                <a:spcPct val="150000"/>
              </a:lnSpc>
              <a:defRPr sz="1800"/>
            </a:lvl1pPr>
            <a:lvl2pPr>
              <a:lnSpc>
                <a:spcPct val="150000"/>
              </a:lnSpc>
              <a:defRPr sz="1800"/>
            </a:lvl2pPr>
            <a:lvl3pPr>
              <a:lnSpc>
                <a:spcPct val="150000"/>
              </a:lnSpc>
              <a:defRPr sz="1600"/>
            </a:lvl3pPr>
            <a:lvl4pPr>
              <a:lnSpc>
                <a:spcPct val="150000"/>
              </a:lnSpc>
              <a:defRPr sz="1400"/>
            </a:lvl4pPr>
            <a:lvl5pPr>
              <a:lnSpc>
                <a:spcPct val="150000"/>
              </a:lnSpc>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Rectangle 41">
            <a:extLst>
              <a:ext uri="{FF2B5EF4-FFF2-40B4-BE49-F238E27FC236}">
                <a16:creationId xmlns:a16="http://schemas.microsoft.com/office/drawing/2014/main" id="{19671B5C-5A86-C6A6-2913-1F73F100E32C}"/>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542D9D8C-0E11-E268-D458-EC3BC4FD2425}"/>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Date Placeholder 3">
            <a:extLst>
              <a:ext uri="{FF2B5EF4-FFF2-40B4-BE49-F238E27FC236}">
                <a16:creationId xmlns:a16="http://schemas.microsoft.com/office/drawing/2014/main" id="{8E4CD02A-FF2F-864A-138B-368FE9BFDEE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098D32CD-ECA8-47AD-935A-FF614E631B9F}" type="datetime1">
              <a:rPr lang="en-US" smtClean="0"/>
              <a:t>3/1/25</a:t>
            </a:fld>
            <a:endParaRPr lang="en-US" dirty="0"/>
          </a:p>
        </p:txBody>
      </p:sp>
      <p:pic>
        <p:nvPicPr>
          <p:cNvPr id="47" name="Graphic 46">
            <a:extLst>
              <a:ext uri="{FF2B5EF4-FFF2-40B4-BE49-F238E27FC236}">
                <a16:creationId xmlns:a16="http://schemas.microsoft.com/office/drawing/2014/main" id="{5B0F505A-EE51-9D7A-42EA-2CD2CD432E72}"/>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8" name="Graphic 47">
            <a:extLst>
              <a:ext uri="{FF2B5EF4-FFF2-40B4-BE49-F238E27FC236}">
                <a16:creationId xmlns:a16="http://schemas.microsoft.com/office/drawing/2014/main" id="{B4905353-8D75-B3E2-2489-1D6907755CF2}"/>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9" name="Graphic 48">
            <a:extLst>
              <a:ext uri="{FF2B5EF4-FFF2-40B4-BE49-F238E27FC236}">
                <a16:creationId xmlns:a16="http://schemas.microsoft.com/office/drawing/2014/main" id="{4DBFD95C-0912-3222-EECA-8F84031BCDF4}"/>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50" name="Slide Number Placeholder 5">
            <a:extLst>
              <a:ext uri="{FF2B5EF4-FFF2-40B4-BE49-F238E27FC236}">
                <a16:creationId xmlns:a16="http://schemas.microsoft.com/office/drawing/2014/main" id="{7F30B651-FA38-151D-A122-6186F222CA8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51" name="Rectangle 50">
            <a:extLst>
              <a:ext uri="{FF2B5EF4-FFF2-40B4-BE49-F238E27FC236}">
                <a16:creationId xmlns:a16="http://schemas.microsoft.com/office/drawing/2014/main" id="{B343855C-EC70-E12C-3368-415B1AC40C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52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734784" y="1059463"/>
            <a:ext cx="6008915" cy="4431932"/>
          </a:xfrm>
        </p:spPr>
        <p:txBody>
          <a:bodyPr/>
          <a:lstStyle>
            <a:lvl1pPr algn="ctr">
              <a:defRPr sz="6000"/>
            </a:lvl1pPr>
          </a:lstStyle>
          <a:p>
            <a:r>
              <a:rPr lang="en-US" dirty="0"/>
              <a:t>Click to add 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81871" y="881363"/>
            <a:ext cx="4297680" cy="4937760"/>
          </a:xfrm>
        </p:spPr>
        <p:txBody>
          <a:bodyPr/>
          <a:lstStyle>
            <a:lvl1pPr marL="0" indent="0" algn="ctr">
              <a:buNone/>
              <a:defRPr sz="2000"/>
            </a:lvl1pPr>
          </a:lstStyle>
          <a:p>
            <a:r>
              <a:rPr lang="en-US" dirty="0"/>
              <a:t>Click icon to add picture</a:t>
            </a:r>
          </a:p>
        </p:txBody>
      </p:sp>
      <p:sp>
        <p:nvSpPr>
          <p:cNvPr id="3" name="Rectangle 2">
            <a:extLst>
              <a:ext uri="{FF2B5EF4-FFF2-40B4-BE49-F238E27FC236}">
                <a16:creationId xmlns:a16="http://schemas.microsoft.com/office/drawing/2014/main" id="{2F8B87FB-2727-2ED0-7E72-76E55BE45CAA}"/>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D9C4F77E-C259-1702-5FF7-B1EF4F060EAB}"/>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BE4EF1CA-0713-F725-CD7A-054E1214337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AB066C26-EC61-4AF5-B950-A05F9B06BC7B}" type="datetime1">
              <a:rPr lang="en-US" smtClean="0"/>
              <a:t>3/1/25</a:t>
            </a:fld>
            <a:endParaRPr lang="en-US" dirty="0"/>
          </a:p>
        </p:txBody>
      </p:sp>
      <p:pic>
        <p:nvPicPr>
          <p:cNvPr id="8" name="Graphic 7">
            <a:extLst>
              <a:ext uri="{FF2B5EF4-FFF2-40B4-BE49-F238E27FC236}">
                <a16:creationId xmlns:a16="http://schemas.microsoft.com/office/drawing/2014/main" id="{C7C27500-80A5-ACE3-E5FE-30B63950C8C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011" y="6405154"/>
            <a:ext cx="274320" cy="274320"/>
          </a:xfrm>
          <a:prstGeom prst="rect">
            <a:avLst/>
          </a:prstGeom>
        </p:spPr>
      </p:pic>
      <p:pic>
        <p:nvPicPr>
          <p:cNvPr id="11" name="Graphic 10">
            <a:extLst>
              <a:ext uri="{FF2B5EF4-FFF2-40B4-BE49-F238E27FC236}">
                <a16:creationId xmlns:a16="http://schemas.microsoft.com/office/drawing/2014/main" id="{06256C1F-A548-F457-2753-E96A83E5E1B3}"/>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9168948" y="6405154"/>
            <a:ext cx="274320" cy="274320"/>
          </a:xfrm>
          <a:prstGeom prst="rect">
            <a:avLst/>
          </a:prstGeom>
        </p:spPr>
      </p:pic>
      <p:pic>
        <p:nvPicPr>
          <p:cNvPr id="12" name="Graphic 11">
            <a:extLst>
              <a:ext uri="{FF2B5EF4-FFF2-40B4-BE49-F238E27FC236}">
                <a16:creationId xmlns:a16="http://schemas.microsoft.com/office/drawing/2014/main" id="{797F79C1-FB83-AC51-70F8-8E7305F7C8E1}"/>
              </a:ext>
              <a:ext uri="{C183D7F6-B498-43B3-948B-1728B52AA6E4}">
                <adec:decorative xmlns:adec="http://schemas.microsoft.com/office/drawing/2017/decorative" val="1"/>
              </a:ext>
            </a:extLst>
          </p:cNvPr>
          <p:cNvPicPr>
            <a:picLocks noChangeAspect="1"/>
          </p:cNvPicPr>
          <p:nvPr userDrawn="1"/>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8795884" y="6405154"/>
            <a:ext cx="274320" cy="274320"/>
          </a:xfrm>
          <a:prstGeom prst="rect">
            <a:avLst/>
          </a:prstGeom>
        </p:spPr>
      </p:pic>
      <p:sp>
        <p:nvSpPr>
          <p:cNvPr id="15" name="Slide Number Placeholder 5">
            <a:extLst>
              <a:ext uri="{FF2B5EF4-FFF2-40B4-BE49-F238E27FC236}">
                <a16:creationId xmlns:a16="http://schemas.microsoft.com/office/drawing/2014/main" id="{BBDD93F0-5136-93CB-0125-942AA638272F}"/>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6" name="Rectangle 15">
            <a:extLst>
              <a:ext uri="{FF2B5EF4-FFF2-40B4-BE49-F238E27FC236}">
                <a16:creationId xmlns:a16="http://schemas.microsoft.com/office/drawing/2014/main" id="{1FE7A212-2920-1971-09FB-8F2CF45120D7}"/>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0448064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5644" y="841808"/>
            <a:ext cx="6712153" cy="4012867"/>
          </a:xfrm>
        </p:spPr>
        <p:txBody>
          <a:bodyPr anchor="ctr"/>
          <a:lstStyle>
            <a:lvl1pPr algn="ctr">
              <a:defRPr sz="5400"/>
            </a:lvl1pPr>
          </a:lstStyle>
          <a:p>
            <a:r>
              <a:rPr lang="en-US" dirty="0"/>
              <a:t>Click to add title</a:t>
            </a:r>
          </a:p>
        </p:txBody>
      </p:sp>
      <p:sp>
        <p:nvSpPr>
          <p:cNvPr id="3" name="Rectangle: Rounded Corners 2">
            <a:extLst>
              <a:ext uri="{FF2B5EF4-FFF2-40B4-BE49-F238E27FC236}">
                <a16:creationId xmlns:a16="http://schemas.microsoft.com/office/drawing/2014/main" id="{A63774F2-22B6-2050-1FA9-905E2B2B5FD4}"/>
              </a:ext>
              <a:ext uri="{C183D7F6-B498-43B3-948B-1728B52AA6E4}">
                <adec:decorative xmlns:adec="http://schemas.microsoft.com/office/drawing/2017/decorative" val="1"/>
              </a:ext>
            </a:extLst>
          </p:cNvPr>
          <p:cNvSpPr/>
          <p:nvPr userDrawn="1"/>
        </p:nvSpPr>
        <p:spPr>
          <a:xfrm>
            <a:off x="720532" y="4854677"/>
            <a:ext cx="6008915" cy="652923"/>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ubtitle 2">
            <a:extLst>
              <a:ext uri="{FF2B5EF4-FFF2-40B4-BE49-F238E27FC236}">
                <a16:creationId xmlns:a16="http://schemas.microsoft.com/office/drawing/2014/main" id="{D406CD66-4AAA-6429-2E99-B4514373C2AE}"/>
              </a:ext>
            </a:extLst>
          </p:cNvPr>
          <p:cNvSpPr>
            <a:spLocks noGrp="1"/>
          </p:cNvSpPr>
          <p:nvPr>
            <p:ph type="subTitle" idx="1" hasCustomPrompt="1"/>
          </p:nvPr>
        </p:nvSpPr>
        <p:spPr>
          <a:xfrm>
            <a:off x="734784" y="4854677"/>
            <a:ext cx="6008915" cy="652923"/>
          </a:xfrm>
        </p:spPr>
        <p:txBody>
          <a:bodyPr anchor="ctr">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66631" y="859509"/>
            <a:ext cx="4324485" cy="4983480"/>
          </a:xfrm>
        </p:spPr>
        <p:txBody>
          <a:bodyPr/>
          <a:lstStyle>
            <a:lvl1pPr marL="0" indent="0" algn="ctr">
              <a:buNone/>
              <a:defRPr sz="2000"/>
            </a:lvl1pPr>
          </a:lstStyle>
          <a:p>
            <a:r>
              <a:rPr lang="en-US" dirty="0"/>
              <a:t>Click icon to add picture</a:t>
            </a:r>
          </a:p>
        </p:txBody>
      </p:sp>
      <p:sp>
        <p:nvSpPr>
          <p:cNvPr id="7" name="Rectangle 6">
            <a:extLst>
              <a:ext uri="{FF2B5EF4-FFF2-40B4-BE49-F238E27FC236}">
                <a16:creationId xmlns:a16="http://schemas.microsoft.com/office/drawing/2014/main" id="{579CD2F2-6C1D-5B8C-C5CF-40222BAE8609}"/>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B216551A-8E0E-2E51-2D2F-BD765A674C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Date Placeholder 3">
            <a:extLst>
              <a:ext uri="{FF2B5EF4-FFF2-40B4-BE49-F238E27FC236}">
                <a16:creationId xmlns:a16="http://schemas.microsoft.com/office/drawing/2014/main" id="{B612F406-221C-DFC9-5B2E-A6B4A06FF4C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8AE62FA2-23F2-405D-92E1-30A3B4768037}" type="datetime1">
              <a:rPr lang="en-US" smtClean="0"/>
              <a:t>3/1/25</a:t>
            </a:fld>
            <a:endParaRPr lang="en-US" dirty="0"/>
          </a:p>
        </p:txBody>
      </p:sp>
      <p:pic>
        <p:nvPicPr>
          <p:cNvPr id="12" name="Graphic 11">
            <a:extLst>
              <a:ext uri="{FF2B5EF4-FFF2-40B4-BE49-F238E27FC236}">
                <a16:creationId xmlns:a16="http://schemas.microsoft.com/office/drawing/2014/main" id="{A08FB81D-7980-C91F-E68F-CA152DB4AD8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011" y="6405154"/>
            <a:ext cx="274320" cy="274320"/>
          </a:xfrm>
          <a:prstGeom prst="rect">
            <a:avLst/>
          </a:prstGeom>
        </p:spPr>
      </p:pic>
      <p:pic>
        <p:nvPicPr>
          <p:cNvPr id="15" name="Graphic 14">
            <a:extLst>
              <a:ext uri="{FF2B5EF4-FFF2-40B4-BE49-F238E27FC236}">
                <a16:creationId xmlns:a16="http://schemas.microsoft.com/office/drawing/2014/main" id="{C790F93D-BC22-F46A-6921-211237434936}"/>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9168948" y="6405154"/>
            <a:ext cx="274320" cy="274320"/>
          </a:xfrm>
          <a:prstGeom prst="rect">
            <a:avLst/>
          </a:prstGeom>
        </p:spPr>
      </p:pic>
      <p:pic>
        <p:nvPicPr>
          <p:cNvPr id="16" name="Graphic 15">
            <a:extLst>
              <a:ext uri="{FF2B5EF4-FFF2-40B4-BE49-F238E27FC236}">
                <a16:creationId xmlns:a16="http://schemas.microsoft.com/office/drawing/2014/main" id="{CBA151EE-A96C-A1AB-6996-3FF8F8AFA1D2}"/>
              </a:ext>
              <a:ext uri="{C183D7F6-B498-43B3-948B-1728B52AA6E4}">
                <adec:decorative xmlns:adec="http://schemas.microsoft.com/office/drawing/2017/decorative" val="1"/>
              </a:ext>
            </a:extLst>
          </p:cNvPr>
          <p:cNvPicPr>
            <a:picLocks noChangeAspect="1"/>
          </p:cNvPicPr>
          <p:nvPr userDrawn="1"/>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8795884" y="6405154"/>
            <a:ext cx="274320" cy="274320"/>
          </a:xfrm>
          <a:prstGeom prst="rect">
            <a:avLst/>
          </a:prstGeom>
        </p:spPr>
      </p:pic>
      <p:sp>
        <p:nvSpPr>
          <p:cNvPr id="33" name="Slide Number Placeholder 5">
            <a:extLst>
              <a:ext uri="{FF2B5EF4-FFF2-40B4-BE49-F238E27FC236}">
                <a16:creationId xmlns:a16="http://schemas.microsoft.com/office/drawing/2014/main" id="{0FBE0826-C479-F9B2-BE8C-B31F4CD98E4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34" name="Rectangle 33">
            <a:extLst>
              <a:ext uri="{FF2B5EF4-FFF2-40B4-BE49-F238E27FC236}">
                <a16:creationId xmlns:a16="http://schemas.microsoft.com/office/drawing/2014/main" id="{62278FC6-6AA7-8092-6593-32685312359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839226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BA79ADB4-793B-694B-0F44-63AED5A3B60F}"/>
              </a:ext>
            </a:extLst>
          </p:cNvPr>
          <p:cNvSpPr>
            <a:spLocks noGrp="1"/>
          </p:cNvSpPr>
          <p:nvPr>
            <p:ph type="title" hasCustomPrompt="1"/>
          </p:nvPr>
        </p:nvSpPr>
        <p:spPr>
          <a:xfrm>
            <a:off x="641350" y="530572"/>
            <a:ext cx="10907016" cy="1162882"/>
          </a:xfrm>
        </p:spPr>
        <p:txBody>
          <a:bodyPr tIns="182880"/>
          <a:lstStyle>
            <a:lvl1pPr algn="l">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50" y="1917700"/>
            <a:ext cx="10907016" cy="3340099"/>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874C63F8-081B-3D1E-1EC2-A59B7627A0F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0B6F8D9-3C25-DDB8-6C45-D06BF5D837DD}"/>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BA069417-406B-7583-F175-EE9B3830EE8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EF4A04-4223-4A95-BA0C-3707227D0371}" type="datetime1">
              <a:rPr lang="en-US" smtClean="0"/>
              <a:t>3/1/25</a:t>
            </a:fld>
            <a:endParaRPr lang="en-US" dirty="0"/>
          </a:p>
        </p:txBody>
      </p:sp>
      <p:pic>
        <p:nvPicPr>
          <p:cNvPr id="11" name="Graphic 10">
            <a:extLst>
              <a:ext uri="{FF2B5EF4-FFF2-40B4-BE49-F238E27FC236}">
                <a16:creationId xmlns:a16="http://schemas.microsoft.com/office/drawing/2014/main" id="{8DDC80A3-1127-C309-CCCF-459D4B365B0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A7D4C341-6443-CB24-41AE-09E84AA6E89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53FCF92-6C55-D212-BCA4-51709D62AC13}"/>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6" name="Slide Number Placeholder 5">
            <a:extLst>
              <a:ext uri="{FF2B5EF4-FFF2-40B4-BE49-F238E27FC236}">
                <a16:creationId xmlns:a16="http://schemas.microsoft.com/office/drawing/2014/main" id="{25EF7369-613A-D7D3-3478-17904CF31D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72B5CA49-A7D8-662B-28C7-95B7B7AD44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70599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spTree>
    <p:extLst>
      <p:ext uri="{BB962C8B-B14F-4D97-AF65-F5344CB8AC3E}">
        <p14:creationId xmlns:p14="http://schemas.microsoft.com/office/powerpoint/2010/main" val="80358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spTree>
    <p:extLst>
      <p:ext uri="{BB962C8B-B14F-4D97-AF65-F5344CB8AC3E}">
        <p14:creationId xmlns:p14="http://schemas.microsoft.com/office/powerpoint/2010/main" val="2916498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spTree>
    <p:extLst>
      <p:ext uri="{BB962C8B-B14F-4D97-AF65-F5344CB8AC3E}">
        <p14:creationId xmlns:p14="http://schemas.microsoft.com/office/powerpoint/2010/main" val="798107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233416" y="1933575"/>
            <a:ext cx="5312664"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50" y="1933575"/>
            <a:ext cx="5314950" cy="3661683"/>
          </a:xfrm>
          <a:prstGeom prst="roundRect">
            <a:avLst>
              <a:gd name="adj" fmla="val 9932"/>
            </a:avLst>
          </a:prstGeom>
          <a:solidFill>
            <a:schemeClr val="accent5">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7AB85A72-D42C-6248-9886-01A284D0AE4C}"/>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10" name="Rectangle 9">
            <a:extLst>
              <a:ext uri="{FF2B5EF4-FFF2-40B4-BE49-F238E27FC236}">
                <a16:creationId xmlns:a16="http://schemas.microsoft.com/office/drawing/2014/main" id="{A0C8E618-75F9-458D-3A62-1F2682AD94F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1A417590-A410-1B88-C23B-74EA0E7EA5A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0C0BEF1-6AFB-D9F2-2B8C-DF15558CAB57}"/>
              </a:ext>
            </a:extLst>
          </p:cNvPr>
          <p:cNvSpPr>
            <a:spLocks noGrp="1"/>
          </p:cNvSpPr>
          <p:nvPr>
            <p:ph sz="half" idx="14" hasCustomPrompt="1"/>
          </p:nvPr>
        </p:nvSpPr>
        <p:spPr>
          <a:xfrm>
            <a:off x="888999" y="2343150"/>
            <a:ext cx="4873446"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F9B32CC6-748C-4CAB-2EAB-F498EBD8B32C}"/>
              </a:ext>
            </a:extLst>
          </p:cNvPr>
          <p:cNvSpPr>
            <a:spLocks noGrp="1"/>
          </p:cNvSpPr>
          <p:nvPr>
            <p:ph sz="half" idx="15" hasCustomPrompt="1"/>
          </p:nvPr>
        </p:nvSpPr>
        <p:spPr>
          <a:xfrm>
            <a:off x="6496321" y="2343150"/>
            <a:ext cx="4873446" cy="2990850"/>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95B39729-974D-AA19-321C-259F9E677498}"/>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E1A8D24E-1E42-49FF-ACA1-1FF455413C97}" type="datetime1">
              <a:rPr lang="en-US" smtClean="0"/>
              <a:t>3/1/25</a:t>
            </a:fld>
            <a:endParaRPr lang="en-US" dirty="0"/>
          </a:p>
        </p:txBody>
      </p:sp>
      <p:pic>
        <p:nvPicPr>
          <p:cNvPr id="15" name="Graphic 14">
            <a:extLst>
              <a:ext uri="{FF2B5EF4-FFF2-40B4-BE49-F238E27FC236}">
                <a16:creationId xmlns:a16="http://schemas.microsoft.com/office/drawing/2014/main" id="{D0225ACC-FFD9-6B8F-F487-1D67910EA8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7" name="Graphic 16">
            <a:extLst>
              <a:ext uri="{FF2B5EF4-FFF2-40B4-BE49-F238E27FC236}">
                <a16:creationId xmlns:a16="http://schemas.microsoft.com/office/drawing/2014/main" id="{61D0E68D-DD6F-159D-E995-52C3D7D5EAA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8" name="Graphic 17">
            <a:extLst>
              <a:ext uri="{FF2B5EF4-FFF2-40B4-BE49-F238E27FC236}">
                <a16:creationId xmlns:a16="http://schemas.microsoft.com/office/drawing/2014/main" id="{FB0E3525-56EE-84A4-2487-4BBC37B43DF1}"/>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9" name="Slide Number Placeholder 5">
            <a:extLst>
              <a:ext uri="{FF2B5EF4-FFF2-40B4-BE49-F238E27FC236}">
                <a16:creationId xmlns:a16="http://schemas.microsoft.com/office/drawing/2014/main" id="{3F9CA93E-AA01-748E-065E-20F3E1A1A058}"/>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0" name="Rectangle 19">
            <a:extLst>
              <a:ext uri="{FF2B5EF4-FFF2-40B4-BE49-F238E27FC236}">
                <a16:creationId xmlns:a16="http://schemas.microsoft.com/office/drawing/2014/main" id="{0043D476-B609-7D5A-A9DF-7D73B31B13A5}"/>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430898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8124824" y="1933575"/>
            <a:ext cx="3421255"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49" y="1933575"/>
            <a:ext cx="7174103" cy="3661683"/>
          </a:xfrm>
          <a:prstGeom prst="roundRect">
            <a:avLst>
              <a:gd name="adj" fmla="val 9932"/>
            </a:avLst>
          </a:prstGeom>
          <a:solidFill>
            <a:schemeClr val="accent3">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48533775-BAF7-CC9D-D6AD-AD60D3BA94FD}"/>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888998" y="2343150"/>
            <a:ext cx="6762631"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96275" y="2343150"/>
            <a:ext cx="3062967" cy="2990850"/>
          </a:xfrm>
        </p:spPr>
        <p:txBody>
          <a:bodyPr/>
          <a:lstStyle>
            <a:lvl1pPr>
              <a:lnSpc>
                <a:spcPts val="1900"/>
              </a:lnSpc>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7E94BBE0-379D-0165-CAC7-1F8B11D76D1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F202F7C8-DEF9-7613-2C2E-1BE67CDD0A47}"/>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60EE65A-711D-F38D-9188-D4EAE00310C9}"/>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5F399DE0-A284-4ADD-9698-ABC08B5B4920}" type="datetime1">
              <a:rPr lang="en-US" smtClean="0"/>
              <a:t>3/1/25</a:t>
            </a:fld>
            <a:endParaRPr lang="en-US" dirty="0"/>
          </a:p>
        </p:txBody>
      </p:sp>
      <p:pic>
        <p:nvPicPr>
          <p:cNvPr id="18" name="Graphic 17">
            <a:extLst>
              <a:ext uri="{FF2B5EF4-FFF2-40B4-BE49-F238E27FC236}">
                <a16:creationId xmlns:a16="http://schemas.microsoft.com/office/drawing/2014/main" id="{528D3B9C-A39A-B7F4-9EF1-8DACD6392DB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9" name="Graphic 18">
            <a:extLst>
              <a:ext uri="{FF2B5EF4-FFF2-40B4-BE49-F238E27FC236}">
                <a16:creationId xmlns:a16="http://schemas.microsoft.com/office/drawing/2014/main" id="{025BC426-76D2-E6A7-7ACC-B430676DC17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20" name="Graphic 19">
            <a:extLst>
              <a:ext uri="{FF2B5EF4-FFF2-40B4-BE49-F238E27FC236}">
                <a16:creationId xmlns:a16="http://schemas.microsoft.com/office/drawing/2014/main" id="{BEC2F84A-080B-721D-C47A-BA27BCE90CA7}"/>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1" name="Slide Number Placeholder 5">
            <a:extLst>
              <a:ext uri="{FF2B5EF4-FFF2-40B4-BE49-F238E27FC236}">
                <a16:creationId xmlns:a16="http://schemas.microsoft.com/office/drawing/2014/main" id="{AEAD915F-02B9-E376-AEE8-C9188A70E1AA}"/>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2" name="Rectangle 21">
            <a:extLst>
              <a:ext uri="{FF2B5EF4-FFF2-40B4-BE49-F238E27FC236}">
                <a16:creationId xmlns:a16="http://schemas.microsoft.com/office/drawing/2014/main" id="{2991E374-28A1-DAB0-74F1-E14DD473374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9354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245F31-81CB-7608-A735-BE1B508EC03F}"/>
              </a:ext>
            </a:extLst>
          </p:cNvPr>
          <p:cNvSpPr>
            <a:spLocks noGrp="1"/>
          </p:cNvSpPr>
          <p:nvPr>
            <p:ph type="title" hasCustomPrompt="1"/>
          </p:nvPr>
        </p:nvSpPr>
        <p:spPr>
          <a:xfrm>
            <a:off x="641349" y="403224"/>
            <a:ext cx="5946389" cy="2219552"/>
          </a:xfrm>
        </p:spPr>
        <p:txBody>
          <a:bodyPr anchor="b"/>
          <a:lstStyle>
            <a:lvl1pPr>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49" y="2884714"/>
            <a:ext cx="5946389" cy="199753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 name="Group 15">
            <a:extLst>
              <a:ext uri="{FF2B5EF4-FFF2-40B4-BE49-F238E27FC236}">
                <a16:creationId xmlns:a16="http://schemas.microsoft.com/office/drawing/2014/main" id="{C9D8C8DC-9BBB-5079-F2BB-7AFCEF6C3AED}"/>
              </a:ext>
              <a:ext uri="{C183D7F6-B498-43B3-948B-1728B52AA6E4}">
                <adec:decorative xmlns:adec="http://schemas.microsoft.com/office/drawing/2017/decorative" val="1"/>
              </a:ext>
            </a:extLst>
          </p:cNvPr>
          <p:cNvGrpSpPr/>
          <p:nvPr userDrawn="1"/>
        </p:nvGrpSpPr>
        <p:grpSpPr>
          <a:xfrm>
            <a:off x="7357061" y="1320978"/>
            <a:ext cx="3550424" cy="3561705"/>
            <a:chOff x="1698171" y="691024"/>
            <a:chExt cx="3550424" cy="3561705"/>
          </a:xfrm>
        </p:grpSpPr>
        <p:grpSp>
          <p:nvGrpSpPr>
            <p:cNvPr id="17" name="Group 16">
              <a:extLst>
                <a:ext uri="{FF2B5EF4-FFF2-40B4-BE49-F238E27FC236}">
                  <a16:creationId xmlns:a16="http://schemas.microsoft.com/office/drawing/2014/main" id="{58853234-6427-C6E9-934B-8E3D20680399}"/>
                </a:ext>
              </a:extLst>
            </p:cNvPr>
            <p:cNvGrpSpPr/>
            <p:nvPr userDrawn="1"/>
          </p:nvGrpSpPr>
          <p:grpSpPr>
            <a:xfrm>
              <a:off x="1698171" y="691024"/>
              <a:ext cx="3550424" cy="3561705"/>
              <a:chOff x="1466850" y="380319"/>
              <a:chExt cx="3737172" cy="3749048"/>
            </a:xfrm>
          </p:grpSpPr>
          <p:sp>
            <p:nvSpPr>
              <p:cNvPr id="22" name="Rectangle 21">
                <a:extLst>
                  <a:ext uri="{FF2B5EF4-FFF2-40B4-BE49-F238E27FC236}">
                    <a16:creationId xmlns:a16="http://schemas.microsoft.com/office/drawing/2014/main" id="{24A333EF-A4E5-C14C-30ED-1D0431BF42BD}"/>
                  </a:ext>
                </a:extLst>
              </p:cNvPr>
              <p:cNvSpPr/>
              <p:nvPr userDrawn="1"/>
            </p:nvSpPr>
            <p:spPr>
              <a:xfrm>
                <a:off x="1466850" y="875621"/>
                <a:ext cx="3737172" cy="32537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7DA7D0A-FCD9-8D61-7756-4D154DAE693F}"/>
                  </a:ext>
                </a:extLst>
              </p:cNvPr>
              <p:cNvSpPr/>
              <p:nvPr userDrawn="1"/>
            </p:nvSpPr>
            <p:spPr>
              <a:xfrm>
                <a:off x="1466850" y="380320"/>
                <a:ext cx="373717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FAAD6121-8E16-380C-3CEE-AA15587ABCCA}"/>
                </a:ext>
              </a:extLst>
            </p:cNvPr>
            <p:cNvGrpSpPr/>
            <p:nvPr userDrawn="1"/>
          </p:nvGrpSpPr>
          <p:grpSpPr>
            <a:xfrm>
              <a:off x="1839686" y="815293"/>
              <a:ext cx="810985" cy="212272"/>
              <a:chOff x="1883229" y="800099"/>
              <a:chExt cx="810985" cy="212272"/>
            </a:xfrm>
          </p:grpSpPr>
          <p:sp>
            <p:nvSpPr>
              <p:cNvPr id="19" name="Oval 18">
                <a:extLst>
                  <a:ext uri="{FF2B5EF4-FFF2-40B4-BE49-F238E27FC236}">
                    <a16:creationId xmlns:a16="http://schemas.microsoft.com/office/drawing/2014/main" id="{FB5606C5-9513-E7A1-2E78-26147F56380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7FCFA69-6517-C9E2-41E5-851F0B39E300}"/>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1DB0373-9CE8-0C17-DC5D-A761A9680A7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9" name="Rectangle 8">
            <a:extLst>
              <a:ext uri="{FF2B5EF4-FFF2-40B4-BE49-F238E27FC236}">
                <a16:creationId xmlns:a16="http://schemas.microsoft.com/office/drawing/2014/main" id="{8208C6DE-C3F7-D9D8-5020-CC917762A35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BAD6D2E6-00C3-DFC4-E3CC-F7667A4CF42A}"/>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1250816-70E6-472B-5427-B70F068971C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28" name="Graphic 27">
            <a:extLst>
              <a:ext uri="{FF2B5EF4-FFF2-40B4-BE49-F238E27FC236}">
                <a16:creationId xmlns:a16="http://schemas.microsoft.com/office/drawing/2014/main" id="{843018F2-43DC-265A-AC49-91D41C8BF00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29" name="Graphic 28">
            <a:extLst>
              <a:ext uri="{FF2B5EF4-FFF2-40B4-BE49-F238E27FC236}">
                <a16:creationId xmlns:a16="http://schemas.microsoft.com/office/drawing/2014/main" id="{42402DB9-1860-2811-AF1D-2D4273F21768}"/>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5" name="Picture Placeholder 4">
            <a:extLst>
              <a:ext uri="{FF2B5EF4-FFF2-40B4-BE49-F238E27FC236}">
                <a16:creationId xmlns:a16="http://schemas.microsoft.com/office/drawing/2014/main" id="{62D499E7-F68F-77A3-7384-16F7358B1FAF}"/>
              </a:ext>
            </a:extLst>
          </p:cNvPr>
          <p:cNvSpPr>
            <a:spLocks noGrp="1"/>
          </p:cNvSpPr>
          <p:nvPr>
            <p:ph type="pic" sz="quarter" idx="11"/>
          </p:nvPr>
        </p:nvSpPr>
        <p:spPr>
          <a:xfrm>
            <a:off x="7377033" y="1809865"/>
            <a:ext cx="3520440" cy="3063240"/>
          </a:xfrm>
          <a:ln w="38100">
            <a:noFill/>
          </a:ln>
        </p:spPr>
        <p:txBody>
          <a:bodyPr/>
          <a:lstStyle>
            <a:lvl1pPr marL="0" indent="0" algn="ctr">
              <a:buNone/>
              <a:defRPr sz="2000"/>
            </a:lvl1pPr>
          </a:lstStyle>
          <a:p>
            <a:r>
              <a:rPr lang="en-US" dirty="0"/>
              <a:t>Click icon to add picture</a:t>
            </a:r>
          </a:p>
        </p:txBody>
      </p:sp>
      <p:sp>
        <p:nvSpPr>
          <p:cNvPr id="12" name="Date Placeholder 3">
            <a:extLst>
              <a:ext uri="{FF2B5EF4-FFF2-40B4-BE49-F238E27FC236}">
                <a16:creationId xmlns:a16="http://schemas.microsoft.com/office/drawing/2014/main" id="{3215DAD2-571F-6D7B-15E5-224268BDE28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6892F81D-D28A-4571-BF69-DA48A85FC04B}" type="datetime1">
              <a:rPr lang="en-US" smtClean="0"/>
              <a:t>3/1/25</a:t>
            </a:fld>
            <a:endParaRPr lang="en-US" dirty="0"/>
          </a:p>
        </p:txBody>
      </p:sp>
      <p:sp>
        <p:nvSpPr>
          <p:cNvPr id="31" name="Rectangle 30">
            <a:extLst>
              <a:ext uri="{FF2B5EF4-FFF2-40B4-BE49-F238E27FC236}">
                <a16:creationId xmlns:a16="http://schemas.microsoft.com/office/drawing/2014/main" id="{FE724EE9-07D6-911A-3D7F-82EBAF5605E3}"/>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
        <p:nvSpPr>
          <p:cNvPr id="30" name="Slide Number Placeholder 5">
            <a:extLst>
              <a:ext uri="{FF2B5EF4-FFF2-40B4-BE49-F238E27FC236}">
                <a16:creationId xmlns:a16="http://schemas.microsoft.com/office/drawing/2014/main" id="{6DE1CF9C-D85F-CED5-1FFF-902538AAD6D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280362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380999"/>
            <a:ext cx="11430000" cy="1643137"/>
            <a:chOff x="1698170" y="691024"/>
            <a:chExt cx="11430000" cy="1643137"/>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7"/>
              <a:chOff x="1466849" y="380320"/>
              <a:chExt cx="12031205" cy="1729565"/>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380999" y="2252872"/>
            <a:ext cx="11429999" cy="3635330"/>
            <a:chOff x="1698170" y="691024"/>
            <a:chExt cx="11429999" cy="363533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0" y="691024"/>
              <a:ext cx="11429999" cy="3635330"/>
              <a:chOff x="1466849" y="380320"/>
              <a:chExt cx="12031203" cy="3826546"/>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12031202" cy="333124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49" y="380320"/>
                <a:ext cx="1203120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990005"/>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734786" y="3059961"/>
            <a:ext cx="3961039" cy="2467383"/>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6539386C-EDE8-05CD-6687-DDB57EB0D55D}"/>
              </a:ext>
            </a:extLst>
          </p:cNvPr>
          <p:cNvSpPr>
            <a:spLocks noGrp="1"/>
          </p:cNvSpPr>
          <p:nvPr>
            <p:ph type="tbl" sz="quarter" idx="10" hasCustomPrompt="1"/>
          </p:nvPr>
        </p:nvSpPr>
        <p:spPr>
          <a:xfrm>
            <a:off x="5048250" y="3059960"/>
            <a:ext cx="6500116" cy="2467383"/>
          </a:xfrm>
        </p:spPr>
        <p:txBody>
          <a:bodyPr/>
          <a:lstStyle>
            <a:lvl1pPr>
              <a:defRPr sz="2000"/>
            </a:lvl1pPr>
          </a:lstStyle>
          <a:p>
            <a:pPr lvl="0"/>
            <a:r>
              <a:rPr lang="en-US" dirty="0"/>
              <a:t>Click to add table</a:t>
            </a:r>
          </a:p>
        </p:txBody>
      </p:sp>
      <p:sp>
        <p:nvSpPr>
          <p:cNvPr id="10" name="Rectangle 9">
            <a:extLst>
              <a:ext uri="{FF2B5EF4-FFF2-40B4-BE49-F238E27FC236}">
                <a16:creationId xmlns:a16="http://schemas.microsoft.com/office/drawing/2014/main" id="{1E150A47-3CDE-6A2F-544A-5F98134DFA4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829F0F-DBDF-07B3-7893-FA37927FB30E}"/>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48B8345A-1B48-25C5-67AE-D78987BEF15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878FF980-7D74-4564-A0C9-19E560B51CB0}" type="datetime1">
              <a:rPr lang="en-US" smtClean="0"/>
              <a:t>3/1/25</a:t>
            </a:fld>
            <a:endParaRPr lang="en-US" dirty="0"/>
          </a:p>
        </p:txBody>
      </p:sp>
      <p:pic>
        <p:nvPicPr>
          <p:cNvPr id="13" name="Graphic 12">
            <a:extLst>
              <a:ext uri="{FF2B5EF4-FFF2-40B4-BE49-F238E27FC236}">
                <a16:creationId xmlns:a16="http://schemas.microsoft.com/office/drawing/2014/main" id="{938A89FC-B8CA-14B7-D2D8-E768D99D86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4" name="Graphic 13">
            <a:extLst>
              <a:ext uri="{FF2B5EF4-FFF2-40B4-BE49-F238E27FC236}">
                <a16:creationId xmlns:a16="http://schemas.microsoft.com/office/drawing/2014/main" id="{3FF78B34-411F-1CA2-E7AE-72EE59FB910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3F0324D9-6571-4E22-7F05-EB7C4C25242C}"/>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5AD4638-F38E-56C0-D181-3C9488FAF123}"/>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0E8BB575-A42F-625D-F8C0-71BACF904A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4654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50494" y="1933575"/>
            <a:ext cx="3421255" cy="3661683"/>
          </a:xfrm>
          <a:prstGeom prst="roundRect">
            <a:avLst>
              <a:gd name="adj" fmla="val 9932"/>
            </a:avLst>
          </a:prstGeom>
          <a:solidFill>
            <a:schemeClr val="accent2">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4371976" y="1933575"/>
            <a:ext cx="7174103"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038E9543-72F0-3B98-EBDB-95F36BA54FA1}"/>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1945" y="2343150"/>
            <a:ext cx="3062967" cy="299085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4619626" y="2343150"/>
            <a:ext cx="6626226" cy="2994868"/>
          </a:xfrm>
        </p:spPr>
        <p:txBody>
          <a:bodyPr/>
          <a:lstStyle>
            <a:lvl1pPr marL="0" indent="0">
              <a:lnSpc>
                <a:spcPts val="1900"/>
              </a:lnSpc>
              <a:buNone/>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E0299C66-96F4-78D6-A62C-38668D590AE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EC2A6D20-3BBC-4875-E1DD-C75389BF2676}"/>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Placeholder 3">
            <a:extLst>
              <a:ext uri="{FF2B5EF4-FFF2-40B4-BE49-F238E27FC236}">
                <a16:creationId xmlns:a16="http://schemas.microsoft.com/office/drawing/2014/main" id="{0375AD72-FEF2-7BD7-B33E-DE98FDD651E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AD6A6A9F-0D32-429A-A1D1-F5896171D663}" type="datetime1">
              <a:rPr lang="en-US" smtClean="0"/>
              <a:t>3/1/25</a:t>
            </a:fld>
            <a:endParaRPr lang="en-US" dirty="0"/>
          </a:p>
        </p:txBody>
      </p:sp>
      <p:pic>
        <p:nvPicPr>
          <p:cNvPr id="17" name="Graphic 16">
            <a:extLst>
              <a:ext uri="{FF2B5EF4-FFF2-40B4-BE49-F238E27FC236}">
                <a16:creationId xmlns:a16="http://schemas.microsoft.com/office/drawing/2014/main" id="{45C69E5E-6C22-57DA-0C62-9C6B3203222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8" name="Graphic 17">
            <a:extLst>
              <a:ext uri="{FF2B5EF4-FFF2-40B4-BE49-F238E27FC236}">
                <a16:creationId xmlns:a16="http://schemas.microsoft.com/office/drawing/2014/main" id="{34542827-11B9-15CF-AB8E-86115BEF9FA8}"/>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BEF1536F-20D9-1950-220E-4E6B881E9E50}"/>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8E904D7-AB01-FD2A-6191-37814CBD08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2E5DD3E5-31DE-DE3C-B506-E5AF1EC658C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30598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 name="Table Placeholder 3">
            <a:extLst>
              <a:ext uri="{FF2B5EF4-FFF2-40B4-BE49-F238E27FC236}">
                <a16:creationId xmlns:a16="http://schemas.microsoft.com/office/drawing/2014/main" id="{18AADC3C-8146-4144-3ABA-28E1B1F4AADD}"/>
              </a:ext>
            </a:extLst>
          </p:cNvPr>
          <p:cNvSpPr>
            <a:spLocks noGrp="1"/>
          </p:cNvSpPr>
          <p:nvPr>
            <p:ph type="tbl" sz="quarter" idx="10"/>
          </p:nvPr>
        </p:nvSpPr>
        <p:spPr>
          <a:xfrm>
            <a:off x="4934493" y="1202058"/>
            <a:ext cx="6876504" cy="4270248"/>
          </a:xfrm>
        </p:spPr>
        <p:txBody>
          <a:bodyPr/>
          <a:lstStyle/>
          <a:p>
            <a:endParaRPr lang="en-US" dirty="0"/>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5B21777A-95FC-45DC-96FA-58DCC4C7EAA1}" type="datetime1">
              <a:rPr lang="en-US" smtClean="0"/>
              <a:t>3/1/25</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2275210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85477807-ECB9-BBC9-E832-2FE89AC328DD}"/>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964746" y="327023"/>
            <a:ext cx="5931354" cy="5561465"/>
          </a:xfrm>
        </p:spPr>
        <p:txBody>
          <a:bodyPr vert="horz" lIns="91440" tIns="45720" rIns="91440" bIns="45720" rtlCol="0" anchor="ctr">
            <a:noAutofit/>
          </a:bodyPr>
          <a:lstStyle>
            <a:lvl1pPr algn="ctr">
              <a:defRPr lang="en-US" sz="6000" dirty="0"/>
            </a:lvl1pPr>
          </a:lstStyle>
          <a:p>
            <a:pPr lvl="0" algn="ctr"/>
            <a:r>
              <a:rPr lang="en-US" dirty="0"/>
              <a:t>Click to add title</a:t>
            </a:r>
          </a:p>
        </p:txBody>
      </p:sp>
      <p:grpSp>
        <p:nvGrpSpPr>
          <p:cNvPr id="5" name="Group 4">
            <a:extLst>
              <a:ext uri="{FF2B5EF4-FFF2-40B4-BE49-F238E27FC236}">
                <a16:creationId xmlns:a16="http://schemas.microsoft.com/office/drawing/2014/main" id="{FB66CFD9-87C8-0968-9FB0-CF7AE4F612F0}"/>
              </a:ext>
              <a:ext uri="{C183D7F6-B498-43B3-948B-1728B52AA6E4}">
                <adec:decorative xmlns:adec="http://schemas.microsoft.com/office/drawing/2017/decorative" val="1"/>
              </a:ext>
            </a:extLst>
          </p:cNvPr>
          <p:cNvGrpSpPr/>
          <p:nvPr userDrawn="1"/>
        </p:nvGrpSpPr>
        <p:grpSpPr>
          <a:xfrm>
            <a:off x="7575684" y="1200589"/>
            <a:ext cx="3365366" cy="3804114"/>
            <a:chOff x="1698171" y="691024"/>
            <a:chExt cx="3365366" cy="3804114"/>
          </a:xfrm>
        </p:grpSpPr>
        <p:grpSp>
          <p:nvGrpSpPr>
            <p:cNvPr id="7" name="Group 6">
              <a:extLst>
                <a:ext uri="{FF2B5EF4-FFF2-40B4-BE49-F238E27FC236}">
                  <a16:creationId xmlns:a16="http://schemas.microsoft.com/office/drawing/2014/main" id="{5571AD75-22F7-E387-8455-0EE6231C2AA8}"/>
                </a:ext>
              </a:extLst>
            </p:cNvPr>
            <p:cNvGrpSpPr/>
            <p:nvPr userDrawn="1"/>
          </p:nvGrpSpPr>
          <p:grpSpPr>
            <a:xfrm>
              <a:off x="1698171" y="691024"/>
              <a:ext cx="3365366" cy="3804114"/>
              <a:chOff x="1466850" y="380320"/>
              <a:chExt cx="3542380" cy="4004209"/>
            </a:xfrm>
          </p:grpSpPr>
          <p:sp>
            <p:nvSpPr>
              <p:cNvPr id="25" name="Rectangle 24">
                <a:extLst>
                  <a:ext uri="{FF2B5EF4-FFF2-40B4-BE49-F238E27FC236}">
                    <a16:creationId xmlns:a16="http://schemas.microsoft.com/office/drawing/2014/main" id="{14EBD37B-479C-8610-9921-3DD1D3B53203}"/>
                  </a:ext>
                </a:extLst>
              </p:cNvPr>
              <p:cNvSpPr/>
              <p:nvPr userDrawn="1"/>
            </p:nvSpPr>
            <p:spPr>
              <a:xfrm>
                <a:off x="1466850" y="875620"/>
                <a:ext cx="3542380" cy="350890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E9DA007-4D12-4E50-8A2A-BFEB557D2755}"/>
                  </a:ext>
                </a:extLst>
              </p:cNvPr>
              <p:cNvSpPr/>
              <p:nvPr userDrawn="1"/>
            </p:nvSpPr>
            <p:spPr>
              <a:xfrm>
                <a:off x="1466850" y="380320"/>
                <a:ext cx="354238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 name="Group 8">
              <a:extLst>
                <a:ext uri="{FF2B5EF4-FFF2-40B4-BE49-F238E27FC236}">
                  <a16:creationId xmlns:a16="http://schemas.microsoft.com/office/drawing/2014/main" id="{43696F41-7A57-6A71-48E0-57DC0FD1F45D}"/>
                </a:ext>
              </a:extLst>
            </p:cNvPr>
            <p:cNvGrpSpPr/>
            <p:nvPr userDrawn="1"/>
          </p:nvGrpSpPr>
          <p:grpSpPr>
            <a:xfrm>
              <a:off x="1839686" y="815293"/>
              <a:ext cx="810985" cy="212272"/>
              <a:chOff x="1883229" y="800099"/>
              <a:chExt cx="810985" cy="212272"/>
            </a:xfrm>
          </p:grpSpPr>
          <p:sp>
            <p:nvSpPr>
              <p:cNvPr id="10" name="Oval 9">
                <a:extLst>
                  <a:ext uri="{FF2B5EF4-FFF2-40B4-BE49-F238E27FC236}">
                    <a16:creationId xmlns:a16="http://schemas.microsoft.com/office/drawing/2014/main" id="{29B518BB-BA01-734C-8F35-C569614E32E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0CA477C-B13C-EF0B-F67F-CF0F4D703D6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ADDCC6C-0428-0F66-95AF-F34D60323CEB}"/>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7717199" y="1788339"/>
            <a:ext cx="3103201" cy="3092539"/>
          </a:xfrm>
        </p:spPr>
        <p:txBody>
          <a:bodyPr tIns="0" bIns="0" anchor="ctr"/>
          <a:lstStyle>
            <a:lvl1pPr marL="342900" indent="-342900">
              <a:lnSpc>
                <a:spcPct val="150000"/>
              </a:lnSpc>
              <a:buFont typeface="Arial" panose="020B0604020202020204" pitchFamily="34" charset="0"/>
              <a:buChar char="•"/>
              <a:defRPr sz="18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en-US" dirty="0"/>
              <a:t>Click to edit Master text styles</a:t>
            </a:r>
          </a:p>
        </p:txBody>
      </p:sp>
      <p:sp>
        <p:nvSpPr>
          <p:cNvPr id="4" name="Rectangle 3">
            <a:extLst>
              <a:ext uri="{FF2B5EF4-FFF2-40B4-BE49-F238E27FC236}">
                <a16:creationId xmlns:a16="http://schemas.microsoft.com/office/drawing/2014/main" id="{5B5DDDB5-9047-790A-C8B0-D67E44B72323}"/>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29A5963-0FEC-D9BF-54CB-A3D6D118AF4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3">
            <a:extLst>
              <a:ext uri="{FF2B5EF4-FFF2-40B4-BE49-F238E27FC236}">
                <a16:creationId xmlns:a16="http://schemas.microsoft.com/office/drawing/2014/main" id="{427DBEC2-F0F7-1E8A-EDBA-2EB37950966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C3E48DB0-F654-4BF4-950A-98D782617B1C}" type="datetime1">
              <a:rPr lang="en-US" smtClean="0"/>
              <a:t>3/1/25</a:t>
            </a:fld>
            <a:endParaRPr lang="en-US" dirty="0"/>
          </a:p>
        </p:txBody>
      </p:sp>
      <p:pic>
        <p:nvPicPr>
          <p:cNvPr id="11" name="Graphic 10">
            <a:extLst>
              <a:ext uri="{FF2B5EF4-FFF2-40B4-BE49-F238E27FC236}">
                <a16:creationId xmlns:a16="http://schemas.microsoft.com/office/drawing/2014/main" id="{3947C04A-7458-C36D-EE89-0C1F41AF32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CC13B35D-F747-92EE-37C0-27E1CA8B587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DD40548-01E2-C4C3-74D5-E53F4A1C3942}"/>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4" name="Slide Number Placeholder 5">
            <a:extLst>
              <a:ext uri="{FF2B5EF4-FFF2-40B4-BE49-F238E27FC236}">
                <a16:creationId xmlns:a16="http://schemas.microsoft.com/office/drawing/2014/main" id="{F021946D-D90D-3F7E-3E92-78C7E120AFF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7" name="Rectangle 26">
            <a:extLst>
              <a:ext uri="{FF2B5EF4-FFF2-40B4-BE49-F238E27FC236}">
                <a16:creationId xmlns:a16="http://schemas.microsoft.com/office/drawing/2014/main" id="{3797D881-DBBF-010E-A63C-99B4B0D412AA}"/>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092057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4934495" y="1202058"/>
            <a:ext cx="6876502" cy="42685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AF85D86F-FF8D-4B39-ADE9-8E47373FCD11}" type="datetime1">
              <a:rPr lang="en-US" smtClean="0"/>
              <a:t>3/1/25</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907152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D1964D-F9CA-9278-BD33-03FD979E662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B9857CF-1C39-27BB-9B6B-6A0C1DD02B04}"/>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F8B31A7E-FD72-B42E-26A8-319F776C10E0}"/>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0118B694-E5FD-4821-AEBA-5EEEF1B6D4E9}" type="datetime1">
              <a:rPr lang="en-US" smtClean="0"/>
              <a:t>3/1/25</a:t>
            </a:fld>
            <a:endParaRPr lang="en-US" dirty="0"/>
          </a:p>
        </p:txBody>
      </p:sp>
      <p:pic>
        <p:nvPicPr>
          <p:cNvPr id="8" name="Graphic 7">
            <a:extLst>
              <a:ext uri="{FF2B5EF4-FFF2-40B4-BE49-F238E27FC236}">
                <a16:creationId xmlns:a16="http://schemas.microsoft.com/office/drawing/2014/main" id="{92487FC0-E254-7086-CC55-D7BFCEACEF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9" name="Graphic 8">
            <a:extLst>
              <a:ext uri="{FF2B5EF4-FFF2-40B4-BE49-F238E27FC236}">
                <a16:creationId xmlns:a16="http://schemas.microsoft.com/office/drawing/2014/main" id="{2F41C3E4-FF61-A611-F912-98F34421366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0" name="Graphic 9">
            <a:extLst>
              <a:ext uri="{FF2B5EF4-FFF2-40B4-BE49-F238E27FC236}">
                <a16:creationId xmlns:a16="http://schemas.microsoft.com/office/drawing/2014/main" id="{0B15F18C-70F5-E214-E8DA-4CFAE27FE301}"/>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1" name="Slide Number Placeholder 5">
            <a:extLst>
              <a:ext uri="{FF2B5EF4-FFF2-40B4-BE49-F238E27FC236}">
                <a16:creationId xmlns:a16="http://schemas.microsoft.com/office/drawing/2014/main" id="{7A727095-DB42-91AA-4BB8-1CE63D89BC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6E89DC3C-8238-2625-2CBD-974CA4F819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875107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EE75D-28C9-46D4-85A2-0F7BCFF1DE23}" type="datetime1">
              <a:rPr lang="en-US" smtClean="0"/>
              <a:t>3/1/25</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71" r:id="rId1"/>
    <p:sldLayoutId id="2147483680" r:id="rId2"/>
    <p:sldLayoutId id="2147483672" r:id="rId3"/>
    <p:sldLayoutId id="2147483673" r:id="rId4"/>
    <p:sldLayoutId id="2147483674" r:id="rId5"/>
    <p:sldLayoutId id="2147483683" r:id="rId6"/>
    <p:sldLayoutId id="2147483649" r:id="rId7"/>
    <p:sldLayoutId id="2147483682" r:id="rId8"/>
    <p:sldLayoutId id="2147483675" r:id="rId9"/>
    <p:sldLayoutId id="2147483676" r:id="rId10"/>
    <p:sldLayoutId id="2147483664" r:id="rId11"/>
    <p:sldLayoutId id="2147483677" r:id="rId12"/>
    <p:sldLayoutId id="2147483678" r:id="rId13"/>
    <p:sldLayoutId id="2147483681" r:id="rId14"/>
    <p:sldLayoutId id="2147483679" r:id="rId15"/>
    <p:sldLayoutId id="2147483662" r:id="rId16"/>
    <p:sldLayoutId id="214748365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28.06.2026</a:t>
            </a:r>
          </a:p>
        </p:txBody>
      </p:sp>
      <p:sp>
        <p:nvSpPr>
          <p:cNvPr id="5" name="TextBox 4"/>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r>
              <a:t>Passage:</a:t>
            </a:r>
            <a:br/>
            <a:r>
              <a:t>Speaker:</a:t>
            </a:r>
            <a:br/>
            <a:r>
              <a:t>Topic:</a:t>
            </a:r>
            <a:br/>
            <a:r>
              <a:t>Response Song:</a:t>
            </a:r>
            <a:br/>
            <a:r>
              <a:t>Announcements and Closing Prayer</a:t>
            </a:r>
            <a:br/>
            <a:r>
              <a:t>Benediction</a:t>
            </a:r>
          </a:p>
        </p:txBody>
      </p:sp>
      <p:sp>
        <p:nvSpPr>
          <p:cNvPr id="7" name="TextBox 6"/>
          <p:cNvSpPr txBox="1"/>
          <p:nvPr/>
        </p:nvSpPr>
        <p:spPr>
          <a:xfrm>
            <a:off x="1219200" y="2743200"/>
            <a:ext cx="9753600" cy="3429000"/>
          </a:xfrm>
          <a:prstGeom prst="rect">
            <a:avLst/>
          </a:prstGeom>
          <a:noFill/>
        </p:spPr>
        <p:txBody>
          <a:bodyPr wrap="square">
            <a:spAutoFit/>
          </a:bodyPr>
          <a:lstStyle/>
          <a:p>
            <a:pPr algn="ctr">
              <a:defRPr sz="2000" b="0" i="0" u="none">
                <a:solidFill>
                  <a:srgbClr val="000000"/>
                </a:solidFill>
              </a:defRPr>
            </a:pPr>
            <a:r>
              <a:t>Lighthouse Sinking Deep O come to the altar</a:t>
            </a:r>
            <a:br/>
            <a:r>
              <a:t>2 Cor 8:1-15</a:t>
            </a:r>
            <a:br/>
            <a:r>
              <a:t>Sylvia Ting</a:t>
            </a:r>
            <a:br/>
            <a:r>
              <a:t>Earnest in giving (generosity with money)</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My Lighthouse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In my wrestling and in my doubts</a:t>
            </a:r>
          </a:p>
          <a:p>
            <a:pPr algn="ctr">
              <a:defRPr sz="3300" b="0"/>
            </a:pPr>
            <a:r>
              <a:t>In my failures You won't walk out</a:t>
            </a:r>
          </a:p>
          <a:p>
            <a:pPr algn="ctr">
              <a:defRPr sz="3300" b="0"/>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Your great love will lead me through</a:t>
            </a:r>
          </a:p>
          <a:p>
            <a:pPr algn="ctr">
              <a:defRPr sz="3300" b="0"/>
            </a:pPr>
            <a:r>
              <a:t>You are the peace in my troubled sea</a:t>
            </a:r>
          </a:p>
          <a:p>
            <a:pPr algn="ctr">
              <a:defRPr sz="3300" b="0"/>
            </a:pPr>
            <a:r>
              <a:t>You are the peace in my troubled sea</a:t>
            </a:r>
          </a:p>
          <a:p>
            <a:pPr algn="ctr">
              <a:defRPr sz="33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In the silence, You won't let go</a:t>
            </a:r>
          </a:p>
          <a:p>
            <a:pPr algn="ctr">
              <a:defRPr sz="3300" b="0"/>
            </a:pPr>
            <a:r>
              <a:t>In my questions, Your truth will hold</a:t>
            </a:r>
          </a:p>
          <a:p>
            <a:pPr algn="ctr">
              <a:defRPr sz="33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Your great love will lead me through</a:t>
            </a:r>
          </a:p>
          <a:p>
            <a:pPr algn="ctr">
              <a:defRPr sz="3300" b="0"/>
            </a:pPr>
            <a:r>
              <a:t>You are the peace in my troubled sea</a:t>
            </a:r>
          </a:p>
          <a:p>
            <a:pPr algn="ctr">
              <a:defRPr sz="3300" b="0"/>
            </a:pPr>
            <a:r>
              <a:t>You are the peace in my troubled sea</a:t>
            </a:r>
          </a:p>
          <a:p>
            <a:pPr algn="ctr">
              <a:defRPr sz="3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lighthouse</a:t>
            </a:r>
          </a:p>
          <a:p>
            <a:pPr algn="ctr">
              <a:defRPr sz="3300" b="0"/>
            </a:pPr>
            <a:r>
              <a:t>My lighthouse</a:t>
            </a:r>
          </a:p>
          <a:p>
            <a:pPr algn="ctr">
              <a:defRPr sz="3300" b="0"/>
            </a:pPr>
            <a:r>
              <a:t>Shining in the darkness</a:t>
            </a:r>
          </a:p>
          <a:p>
            <a:pPr algn="ctr">
              <a:defRPr sz="3300" b="0"/>
            </a:pPr>
            <a:r>
              <a:t>I will follow You</a:t>
            </a:r>
          </a:p>
          <a:p>
            <a:pPr algn="ctr">
              <a:defRPr sz="33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lighthouse</a:t>
            </a:r>
          </a:p>
          <a:p>
            <a:pPr algn="ctr">
              <a:defRPr sz="3300" b="0"/>
            </a:pPr>
            <a:r>
              <a:t>My lighthouse</a:t>
            </a:r>
          </a:p>
          <a:p>
            <a:pPr algn="ctr">
              <a:defRPr sz="3300" b="0"/>
            </a:pPr>
            <a:r>
              <a:t>I will trust the promise</a:t>
            </a:r>
          </a:p>
          <a:p>
            <a:pPr algn="ctr">
              <a:defRPr sz="3300" b="0"/>
            </a:pPr>
            <a:r>
              <a:t>You will carry me safe to shore</a:t>
            </a:r>
          </a:p>
          <a:p>
            <a:pPr algn="ctr">
              <a:defRPr sz="33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Safe to shore</a:t>
            </a:r>
          </a:p>
          <a:p>
            <a:pPr algn="ctr">
              <a:defRPr sz="3300" b="0"/>
            </a:pPr>
            <a:r>
              <a:t>Safe to shore</a:t>
            </a:r>
          </a:p>
          <a:p>
            <a:pPr algn="ctr">
              <a:defRPr sz="3300" b="0"/>
            </a:pPr>
            <a:r>
              <a:t>Safe to shore</a:t>
            </a:r>
          </a:p>
          <a:p>
            <a:pPr algn="ctr">
              <a:defRPr sz="33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 won't fear what tomorrow brings</a:t>
            </a:r>
          </a:p>
          <a:p>
            <a:pPr algn="ctr">
              <a:defRPr sz="3300" b="0"/>
            </a:pPr>
            <a:r>
              <a:t>With each morning I'll rise and sing</a:t>
            </a:r>
          </a:p>
          <a:p>
            <a:pPr algn="ctr">
              <a:defRPr sz="33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God's love will lead me through</a:t>
            </a:r>
          </a:p>
          <a:p>
            <a:pPr algn="ctr">
              <a:defRPr sz="3300" b="0"/>
            </a:pPr>
            <a:r>
              <a:t>You are the peace in my troubled sea</a:t>
            </a:r>
          </a:p>
          <a:p>
            <a:pPr algn="ctr">
              <a:defRPr sz="3300" b="0"/>
            </a:pPr>
            <a:r>
              <a:t>You are the peace in my troubled sea</a:t>
            </a:r>
          </a:p>
          <a:p>
            <a:pPr algn="ctr">
              <a:defRPr sz="3300" b="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lighthouse</a:t>
            </a:r>
          </a:p>
          <a:p>
            <a:pPr algn="ctr">
              <a:defRPr sz="3300" b="0"/>
            </a:pPr>
            <a:r>
              <a:t>My lighthouse</a:t>
            </a:r>
          </a:p>
          <a:p>
            <a:pPr algn="ctr">
              <a:defRPr sz="3300" b="0"/>
            </a:pPr>
            <a:r>
              <a:t>Shining in the darkness</a:t>
            </a:r>
          </a:p>
          <a:p>
            <a:pPr algn="ctr">
              <a:defRPr sz="3300" b="0"/>
            </a:pPr>
            <a:r>
              <a:t>I will follow You</a:t>
            </a:r>
          </a:p>
          <a:p>
            <a:pPr algn="ctr">
              <a:defRPr sz="3300" b="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lighthouse</a:t>
            </a:r>
          </a:p>
          <a:p>
            <a:pPr algn="ctr">
              <a:defRPr sz="3300" b="0"/>
            </a:pPr>
            <a:r>
              <a:t>My lighthouse</a:t>
            </a:r>
          </a:p>
          <a:p>
            <a:pPr algn="ctr">
              <a:defRPr sz="3300" b="0"/>
            </a:pPr>
            <a:r>
              <a:t>I will trust the promise</a:t>
            </a:r>
          </a:p>
          <a:p>
            <a:pPr algn="ctr">
              <a:defRPr sz="3300" b="0"/>
            </a:pPr>
            <a:r>
              <a:t>You will carry me safe to shore</a:t>
            </a:r>
          </a:p>
          <a:p>
            <a:pPr algn="ctr">
              <a:defRPr sz="3300" b="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Safe to shore</a:t>
            </a:r>
          </a:p>
          <a:p>
            <a:pPr algn="ctr">
              <a:defRPr sz="3300" b="0"/>
            </a:pPr>
            <a:r>
              <a:t>Safe to shore</a:t>
            </a:r>
          </a:p>
          <a:p>
            <a:pPr algn="ctr">
              <a:defRPr sz="3300" b="0"/>
            </a:pPr>
            <a:r>
              <a:t>Safe to shore</a:t>
            </a:r>
          </a:p>
          <a:p>
            <a:pPr algn="ctr">
              <a:defRPr sz="3300" b="0"/>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Fire before us, You're the brightest</a:t>
            </a:r>
          </a:p>
          <a:p>
            <a:pPr algn="ctr">
              <a:defRPr sz="3300" b="0"/>
            </a:pPr>
            <a:r>
              <a:t>You will lead us through the storms (x4)</a:t>
            </a:r>
          </a:p>
          <a:p>
            <a:pPr algn="ctr">
              <a:defRPr sz="3300" b="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lighthouse</a:t>
            </a:r>
          </a:p>
          <a:p>
            <a:pPr algn="ctr">
              <a:defRPr sz="3300" b="0"/>
            </a:pPr>
            <a:r>
              <a:t>My lighthouse</a:t>
            </a:r>
          </a:p>
          <a:p>
            <a:pPr algn="ctr">
              <a:defRPr sz="3300" b="0"/>
            </a:pPr>
            <a:r>
              <a:t>Shining in the darkness</a:t>
            </a:r>
          </a:p>
          <a:p>
            <a:pPr algn="ctr">
              <a:defRPr sz="3300" b="0"/>
            </a:pPr>
            <a:r>
              <a:t>I will follow You</a:t>
            </a:r>
          </a:p>
          <a:p>
            <a:pPr algn="ctr">
              <a:defRPr sz="3300" b="0"/>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lighthouse</a:t>
            </a:r>
          </a:p>
          <a:p>
            <a:pPr algn="ctr">
              <a:defRPr sz="3300" b="0"/>
            </a:pPr>
            <a:r>
              <a:t>My lighthouse</a:t>
            </a:r>
          </a:p>
          <a:p>
            <a:pPr algn="ctr">
              <a:defRPr sz="3300" b="0"/>
            </a:pPr>
            <a:r>
              <a:t>I will trust the promise</a:t>
            </a:r>
          </a:p>
          <a:p>
            <a:pPr algn="ctr">
              <a:defRPr sz="3300" b="0"/>
            </a:pPr>
            <a:r>
              <a:t>You will carry me safe to shore</a:t>
            </a:r>
          </a:p>
          <a:p>
            <a:pPr algn="ctr">
              <a:defRPr sz="3300" b="0"/>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Safe to shore</a:t>
            </a:r>
          </a:p>
          <a:p>
            <a:pPr algn="ctr">
              <a:defRPr sz="3300" b="0"/>
            </a:pPr>
            <a:r>
              <a:t>Safe to shore</a:t>
            </a:r>
          </a:p>
          <a:p>
            <a:pPr algn="ctr">
              <a:defRPr sz="3300" b="0"/>
            </a:pPr>
            <a:r>
              <a:t>Safe to shore</a:t>
            </a:r>
          </a:p>
          <a:p>
            <a:pPr algn="ctr">
              <a:defRPr sz="3300" b="0"/>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3" name="Picture 2"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And now, brothers and sisters, we want you to know about the grace that God has given the Macedonian churches. ² In the midst of a very severe trial, their overflowing joy and their extreme poverty welled up in rich generosity.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³ For I testify that they gave as much as they were able, and even beyond their ability. Entirely on their own, ⁴ they urgently pleaded with us for the privilege of sharing in this service to the Lord’s people.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⁵ And they exceeded our expectations: They gave themselves first of all to the Lord, and then by the will of God also to us. ⁶ So we urged Titus, just as he had earlier made a beginning, to bring also to completion this act of grace on your part.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⁷ But since you excel in everything—in faith, in speech, in knowledge, in complete earnestness and in the love we have kindled in you—see that you also excel in this grace of giving. </a:t>
            </a:r>
          </a:p>
          <a:p>
            <a:pPr algn="ctr">
              <a:defRPr sz="3200" b="0"/>
            </a:pPr>
            <a:r>
              <a:t>⁸ I am not commanding you, but I want to test the sincerity of your love by comparing it with the earnestness of others.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⁹ For you know the grace of our Lord Jesus Christ, that though he was rich, yet for your sake he became poor, so that you through his poverty might become rich. </a:t>
            </a:r>
          </a:p>
          <a:p>
            <a:pPr algn="ctr">
              <a:defRPr sz="3200" b="0"/>
            </a:pPr>
            <a:r>
              <a:t>¹⁰ And here is my judgment about what is best for you in this matter. Last year you were the first not only to give but also to have the desire to do so.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¹¹ Now finish the work, so that your eager willingness to do it may be matched by your completion of it, according to your means. ¹² For if the willingness is there, the gift is acceptable according to what one has, not according to what one does not have. </a:t>
            </a:r>
          </a:p>
          <a:p>
            <a:pPr algn="ctr">
              <a:defRPr sz="3200" b="0"/>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¹³ Our desire is not that others might be relieved while you are hard pressed, but that there might be equality. ¹⁴ At the present time your plenty will supply what they need, so that in turn their plenty will supply what you need. The goal is equality,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 8:1-15</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¹⁵ as it is written: “The one who gathered much did not have too much, and the one who gathered little did not have too little.”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3" name="Rounded Rectangle 2"/>
          <p:cNvSpPr/>
          <p:nvPr/>
        </p:nvSpPr>
        <p:spPr>
          <a:xfrm>
            <a:off x="4038600" y="2286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70714" y="228600"/>
            <a:ext cx="6339840" cy="1143000"/>
          </a:xfrm>
          <a:prstGeom prst="rect">
            <a:avLst/>
          </a:prstGeom>
          <a:noFill/>
        </p:spPr>
        <p:txBody>
          <a:bodyPr wrap="square">
            <a:spAutoFit/>
          </a:bodyPr>
          <a:lstStyle/>
          <a:p/>
          <a:p>
            <a:pPr>
              <a:defRPr sz="23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4152900" y="342900"/>
            <a:ext cx="914400" cy="914400"/>
          </a:xfrm>
          <a:prstGeom prst="rect">
            <a:avLst/>
          </a:prstGeom>
        </p:spPr>
      </p:pic>
      <p:sp>
        <p:nvSpPr>
          <p:cNvPr id="6" name="Rounded Rectangle 5"/>
          <p:cNvSpPr/>
          <p:nvPr/>
        </p:nvSpPr>
        <p:spPr>
          <a:xfrm>
            <a:off x="4038600" y="15430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0714" y="1543050"/>
            <a:ext cx="6339840" cy="1143000"/>
          </a:xfrm>
          <a:prstGeom prst="rect">
            <a:avLst/>
          </a:prstGeom>
          <a:noFill/>
        </p:spPr>
        <p:txBody>
          <a:bodyPr wrap="square">
            <a:spAutoFit/>
          </a:bodyPr>
          <a:lstStyle/>
          <a:p/>
          <a:p>
            <a:pPr>
              <a:defRPr sz="23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9" name="Rounded Rectangle 8"/>
          <p:cNvSpPr/>
          <p:nvPr/>
        </p:nvSpPr>
        <p:spPr>
          <a:xfrm>
            <a:off x="4038600" y="28575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0714" y="2857500"/>
            <a:ext cx="6339840" cy="1143000"/>
          </a:xfrm>
          <a:prstGeom prst="rect">
            <a:avLst/>
          </a:prstGeom>
          <a:noFill/>
        </p:spPr>
        <p:txBody>
          <a:bodyPr wrap="square">
            <a:spAutoFit/>
          </a:bodyPr>
          <a:lstStyle/>
          <a:p/>
          <a:p>
            <a:pPr>
              <a:defRPr sz="2300">
                <a:latin typeface="Gill Sans MT"/>
              </a:defRPr>
            </a:pPr>
            <a:r>
              <a:t>BSB: 112 - 879</a:t>
            </a:r>
          </a:p>
        </p:txBody>
      </p:sp>
      <p:pic>
        <p:nvPicPr>
          <p:cNvPr id="11" name="Picture 10" descr="bsb.png"/>
          <p:cNvPicPr>
            <a:picLocks noChangeAspect="1"/>
          </p:cNvPicPr>
          <p:nvPr/>
        </p:nvPicPr>
        <p:blipFill>
          <a:blip r:embed="rId4"/>
          <a:stretch>
            <a:fillRect/>
          </a:stretch>
        </p:blipFill>
        <p:spPr>
          <a:xfrm>
            <a:off x="4152900" y="2971800"/>
            <a:ext cx="914400" cy="914400"/>
          </a:xfrm>
          <a:prstGeom prst="rect">
            <a:avLst/>
          </a:prstGeom>
        </p:spPr>
      </p:pic>
      <p:sp>
        <p:nvSpPr>
          <p:cNvPr id="12" name="Rounded Rectangle 11"/>
          <p:cNvSpPr/>
          <p:nvPr/>
        </p:nvSpPr>
        <p:spPr>
          <a:xfrm>
            <a:off x="4038600" y="41719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0714" y="4171950"/>
            <a:ext cx="6339840" cy="1143000"/>
          </a:xfrm>
          <a:prstGeom prst="rect">
            <a:avLst/>
          </a:prstGeom>
          <a:noFill/>
        </p:spPr>
        <p:txBody>
          <a:bodyPr wrap="square">
            <a:spAutoFit/>
          </a:bodyPr>
          <a:lstStyle/>
          <a:p/>
          <a:p>
            <a:pPr>
              <a:defRPr sz="23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4152900" y="4286250"/>
            <a:ext cx="914400" cy="914400"/>
          </a:xfrm>
          <a:prstGeom prst="rect">
            <a:avLst/>
          </a:prstGeom>
        </p:spPr>
      </p:pic>
      <p:sp>
        <p:nvSpPr>
          <p:cNvPr id="15" name="Rounded Rectangle 14"/>
          <p:cNvSpPr/>
          <p:nvPr/>
        </p:nvSpPr>
        <p:spPr>
          <a:xfrm>
            <a:off x="4038600" y="54864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0714" y="5486400"/>
            <a:ext cx="6339840" cy="1143000"/>
          </a:xfrm>
          <a:prstGeom prst="rect">
            <a:avLst/>
          </a:prstGeom>
          <a:noFill/>
        </p:spPr>
        <p:txBody>
          <a:bodyPr wrap="square">
            <a:spAutoFit/>
          </a:bodyPr>
          <a:lstStyle/>
          <a:p/>
          <a:p>
            <a:pPr>
              <a:defRPr sz="23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Custom">
  <a:themeElements>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596226_Win32_SL_V6" id="{D9DA734B-CC3F-4DBB-B6FE-0BB140309365}" vid="{69AD8D68-423B-4DFD-8A07-EF38EEF8EB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ppt/theme/themeOverride2.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81AD4F-527A-4A88-9D9F-EFDB01771BD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6239674-1887-41DB-914A-BD2B863063CE}">
  <ds:schemaRefs>
    <ds:schemaRef ds:uri="http://schemas.microsoft.com/sharepoint/v3/contenttype/forms"/>
  </ds:schemaRefs>
</ds:datastoreItem>
</file>

<file path=customXml/itemProps3.xml><?xml version="1.0" encoding="utf-8"?>
<ds:datastoreItem xmlns:ds="http://schemas.openxmlformats.org/officeDocument/2006/customXml" ds:itemID="{9D1CFE71-3FEB-410F-B4FF-3D986B4B64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Aptos</vt:lpstr>
      <vt:lpstr>Arial</vt:lpstr>
      <vt:lpstr>Calibri</vt:lpstr>
      <vt:lpstr>Century Schoolbook</vt:lpstr>
      <vt:lpstr>Custom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Johnny Wu</cp:lastModifiedBy>
  <cp:revision>3</cp:revision>
  <dcterms:created xsi:type="dcterms:W3CDTF">2024-01-28T15:41:30Z</dcterms:created>
  <dcterms:modified xsi:type="dcterms:W3CDTF">2025-02-28T15:03:06Z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