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5"/>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24" userDrawn="1">
          <p15:clr>
            <a:srgbClr val="A4A3A4"/>
          </p15:clr>
        </p15:guide>
        <p15:guide id="2" pos="3840" userDrawn="1">
          <p15:clr>
            <a:srgbClr val="A4A3A4"/>
          </p15:clr>
        </p15:guide>
        <p15:guide id="3" orient="horz" pos="2328" userDrawn="1">
          <p15:clr>
            <a:srgbClr val="A4A3A4"/>
          </p15:clr>
        </p15:guide>
        <p15:guide id="4" orient="horz" pos="3792" userDrawn="1">
          <p15:clr>
            <a:srgbClr val="A4A3A4"/>
          </p15:clr>
        </p15:guide>
        <p15:guide id="5" orient="horz" pos="888" userDrawn="1">
          <p15:clr>
            <a:srgbClr val="A4A3A4"/>
          </p15:clr>
        </p15:guide>
        <p15:guide id="6" pos="288" userDrawn="1">
          <p15:clr>
            <a:srgbClr val="A4A3A4"/>
          </p15:clr>
        </p15:guide>
        <p15:guide id="7" pos="7368" userDrawn="1">
          <p15:clr>
            <a:srgbClr val="A4A3A4"/>
          </p15:clr>
        </p15:guide>
        <p15:guide id="8" orient="horz" pos="2976" userDrawn="1">
          <p15:clr>
            <a:srgbClr val="A4A3A4"/>
          </p15:clr>
        </p15:guide>
        <p15:guide id="9" orient="horz" pos="1440" userDrawn="1">
          <p15:clr>
            <a:srgbClr val="A4A3A4"/>
          </p15:clr>
        </p15:guide>
        <p15:guide id="10" pos="2328" userDrawn="1">
          <p15:clr>
            <a:srgbClr val="A4A3A4"/>
          </p15:clr>
        </p15:guide>
        <p15:guide id="11" pos="5760" userDrawn="1">
          <p15:clr>
            <a:srgbClr val="A4A3A4"/>
          </p15:clr>
        </p15:guide>
        <p15:guide id="12" pos="136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4B9AA"/>
    <a:srgbClr val="FB9AAA"/>
    <a:srgbClr val="323232"/>
    <a:srgbClr val="D4636B"/>
    <a:srgbClr val="E4E2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20205"/>
    <p:restoredTop sz="94659"/>
  </p:normalViewPr>
  <p:slideViewPr>
    <p:cSldViewPr snapToGrid="0" showGuides="1">
      <p:cViewPr varScale="1">
        <p:scale>
          <a:sx n="117" d="100"/>
          <a:sy n="117" d="100"/>
        </p:scale>
        <p:origin x="192" y="192"/>
      </p:cViewPr>
      <p:guideLst>
        <p:guide orient="horz" pos="1224"/>
        <p:guide pos="3840"/>
        <p:guide orient="horz" pos="2328"/>
        <p:guide orient="horz" pos="3792"/>
        <p:guide orient="horz" pos="888"/>
        <p:guide pos="288"/>
        <p:guide pos="7368"/>
        <p:guide orient="horz" pos="2976"/>
        <p:guide orient="horz" pos="1440"/>
        <p:guide pos="2328"/>
        <p:guide pos="5760"/>
        <p:guide pos="1368"/>
      </p:guideLst>
    </p:cSldViewPr>
  </p:slideViewPr>
  <p:outlineViewPr>
    <p:cViewPr>
      <p:scale>
        <a:sx n="33" d="100"/>
        <a:sy n="33" d="100"/>
      </p:scale>
      <p:origin x="0" y="0"/>
    </p:cViewPr>
  </p:outlineViewPr>
  <p:notesTextViewPr>
    <p:cViewPr>
      <p:scale>
        <a:sx n="45" d="100"/>
        <a:sy n="4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microsoft.com/office/2018/10/relationships/authors" Target="author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F6F78E-73F4-E74F-8679-362EAF9D71E0}" type="datetimeFigureOut">
              <a:rPr lang="en-US" smtClean="0"/>
              <a:t>7/29/24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A9F5B3-7604-9041-B751-11A08572E7E3}" type="slidenum">
              <a:rPr lang="en-US" smtClean="0"/>
              <a:t>‹#›</a:t>
            </a:fld>
            <a:endParaRPr lang="en-US" dirty="0"/>
          </a:p>
        </p:txBody>
      </p:sp>
    </p:spTree>
    <p:extLst>
      <p:ext uri="{BB962C8B-B14F-4D97-AF65-F5344CB8AC3E}">
        <p14:creationId xmlns:p14="http://schemas.microsoft.com/office/powerpoint/2010/main" val="2843744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Picture Placeholder 8">
            <a:extLst>
              <a:ext uri="{FF2B5EF4-FFF2-40B4-BE49-F238E27FC236}">
                <a16:creationId xmlns:a16="http://schemas.microsoft.com/office/drawing/2014/main" id="{F2E2D922-D22B-FE2D-233E-7C19C1063D80}"/>
              </a:ext>
            </a:extLst>
          </p:cNvPr>
          <p:cNvSpPr>
            <a:spLocks noGrp="1"/>
          </p:cNvSpPr>
          <p:nvPr>
            <p:ph type="pic" sz="quarter" idx="12"/>
          </p:nvPr>
        </p:nvSpPr>
        <p:spPr>
          <a:xfrm>
            <a:off x="7724781" y="2545444"/>
            <a:ext cx="3657600" cy="3657600"/>
          </a:xfrm>
          <a:solidFill>
            <a:schemeClr val="accent1">
              <a:lumMod val="90000"/>
            </a:schemeClr>
          </a:solidFill>
        </p:spPr>
        <p:txBody>
          <a:bodyPr anchor="ctr"/>
          <a:lstStyle>
            <a:lvl1pPr marL="0" indent="0" algn="ctr">
              <a:buNone/>
              <a:defRPr sz="1000"/>
            </a:lvl1pPr>
          </a:lstStyle>
          <a:p>
            <a:endParaRPr lang="en-US" dirty="0"/>
          </a:p>
        </p:txBody>
      </p:sp>
      <p:sp>
        <p:nvSpPr>
          <p:cNvPr id="2" name="Title 1">
            <a:extLst>
              <a:ext uri="{FF2B5EF4-FFF2-40B4-BE49-F238E27FC236}">
                <a16:creationId xmlns:a16="http://schemas.microsoft.com/office/drawing/2014/main" id="{F5CE9608-82F8-5A3A-8F2B-B02328A17B1C}"/>
              </a:ext>
            </a:extLst>
          </p:cNvPr>
          <p:cNvSpPr>
            <a:spLocks noGrp="1"/>
          </p:cNvSpPr>
          <p:nvPr>
            <p:ph type="ctrTitle"/>
          </p:nvPr>
        </p:nvSpPr>
        <p:spPr>
          <a:xfrm>
            <a:off x="356616" y="850392"/>
            <a:ext cx="11347704" cy="1298448"/>
          </a:xfrm>
        </p:spPr>
        <p:txBody>
          <a:bodyPr anchor="ctr">
            <a:noAutofit/>
          </a:bodyPr>
          <a:lstStyle>
            <a:lvl1pPr algn="l">
              <a:defRPr sz="13800" cap="all" baseline="0"/>
            </a:lvl1pPr>
          </a:lstStyle>
          <a:p>
            <a:r>
              <a:rPr lang="en-US" dirty="0"/>
              <a:t>Click to edit Master title style</a:t>
            </a:r>
          </a:p>
        </p:txBody>
      </p:sp>
      <p:sp>
        <p:nvSpPr>
          <p:cNvPr id="3" name="Subtitle 2">
            <a:extLst>
              <a:ext uri="{FF2B5EF4-FFF2-40B4-BE49-F238E27FC236}">
                <a16:creationId xmlns:a16="http://schemas.microsoft.com/office/drawing/2014/main" id="{3D4EF1E8-FA5F-A239-4078-9559136871D4}"/>
              </a:ext>
            </a:extLst>
          </p:cNvPr>
          <p:cNvSpPr>
            <a:spLocks noGrp="1"/>
          </p:cNvSpPr>
          <p:nvPr>
            <p:ph type="subTitle" idx="1"/>
          </p:nvPr>
        </p:nvSpPr>
        <p:spPr>
          <a:xfrm>
            <a:off x="356616" y="5138928"/>
            <a:ext cx="5477256" cy="612648"/>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Picture Placeholder 8">
            <a:extLst>
              <a:ext uri="{FF2B5EF4-FFF2-40B4-BE49-F238E27FC236}">
                <a16:creationId xmlns:a16="http://schemas.microsoft.com/office/drawing/2014/main" id="{AA6C6E2D-7286-A78B-3254-6E7A370C6A6B}"/>
              </a:ext>
            </a:extLst>
          </p:cNvPr>
          <p:cNvSpPr>
            <a:spLocks noGrp="1"/>
          </p:cNvSpPr>
          <p:nvPr>
            <p:ph type="pic" sz="quarter" idx="10"/>
          </p:nvPr>
        </p:nvSpPr>
        <p:spPr>
          <a:xfrm>
            <a:off x="6876288" y="2880360"/>
            <a:ext cx="1892808" cy="2990088"/>
          </a:xfrm>
        </p:spPr>
        <p:txBody>
          <a:bodyPr anchor="ctr"/>
          <a:lstStyle>
            <a:lvl1pPr marL="0" indent="0" algn="ctr">
              <a:buNone/>
              <a:defRPr sz="1000"/>
            </a:lvl1pPr>
          </a:lstStyle>
          <a:p>
            <a:endParaRPr lang="en-US" dirty="0"/>
          </a:p>
        </p:txBody>
      </p:sp>
      <p:sp>
        <p:nvSpPr>
          <p:cNvPr id="11" name="Text Placeholder 10">
            <a:extLst>
              <a:ext uri="{FF2B5EF4-FFF2-40B4-BE49-F238E27FC236}">
                <a16:creationId xmlns:a16="http://schemas.microsoft.com/office/drawing/2014/main" id="{FBFFEADD-5074-43DB-8F36-D0CB44E613C2}"/>
              </a:ext>
            </a:extLst>
          </p:cNvPr>
          <p:cNvSpPr>
            <a:spLocks noGrp="1"/>
          </p:cNvSpPr>
          <p:nvPr>
            <p:ph type="body" sz="quarter" idx="11" hasCustomPrompt="1"/>
          </p:nvPr>
        </p:nvSpPr>
        <p:spPr>
          <a:xfrm>
            <a:off x="357188" y="2432304"/>
            <a:ext cx="5738812" cy="1298448"/>
          </a:xfrm>
        </p:spPr>
        <p:txBody>
          <a:bodyPr anchor="ctr"/>
          <a:lstStyle>
            <a:lvl1pPr marL="0" indent="0">
              <a:buNone/>
              <a:defRPr sz="13800" b="1" i="1" cap="all" baseline="0">
                <a:solidFill>
                  <a:schemeClr val="tx1">
                    <a:lumMod val="75000"/>
                    <a:lumOff val="25000"/>
                  </a:schemeClr>
                </a:solidFill>
                <a:latin typeface="+mj-lt"/>
              </a:defRPr>
            </a:lvl1pPr>
          </a:lstStyle>
          <a:p>
            <a:pPr lvl="0"/>
            <a:r>
              <a:rPr lang="en-US" dirty="0"/>
              <a:t>Title</a:t>
            </a:r>
          </a:p>
        </p:txBody>
      </p:sp>
    </p:spTree>
    <p:extLst>
      <p:ext uri="{BB962C8B-B14F-4D97-AF65-F5344CB8AC3E}">
        <p14:creationId xmlns:p14="http://schemas.microsoft.com/office/powerpoint/2010/main" val="39334733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4AFC17C-12A7-399B-31AC-AE7A040EBBDA}"/>
              </a:ext>
            </a:extLst>
          </p:cNvPr>
          <p:cNvSpPr/>
          <p:nvPr userDrawn="1"/>
        </p:nvSpPr>
        <p:spPr>
          <a:xfrm>
            <a:off x="9129011" y="816964"/>
            <a:ext cx="3062990" cy="6041036"/>
          </a:xfrm>
          <a:prstGeom prst="rect">
            <a:avLst/>
          </a:prstGeom>
          <a:solidFill>
            <a:schemeClr val="accent2">
              <a:lumMod val="60000"/>
              <a:lumOff val="40000"/>
              <a:alpha val="4078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tx2">
                  <a:lumMod val="60000"/>
                  <a:lumOff val="40000"/>
                </a:schemeClr>
              </a:solidFill>
            </a:endParaRPr>
          </a:p>
        </p:txBody>
      </p:sp>
      <p:sp>
        <p:nvSpPr>
          <p:cNvPr id="2" name="Title 1">
            <a:extLst>
              <a:ext uri="{FF2B5EF4-FFF2-40B4-BE49-F238E27FC236}">
                <a16:creationId xmlns:a16="http://schemas.microsoft.com/office/drawing/2014/main" id="{23732606-8178-6E55-26AD-51AAFF50D284}"/>
              </a:ext>
            </a:extLst>
          </p:cNvPr>
          <p:cNvSpPr>
            <a:spLocks noGrp="1"/>
          </p:cNvSpPr>
          <p:nvPr>
            <p:ph type="title"/>
          </p:nvPr>
        </p:nvSpPr>
        <p:spPr>
          <a:xfrm>
            <a:off x="640080" y="457200"/>
            <a:ext cx="10936224" cy="1298448"/>
          </a:xfrm>
        </p:spPr>
        <p:txBody>
          <a:bodyPr>
            <a:noAutofit/>
          </a:bodyPr>
          <a:lstStyle/>
          <a:p>
            <a:r>
              <a:rPr lang="en-US" dirty="0"/>
              <a:t>Click to edit Master title style</a:t>
            </a:r>
          </a:p>
        </p:txBody>
      </p:sp>
      <p:sp>
        <p:nvSpPr>
          <p:cNvPr id="3" name="Slide Number Placeholder 2">
            <a:extLst>
              <a:ext uri="{FF2B5EF4-FFF2-40B4-BE49-F238E27FC236}">
                <a16:creationId xmlns:a16="http://schemas.microsoft.com/office/drawing/2014/main" id="{CF00AE91-3B85-16DB-77F3-EDF2472DDB30}"/>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
        <p:nvSpPr>
          <p:cNvPr id="4" name="Footer Placeholder 3">
            <a:extLst>
              <a:ext uri="{FF2B5EF4-FFF2-40B4-BE49-F238E27FC236}">
                <a16:creationId xmlns:a16="http://schemas.microsoft.com/office/drawing/2014/main" id="{959C2A85-E1A4-A097-5C3F-E9D9396F5753}"/>
              </a:ext>
            </a:extLst>
          </p:cNvPr>
          <p:cNvSpPr>
            <a:spLocks noGrp="1"/>
          </p:cNvSpPr>
          <p:nvPr>
            <p:ph type="ftr" sz="quarter" idx="11"/>
          </p:nvPr>
        </p:nvSpPr>
        <p:spPr>
          <a:xfrm>
            <a:off x="365760" y="6400800"/>
            <a:ext cx="2916936" cy="246888"/>
          </a:xfrm>
        </p:spPr>
        <p:txBody>
          <a:bodyPr>
            <a:noAutofit/>
          </a:bodyPr>
          <a:lstStyle>
            <a:lvl1pPr algn="l">
              <a:defRPr/>
            </a:lvl1pPr>
          </a:lstStyle>
          <a:p>
            <a:r>
              <a:rPr lang="en-US" dirty="0"/>
              <a:t>Presentation title</a:t>
            </a:r>
          </a:p>
        </p:txBody>
      </p:sp>
      <p:sp>
        <p:nvSpPr>
          <p:cNvPr id="7" name="Picture Placeholder 6">
            <a:extLst>
              <a:ext uri="{FF2B5EF4-FFF2-40B4-BE49-F238E27FC236}">
                <a16:creationId xmlns:a16="http://schemas.microsoft.com/office/drawing/2014/main" id="{8B376F0E-CDE4-F6FD-62E6-E202D97C9C87}"/>
              </a:ext>
            </a:extLst>
          </p:cNvPr>
          <p:cNvSpPr>
            <a:spLocks noGrp="1"/>
          </p:cNvSpPr>
          <p:nvPr>
            <p:ph type="pic" sz="quarter" idx="12"/>
          </p:nvPr>
        </p:nvSpPr>
        <p:spPr>
          <a:xfrm>
            <a:off x="8211312" y="2304288"/>
            <a:ext cx="3172968" cy="3172968"/>
          </a:xfrm>
        </p:spPr>
        <p:txBody>
          <a:bodyPr anchor="ctr">
            <a:noAutofit/>
          </a:bodyPr>
          <a:lstStyle>
            <a:lvl1pPr marL="0" indent="0" algn="ctr">
              <a:buNone/>
              <a:defRPr sz="1200"/>
            </a:lvl1pPr>
          </a:lstStyle>
          <a:p>
            <a:endParaRPr lang="en-US" dirty="0"/>
          </a:p>
        </p:txBody>
      </p:sp>
      <p:sp>
        <p:nvSpPr>
          <p:cNvPr id="11" name="Text Placeholder 10">
            <a:extLst>
              <a:ext uri="{FF2B5EF4-FFF2-40B4-BE49-F238E27FC236}">
                <a16:creationId xmlns:a16="http://schemas.microsoft.com/office/drawing/2014/main" id="{5B2F2BA9-7FBD-D1B5-303E-B240F73D58E1}"/>
              </a:ext>
            </a:extLst>
          </p:cNvPr>
          <p:cNvSpPr>
            <a:spLocks noGrp="1"/>
          </p:cNvSpPr>
          <p:nvPr>
            <p:ph type="body" sz="quarter" idx="13"/>
          </p:nvPr>
        </p:nvSpPr>
        <p:spPr>
          <a:xfrm>
            <a:off x="3822192" y="2176272"/>
            <a:ext cx="3794760" cy="466344"/>
          </a:xfrm>
        </p:spPr>
        <p:txBody>
          <a:bodyPr anchor="ctr">
            <a:noAutofit/>
          </a:bodyPr>
          <a:lstStyle>
            <a:lvl1pPr marL="0" indent="0">
              <a:lnSpc>
                <a:spcPct val="100000"/>
              </a:lnSpc>
              <a:spcBef>
                <a:spcPts val="0"/>
              </a:spcBef>
              <a:buNone/>
              <a:defRPr sz="2400" cap="all" baseline="0"/>
            </a:lvl1pPr>
          </a:lstStyle>
          <a:p>
            <a:pPr lvl="0"/>
            <a:r>
              <a:rPr lang="en-US" dirty="0"/>
              <a:t>Click to edit Master text styles</a:t>
            </a:r>
          </a:p>
        </p:txBody>
      </p:sp>
      <p:sp>
        <p:nvSpPr>
          <p:cNvPr id="12" name="Text Placeholder 10">
            <a:extLst>
              <a:ext uri="{FF2B5EF4-FFF2-40B4-BE49-F238E27FC236}">
                <a16:creationId xmlns:a16="http://schemas.microsoft.com/office/drawing/2014/main" id="{F8FF02BC-C132-F5F7-4A13-D0E96037F19F}"/>
              </a:ext>
            </a:extLst>
          </p:cNvPr>
          <p:cNvSpPr>
            <a:spLocks noGrp="1"/>
          </p:cNvSpPr>
          <p:nvPr>
            <p:ph type="body" sz="quarter" idx="14"/>
          </p:nvPr>
        </p:nvSpPr>
        <p:spPr>
          <a:xfrm>
            <a:off x="3822192" y="2914650"/>
            <a:ext cx="3794760" cy="466344"/>
          </a:xfrm>
        </p:spPr>
        <p:txBody>
          <a:bodyPr anchor="ctr">
            <a:noAutofit/>
          </a:bodyPr>
          <a:lstStyle>
            <a:lvl1pPr marL="0" indent="0">
              <a:lnSpc>
                <a:spcPct val="100000"/>
              </a:lnSpc>
              <a:spcBef>
                <a:spcPts val="0"/>
              </a:spcBef>
              <a:buNone/>
              <a:defRPr sz="2400" cap="all" baseline="0"/>
            </a:lvl1pPr>
          </a:lstStyle>
          <a:p>
            <a:pPr lvl="0"/>
            <a:r>
              <a:rPr lang="en-US" dirty="0"/>
              <a:t>Click to edit Master text styles</a:t>
            </a:r>
          </a:p>
        </p:txBody>
      </p:sp>
      <p:sp>
        <p:nvSpPr>
          <p:cNvPr id="13" name="Text Placeholder 10">
            <a:extLst>
              <a:ext uri="{FF2B5EF4-FFF2-40B4-BE49-F238E27FC236}">
                <a16:creationId xmlns:a16="http://schemas.microsoft.com/office/drawing/2014/main" id="{FBE18830-001B-B82E-701F-2D308BC9849B}"/>
              </a:ext>
            </a:extLst>
          </p:cNvPr>
          <p:cNvSpPr>
            <a:spLocks noGrp="1"/>
          </p:cNvSpPr>
          <p:nvPr>
            <p:ph type="body" sz="quarter" idx="15"/>
          </p:nvPr>
        </p:nvSpPr>
        <p:spPr>
          <a:xfrm>
            <a:off x="3822192" y="3653028"/>
            <a:ext cx="3794760" cy="466344"/>
          </a:xfrm>
        </p:spPr>
        <p:txBody>
          <a:bodyPr anchor="ctr">
            <a:noAutofit/>
          </a:bodyPr>
          <a:lstStyle>
            <a:lvl1pPr marL="0" indent="0">
              <a:lnSpc>
                <a:spcPct val="100000"/>
              </a:lnSpc>
              <a:spcBef>
                <a:spcPts val="0"/>
              </a:spcBef>
              <a:buNone/>
              <a:defRPr sz="2400" cap="all" baseline="0"/>
            </a:lvl1pPr>
          </a:lstStyle>
          <a:p>
            <a:pPr lvl="0"/>
            <a:r>
              <a:rPr lang="en-US" dirty="0"/>
              <a:t>Click to edit Master text styles</a:t>
            </a:r>
          </a:p>
        </p:txBody>
      </p:sp>
      <p:sp>
        <p:nvSpPr>
          <p:cNvPr id="14" name="Text Placeholder 10">
            <a:extLst>
              <a:ext uri="{FF2B5EF4-FFF2-40B4-BE49-F238E27FC236}">
                <a16:creationId xmlns:a16="http://schemas.microsoft.com/office/drawing/2014/main" id="{EDB0F7C2-3561-BA83-5415-4B8330C5BFC0}"/>
              </a:ext>
            </a:extLst>
          </p:cNvPr>
          <p:cNvSpPr>
            <a:spLocks noGrp="1"/>
          </p:cNvSpPr>
          <p:nvPr>
            <p:ph type="body" sz="quarter" idx="16"/>
          </p:nvPr>
        </p:nvSpPr>
        <p:spPr>
          <a:xfrm>
            <a:off x="3822192" y="4391406"/>
            <a:ext cx="3794760" cy="466344"/>
          </a:xfrm>
        </p:spPr>
        <p:txBody>
          <a:bodyPr anchor="ctr">
            <a:noAutofit/>
          </a:bodyPr>
          <a:lstStyle>
            <a:lvl1pPr marL="0" indent="0">
              <a:lnSpc>
                <a:spcPct val="100000"/>
              </a:lnSpc>
              <a:spcBef>
                <a:spcPts val="0"/>
              </a:spcBef>
              <a:buNone/>
              <a:defRPr sz="2400" cap="all" baseline="0"/>
            </a:lvl1pPr>
          </a:lstStyle>
          <a:p>
            <a:pPr lvl="0"/>
            <a:r>
              <a:rPr lang="en-US" dirty="0"/>
              <a:t>Click to edit Master text styles</a:t>
            </a:r>
          </a:p>
        </p:txBody>
      </p:sp>
      <p:sp>
        <p:nvSpPr>
          <p:cNvPr id="15" name="Text Placeholder 10">
            <a:extLst>
              <a:ext uri="{FF2B5EF4-FFF2-40B4-BE49-F238E27FC236}">
                <a16:creationId xmlns:a16="http://schemas.microsoft.com/office/drawing/2014/main" id="{5CD45539-3B3A-464F-2480-A7235DE9D3E7}"/>
              </a:ext>
            </a:extLst>
          </p:cNvPr>
          <p:cNvSpPr>
            <a:spLocks noGrp="1"/>
          </p:cNvSpPr>
          <p:nvPr>
            <p:ph type="body" sz="quarter" idx="17"/>
          </p:nvPr>
        </p:nvSpPr>
        <p:spPr>
          <a:xfrm>
            <a:off x="3822192" y="5129784"/>
            <a:ext cx="3794760" cy="466344"/>
          </a:xfrm>
        </p:spPr>
        <p:txBody>
          <a:bodyPr anchor="ctr">
            <a:noAutofit/>
          </a:bodyPr>
          <a:lstStyle>
            <a:lvl1pPr marL="0" indent="0">
              <a:lnSpc>
                <a:spcPct val="100000"/>
              </a:lnSpc>
              <a:spcBef>
                <a:spcPts val="0"/>
              </a:spcBef>
              <a:buNone/>
              <a:defRPr sz="2400" cap="all" baseline="0"/>
            </a:lvl1pPr>
          </a:lstStyle>
          <a:p>
            <a:pPr lvl="0"/>
            <a:r>
              <a:rPr lang="en-US" dirty="0"/>
              <a:t>Click to edit Master text styles</a:t>
            </a:r>
          </a:p>
        </p:txBody>
      </p:sp>
    </p:spTree>
    <p:extLst>
      <p:ext uri="{BB962C8B-B14F-4D97-AF65-F5344CB8AC3E}">
        <p14:creationId xmlns:p14="http://schemas.microsoft.com/office/powerpoint/2010/main" val="1606428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duction">
    <p:spTree>
      <p:nvGrpSpPr>
        <p:cNvPr id="1" name=""/>
        <p:cNvGrpSpPr/>
        <p:nvPr/>
      </p:nvGrpSpPr>
      <p:grpSpPr>
        <a:xfrm>
          <a:off x="0" y="0"/>
          <a:ext cx="0" cy="0"/>
          <a:chOff x="0" y="0"/>
          <a:chExt cx="0" cy="0"/>
        </a:xfrm>
      </p:grpSpPr>
      <p:sp>
        <p:nvSpPr>
          <p:cNvPr id="15" name="Text Placeholder 10">
            <a:extLst>
              <a:ext uri="{FF2B5EF4-FFF2-40B4-BE49-F238E27FC236}">
                <a16:creationId xmlns:a16="http://schemas.microsoft.com/office/drawing/2014/main" id="{5CD45539-3B3A-464F-2480-A7235DE9D3E7}"/>
              </a:ext>
            </a:extLst>
          </p:cNvPr>
          <p:cNvSpPr>
            <a:spLocks noGrp="1"/>
          </p:cNvSpPr>
          <p:nvPr>
            <p:ph type="body" sz="quarter" idx="17"/>
          </p:nvPr>
        </p:nvSpPr>
        <p:spPr>
          <a:xfrm>
            <a:off x="0" y="3154680"/>
            <a:ext cx="12198096" cy="1709928"/>
          </a:xfrm>
        </p:spPr>
        <p:txBody>
          <a:bodyPr anchor="ctr">
            <a:noAutofit/>
          </a:bodyPr>
          <a:lstStyle>
            <a:lvl1pPr marL="0" indent="0" algn="ctr">
              <a:lnSpc>
                <a:spcPct val="90000"/>
              </a:lnSpc>
              <a:spcBef>
                <a:spcPts val="0"/>
              </a:spcBef>
              <a:buNone/>
              <a:defRPr sz="13800" b="1" cap="all" baseline="0">
                <a:solidFill>
                  <a:schemeClr val="tx1">
                    <a:lumMod val="75000"/>
                    <a:lumOff val="25000"/>
                  </a:schemeClr>
                </a:solidFill>
                <a:latin typeface="+mj-lt"/>
              </a:defRPr>
            </a:lvl1pPr>
          </a:lstStyle>
          <a:p>
            <a:pPr lvl="0"/>
            <a:r>
              <a:rPr lang="en-US" dirty="0"/>
              <a:t>Click to edit Master text styles</a:t>
            </a:r>
          </a:p>
        </p:txBody>
      </p:sp>
      <p:sp>
        <p:nvSpPr>
          <p:cNvPr id="2" name="Title 1">
            <a:extLst>
              <a:ext uri="{FF2B5EF4-FFF2-40B4-BE49-F238E27FC236}">
                <a16:creationId xmlns:a16="http://schemas.microsoft.com/office/drawing/2014/main" id="{23732606-8178-6E55-26AD-51AAFF50D284}"/>
              </a:ext>
            </a:extLst>
          </p:cNvPr>
          <p:cNvSpPr>
            <a:spLocks noGrp="1"/>
          </p:cNvSpPr>
          <p:nvPr>
            <p:ph type="title"/>
          </p:nvPr>
        </p:nvSpPr>
        <p:spPr>
          <a:xfrm>
            <a:off x="0" y="1828800"/>
            <a:ext cx="12198096" cy="1709928"/>
          </a:xfrm>
        </p:spPr>
        <p:txBody>
          <a:bodyPr>
            <a:noAutofit/>
          </a:bodyPr>
          <a:lstStyle>
            <a:lvl1pPr algn="ctr">
              <a:defRPr sz="13800" cap="all" baseline="0"/>
            </a:lvl1pPr>
          </a:lstStyle>
          <a:p>
            <a:r>
              <a:rPr lang="en-US" dirty="0"/>
              <a:t>Click to edit Master title style</a:t>
            </a:r>
          </a:p>
        </p:txBody>
      </p:sp>
      <p:sp>
        <p:nvSpPr>
          <p:cNvPr id="3" name="Slide Number Placeholder 2">
            <a:extLst>
              <a:ext uri="{FF2B5EF4-FFF2-40B4-BE49-F238E27FC236}">
                <a16:creationId xmlns:a16="http://schemas.microsoft.com/office/drawing/2014/main" id="{CF00AE91-3B85-16DB-77F3-EDF2472DDB30}"/>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
        <p:nvSpPr>
          <p:cNvPr id="4" name="Footer Placeholder 3">
            <a:extLst>
              <a:ext uri="{FF2B5EF4-FFF2-40B4-BE49-F238E27FC236}">
                <a16:creationId xmlns:a16="http://schemas.microsoft.com/office/drawing/2014/main" id="{959C2A85-E1A4-A097-5C3F-E9D9396F5753}"/>
              </a:ext>
            </a:extLst>
          </p:cNvPr>
          <p:cNvSpPr>
            <a:spLocks noGrp="1"/>
          </p:cNvSpPr>
          <p:nvPr>
            <p:ph type="ftr" sz="quarter" idx="11"/>
          </p:nvPr>
        </p:nvSpPr>
        <p:spPr>
          <a:xfrm>
            <a:off x="365760" y="6400800"/>
            <a:ext cx="2916936" cy="246888"/>
          </a:xfrm>
        </p:spPr>
        <p:txBody>
          <a:bodyPr>
            <a:noAutofit/>
          </a:bodyPr>
          <a:lstStyle>
            <a:lvl1pPr algn="l">
              <a:defRPr/>
            </a:lvl1pPr>
          </a:lstStyle>
          <a:p>
            <a:r>
              <a:rPr lang="en-US" dirty="0"/>
              <a:t>Presentation title</a:t>
            </a:r>
          </a:p>
        </p:txBody>
      </p:sp>
      <p:sp>
        <p:nvSpPr>
          <p:cNvPr id="11" name="Text Placeholder 10">
            <a:extLst>
              <a:ext uri="{FF2B5EF4-FFF2-40B4-BE49-F238E27FC236}">
                <a16:creationId xmlns:a16="http://schemas.microsoft.com/office/drawing/2014/main" id="{5B2F2BA9-7FBD-D1B5-303E-B240F73D58E1}"/>
              </a:ext>
            </a:extLst>
          </p:cNvPr>
          <p:cNvSpPr>
            <a:spLocks noGrp="1"/>
          </p:cNvSpPr>
          <p:nvPr>
            <p:ph type="body" sz="quarter" idx="13"/>
          </p:nvPr>
        </p:nvSpPr>
        <p:spPr>
          <a:xfrm>
            <a:off x="0" y="2587752"/>
            <a:ext cx="12198096" cy="1508760"/>
          </a:xfrm>
          <a:solidFill>
            <a:schemeClr val="accent1"/>
          </a:solidFill>
        </p:spPr>
        <p:txBody>
          <a:bodyPr lIns="877824" rIns="877824" anchor="ctr">
            <a:noAutofit/>
          </a:bodyPr>
          <a:lstStyle>
            <a:lvl1pPr marL="0" indent="0" algn="ctr">
              <a:lnSpc>
                <a:spcPct val="100000"/>
              </a:lnSpc>
              <a:spcBef>
                <a:spcPts val="0"/>
              </a:spcBef>
              <a:buNone/>
              <a:defRPr sz="1800" cap="none" baseline="0"/>
            </a:lvl1pPr>
          </a:lstStyle>
          <a:p>
            <a:pPr lvl="0"/>
            <a:r>
              <a:rPr lang="en-US" dirty="0"/>
              <a:t>Click to edit Master text styles</a:t>
            </a:r>
          </a:p>
        </p:txBody>
      </p:sp>
    </p:spTree>
    <p:extLst>
      <p:ext uri="{BB962C8B-B14F-4D97-AF65-F5344CB8AC3E}">
        <p14:creationId xmlns:p14="http://schemas.microsoft.com/office/powerpoint/2010/main" val="1760725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7090B92F-B1E5-5257-95EF-9608691E72FA}"/>
              </a:ext>
            </a:extLst>
          </p:cNvPr>
          <p:cNvSpPr>
            <a:spLocks noGrp="1"/>
          </p:cNvSpPr>
          <p:nvPr>
            <p:ph type="pic" sz="quarter" idx="12"/>
          </p:nvPr>
        </p:nvSpPr>
        <p:spPr>
          <a:xfrm>
            <a:off x="7987762" y="850614"/>
            <a:ext cx="3392424" cy="3392424"/>
          </a:xfrm>
          <a:solidFill>
            <a:schemeClr val="accent1">
              <a:lumMod val="90000"/>
            </a:schemeClr>
          </a:solidFill>
        </p:spPr>
        <p:txBody>
          <a:bodyPr anchor="ctr"/>
          <a:lstStyle>
            <a:lvl1pPr marL="0" indent="0" algn="ctr">
              <a:buNone/>
              <a:defRPr sz="1000"/>
            </a:lvl1pPr>
          </a:lstStyle>
          <a:p>
            <a:endParaRPr lang="en-US" dirty="0"/>
          </a:p>
        </p:txBody>
      </p:sp>
      <p:cxnSp>
        <p:nvCxnSpPr>
          <p:cNvPr id="11" name="Straight Connector 10">
            <a:extLst>
              <a:ext uri="{FF2B5EF4-FFF2-40B4-BE49-F238E27FC236}">
                <a16:creationId xmlns:a16="http://schemas.microsoft.com/office/drawing/2014/main" id="{A00590DB-1CC1-812C-5B3B-E798A1954E14}"/>
              </a:ext>
            </a:extLst>
          </p:cNvPr>
          <p:cNvCxnSpPr>
            <a:cxnSpLocks/>
          </p:cNvCxnSpPr>
          <p:nvPr userDrawn="1"/>
        </p:nvCxnSpPr>
        <p:spPr>
          <a:xfrm flipV="1">
            <a:off x="11031347" y="4545496"/>
            <a:ext cx="0" cy="2312504"/>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450C0AB6-9748-6CBD-93E7-334B0BA5ABEA}"/>
              </a:ext>
            </a:extLst>
          </p:cNvPr>
          <p:cNvSpPr>
            <a:spLocks noGrp="1"/>
          </p:cNvSpPr>
          <p:nvPr>
            <p:ph type="ctrTitle"/>
          </p:nvPr>
        </p:nvSpPr>
        <p:spPr>
          <a:xfrm>
            <a:off x="356616" y="850392"/>
            <a:ext cx="11347704" cy="1298448"/>
          </a:xfrm>
        </p:spPr>
        <p:txBody>
          <a:bodyPr anchor="ctr">
            <a:noAutofit/>
          </a:bodyPr>
          <a:lstStyle>
            <a:lvl1pPr algn="l">
              <a:defRPr sz="13800" cap="all" baseline="0"/>
            </a:lvl1pPr>
          </a:lstStyle>
          <a:p>
            <a:r>
              <a:rPr lang="en-US" dirty="0"/>
              <a:t>Click to edit Master title style</a:t>
            </a:r>
          </a:p>
        </p:txBody>
      </p:sp>
      <p:sp>
        <p:nvSpPr>
          <p:cNvPr id="8" name="Text Placeholder 10">
            <a:extLst>
              <a:ext uri="{FF2B5EF4-FFF2-40B4-BE49-F238E27FC236}">
                <a16:creationId xmlns:a16="http://schemas.microsoft.com/office/drawing/2014/main" id="{C2259711-7EFE-2148-F50E-25FD01E3263B}"/>
              </a:ext>
            </a:extLst>
          </p:cNvPr>
          <p:cNvSpPr>
            <a:spLocks noGrp="1"/>
          </p:cNvSpPr>
          <p:nvPr>
            <p:ph type="body" sz="quarter" idx="11" hasCustomPrompt="1"/>
          </p:nvPr>
        </p:nvSpPr>
        <p:spPr>
          <a:xfrm>
            <a:off x="357188" y="2432304"/>
            <a:ext cx="5738812" cy="1298448"/>
          </a:xfrm>
        </p:spPr>
        <p:txBody>
          <a:bodyPr anchor="ctr"/>
          <a:lstStyle>
            <a:lvl1pPr marL="0" indent="0">
              <a:buNone/>
              <a:defRPr sz="13800" b="1" i="1" cap="all" baseline="0">
                <a:solidFill>
                  <a:schemeClr val="tx1">
                    <a:lumMod val="75000"/>
                    <a:lumOff val="25000"/>
                  </a:schemeClr>
                </a:solidFill>
                <a:latin typeface="+mj-lt"/>
              </a:defRPr>
            </a:lvl1pPr>
          </a:lstStyle>
          <a:p>
            <a:pPr lvl="0"/>
            <a:r>
              <a:rPr lang="en-US" dirty="0"/>
              <a:t>Title</a:t>
            </a:r>
          </a:p>
        </p:txBody>
      </p:sp>
      <p:sp>
        <p:nvSpPr>
          <p:cNvPr id="9" name="Subtitle 2">
            <a:extLst>
              <a:ext uri="{FF2B5EF4-FFF2-40B4-BE49-F238E27FC236}">
                <a16:creationId xmlns:a16="http://schemas.microsoft.com/office/drawing/2014/main" id="{DA4EDA27-F4C5-CD0B-F971-E7FD300C4821}"/>
              </a:ext>
            </a:extLst>
          </p:cNvPr>
          <p:cNvSpPr>
            <a:spLocks noGrp="1"/>
          </p:cNvSpPr>
          <p:nvPr>
            <p:ph type="subTitle" idx="1"/>
          </p:nvPr>
        </p:nvSpPr>
        <p:spPr>
          <a:xfrm>
            <a:off x="356616" y="5138928"/>
            <a:ext cx="7123176" cy="612648"/>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Picture Placeholder 8">
            <a:extLst>
              <a:ext uri="{FF2B5EF4-FFF2-40B4-BE49-F238E27FC236}">
                <a16:creationId xmlns:a16="http://schemas.microsoft.com/office/drawing/2014/main" id="{EAAF858D-31E9-7D8F-B203-45B2703EC37D}"/>
              </a:ext>
            </a:extLst>
          </p:cNvPr>
          <p:cNvSpPr>
            <a:spLocks noGrp="1"/>
          </p:cNvSpPr>
          <p:nvPr>
            <p:ph type="pic" sz="quarter" idx="10"/>
          </p:nvPr>
        </p:nvSpPr>
        <p:spPr>
          <a:xfrm>
            <a:off x="8686800" y="2286000"/>
            <a:ext cx="1993392" cy="3163824"/>
          </a:xfrm>
          <a:solidFill>
            <a:schemeClr val="bg2"/>
          </a:solidFill>
        </p:spPr>
        <p:txBody>
          <a:bodyPr anchor="ctr"/>
          <a:lstStyle>
            <a:lvl1pPr marL="0" indent="0" algn="ctr">
              <a:buNone/>
              <a:defRPr sz="1000">
                <a:solidFill>
                  <a:schemeClr val="tx1">
                    <a:lumMod val="75000"/>
                    <a:lumOff val="25000"/>
                  </a:schemeClr>
                </a:solidFill>
              </a:defRPr>
            </a:lvl1pPr>
          </a:lstStyle>
          <a:p>
            <a:endParaRPr lang="en-US" dirty="0"/>
          </a:p>
        </p:txBody>
      </p:sp>
    </p:spTree>
    <p:extLst>
      <p:ext uri="{BB962C8B-B14F-4D97-AF65-F5344CB8AC3E}">
        <p14:creationId xmlns:p14="http://schemas.microsoft.com/office/powerpoint/2010/main" val="4034626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C8054-F9DF-2FE3-0142-D48931912FF6}"/>
              </a:ext>
            </a:extLst>
          </p:cNvPr>
          <p:cNvSpPr>
            <a:spLocks noGrp="1"/>
          </p:cNvSpPr>
          <p:nvPr>
            <p:ph type="title"/>
          </p:nvPr>
        </p:nvSpPr>
        <p:spPr>
          <a:xfrm>
            <a:off x="640080" y="457200"/>
            <a:ext cx="10936224" cy="1325563"/>
          </a:xfrm>
        </p:spPr>
        <p:txBody>
          <a:bodyPr/>
          <a:lstStyle>
            <a:lvl1pPr algn="ctr">
              <a:defRPr/>
            </a:lvl1pPr>
          </a:lstStyle>
          <a:p>
            <a:r>
              <a:rPr lang="en-US" dirty="0"/>
              <a:t>Click to edit Master title style</a:t>
            </a:r>
          </a:p>
        </p:txBody>
      </p:sp>
      <p:sp>
        <p:nvSpPr>
          <p:cNvPr id="3" name="Content Placeholder 2">
            <a:extLst>
              <a:ext uri="{FF2B5EF4-FFF2-40B4-BE49-F238E27FC236}">
                <a16:creationId xmlns:a16="http://schemas.microsoft.com/office/drawing/2014/main" id="{C0C55DDE-FFCC-5750-83A9-F88E2F74A1BC}"/>
              </a:ext>
            </a:extLst>
          </p:cNvPr>
          <p:cNvSpPr>
            <a:spLocks noGrp="1"/>
          </p:cNvSpPr>
          <p:nvPr>
            <p:ph idx="1"/>
          </p:nvPr>
        </p:nvSpPr>
        <p:spPr>
          <a:xfrm>
            <a:off x="969264" y="1947672"/>
            <a:ext cx="10296144" cy="43708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BDA0D14-310A-2EDC-99A1-FCFA29C787ED}"/>
              </a:ext>
            </a:extLst>
          </p:cNvPr>
          <p:cNvSpPr>
            <a:spLocks noGrp="1"/>
          </p:cNvSpPr>
          <p:nvPr>
            <p:ph type="ftr" sz="quarter" idx="11"/>
          </p:nvPr>
        </p:nvSpPr>
        <p:spPr>
          <a:xfrm rot="16200000">
            <a:off x="-531091" y="983633"/>
            <a:ext cx="1728216" cy="283464"/>
          </a:xfrm>
          <a:prstGeom prst="rect">
            <a:avLst/>
          </a:prstGeom>
        </p:spPr>
        <p:txBody>
          <a:bodyPr/>
          <a:lstStyle/>
          <a:p>
            <a:r>
              <a:rPr lang="en-US" dirty="0"/>
              <a:t>Presentation title</a:t>
            </a:r>
          </a:p>
        </p:txBody>
      </p:sp>
      <p:sp>
        <p:nvSpPr>
          <p:cNvPr id="6" name="Slide Number Placeholder 5">
            <a:extLst>
              <a:ext uri="{FF2B5EF4-FFF2-40B4-BE49-F238E27FC236}">
                <a16:creationId xmlns:a16="http://schemas.microsoft.com/office/drawing/2014/main" id="{5653FDCA-382D-537C-5751-191D136E9D17}"/>
              </a:ext>
            </a:extLst>
          </p:cNvPr>
          <p:cNvSpPr>
            <a:spLocks noGrp="1"/>
          </p:cNvSpPr>
          <p:nvPr>
            <p:ph type="sldNum" sz="quarter" idx="12"/>
          </p:nvPr>
        </p:nvSpPr>
        <p:spPr/>
        <p:txBody>
          <a:bodyPr/>
          <a:lstStyle/>
          <a:p>
            <a:fld id="{BC0F0449-EF10-3E4D-894D-3DE10CF4206D}" type="slidenum">
              <a:rPr lang="en-US" smtClean="0"/>
              <a:t>‹#›</a:t>
            </a:fld>
            <a:endParaRPr lang="en-US" dirty="0"/>
          </a:p>
        </p:txBody>
      </p:sp>
    </p:spTree>
    <p:extLst>
      <p:ext uri="{BB962C8B-B14F-4D97-AF65-F5344CB8AC3E}">
        <p14:creationId xmlns:p14="http://schemas.microsoft.com/office/powerpoint/2010/main" val="379801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50C0AB6-9748-6CBD-93E7-334B0BA5ABEA}"/>
              </a:ext>
            </a:extLst>
          </p:cNvPr>
          <p:cNvSpPr>
            <a:spLocks noGrp="1"/>
          </p:cNvSpPr>
          <p:nvPr>
            <p:ph type="ctrTitle"/>
          </p:nvPr>
        </p:nvSpPr>
        <p:spPr>
          <a:xfrm>
            <a:off x="1014984" y="932688"/>
            <a:ext cx="10552176" cy="4764024"/>
          </a:xfrm>
        </p:spPr>
        <p:txBody>
          <a:bodyPr anchor="ctr">
            <a:noAutofit/>
          </a:bodyPr>
          <a:lstStyle>
            <a:lvl1pPr algn="ctr">
              <a:defRPr sz="8200" cap="none" baseline="0"/>
            </a:lvl1pPr>
          </a:lstStyle>
          <a:p>
            <a:r>
              <a:rPr lang="en-US" dirty="0"/>
              <a:t>Click to edit Master title style</a:t>
            </a:r>
          </a:p>
        </p:txBody>
      </p:sp>
      <p:sp>
        <p:nvSpPr>
          <p:cNvPr id="9" name="Subtitle 2">
            <a:extLst>
              <a:ext uri="{FF2B5EF4-FFF2-40B4-BE49-F238E27FC236}">
                <a16:creationId xmlns:a16="http://schemas.microsoft.com/office/drawing/2014/main" id="{DA4EDA27-F4C5-CD0B-F971-E7FD300C4821}"/>
              </a:ext>
            </a:extLst>
          </p:cNvPr>
          <p:cNvSpPr>
            <a:spLocks noGrp="1"/>
          </p:cNvSpPr>
          <p:nvPr>
            <p:ph type="subTitle" idx="1"/>
          </p:nvPr>
        </p:nvSpPr>
        <p:spPr>
          <a:xfrm>
            <a:off x="6693408" y="5788152"/>
            <a:ext cx="2578608" cy="612648"/>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2" name="Straight Connector 1">
            <a:extLst>
              <a:ext uri="{FF2B5EF4-FFF2-40B4-BE49-F238E27FC236}">
                <a16:creationId xmlns:a16="http://schemas.microsoft.com/office/drawing/2014/main" id="{4B215B41-53EF-7995-A29E-CF60C8A56CEF}"/>
              </a:ext>
            </a:extLst>
          </p:cNvPr>
          <p:cNvCxnSpPr>
            <a:cxnSpLocks/>
          </p:cNvCxnSpPr>
          <p:nvPr userDrawn="1"/>
        </p:nvCxnSpPr>
        <p:spPr>
          <a:xfrm>
            <a:off x="0" y="6009861"/>
            <a:ext cx="6446922" cy="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6BE9C915-8D4C-5E75-F776-9CD4D8D7E53B}"/>
              </a:ext>
            </a:extLst>
          </p:cNvPr>
          <p:cNvSpPr>
            <a:spLocks noGrp="1"/>
          </p:cNvSpPr>
          <p:nvPr>
            <p:ph type="body" sz="quarter" idx="10" hasCustomPrompt="1"/>
          </p:nvPr>
        </p:nvSpPr>
        <p:spPr>
          <a:xfrm>
            <a:off x="0" y="-1143000"/>
            <a:ext cx="2752344" cy="2551176"/>
          </a:xfrm>
        </p:spPr>
        <p:txBody>
          <a:bodyPr/>
          <a:lstStyle>
            <a:lvl1pPr marL="0" indent="0" algn="ctr">
              <a:buNone/>
              <a:defRPr sz="40000" b="1">
                <a:solidFill>
                  <a:schemeClr val="accent2">
                    <a:lumMod val="40000"/>
                    <a:lumOff val="60000"/>
                  </a:schemeClr>
                </a:solidFill>
                <a:latin typeface="+mj-lt"/>
              </a:defRPr>
            </a:lvl1pPr>
          </a:lstStyle>
          <a:p>
            <a:pPr lvl="0"/>
            <a:r>
              <a:rPr lang="en-US" dirty="0"/>
              <a:t>“</a:t>
            </a:r>
          </a:p>
        </p:txBody>
      </p:sp>
      <p:sp>
        <p:nvSpPr>
          <p:cNvPr id="6" name="Text Placeholder 3">
            <a:extLst>
              <a:ext uri="{FF2B5EF4-FFF2-40B4-BE49-F238E27FC236}">
                <a16:creationId xmlns:a16="http://schemas.microsoft.com/office/drawing/2014/main" id="{E095A89F-EF79-78DD-BEDC-74C21F5D538D}"/>
              </a:ext>
            </a:extLst>
          </p:cNvPr>
          <p:cNvSpPr>
            <a:spLocks noGrp="1"/>
          </p:cNvSpPr>
          <p:nvPr>
            <p:ph type="body" sz="quarter" idx="11" hasCustomPrompt="1"/>
          </p:nvPr>
        </p:nvSpPr>
        <p:spPr>
          <a:xfrm>
            <a:off x="9491472" y="4745736"/>
            <a:ext cx="2752344" cy="2551176"/>
          </a:xfrm>
        </p:spPr>
        <p:txBody>
          <a:bodyPr/>
          <a:lstStyle>
            <a:lvl1pPr marL="0" indent="0" algn="ctr">
              <a:buNone/>
              <a:defRPr sz="40000" b="1">
                <a:solidFill>
                  <a:schemeClr val="accent2">
                    <a:lumMod val="40000"/>
                    <a:lumOff val="60000"/>
                  </a:schemeClr>
                </a:solidFill>
                <a:latin typeface="+mj-lt"/>
              </a:defRPr>
            </a:lvl1pPr>
          </a:lstStyle>
          <a:p>
            <a:pPr lvl="0"/>
            <a:r>
              <a:rPr lang="en-US" dirty="0"/>
              <a:t>”</a:t>
            </a:r>
          </a:p>
        </p:txBody>
      </p:sp>
    </p:spTree>
    <p:extLst>
      <p:ext uri="{BB962C8B-B14F-4D97-AF65-F5344CB8AC3E}">
        <p14:creationId xmlns:p14="http://schemas.microsoft.com/office/powerpoint/2010/main" val="833715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eam x4">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AC009C9-3824-FABC-07B9-A4C9BC63627A}"/>
              </a:ext>
            </a:extLst>
          </p:cNvPr>
          <p:cNvSpPr/>
          <p:nvPr userDrawn="1"/>
        </p:nvSpPr>
        <p:spPr>
          <a:xfrm>
            <a:off x="-1319349" y="2699730"/>
            <a:ext cx="1959429" cy="493325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6" name="Rectangle 5">
            <a:extLst>
              <a:ext uri="{FF2B5EF4-FFF2-40B4-BE49-F238E27FC236}">
                <a16:creationId xmlns:a16="http://schemas.microsoft.com/office/drawing/2014/main" id="{E21023D4-A9ED-002F-0B45-019DB4997807}"/>
              </a:ext>
            </a:extLst>
          </p:cNvPr>
          <p:cNvSpPr/>
          <p:nvPr userDrawn="1"/>
        </p:nvSpPr>
        <p:spPr>
          <a:xfrm>
            <a:off x="11678804" y="-1524868"/>
            <a:ext cx="1959429" cy="493325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cxnSp>
        <p:nvCxnSpPr>
          <p:cNvPr id="7" name="Straight Connector 6">
            <a:extLst>
              <a:ext uri="{FF2B5EF4-FFF2-40B4-BE49-F238E27FC236}">
                <a16:creationId xmlns:a16="http://schemas.microsoft.com/office/drawing/2014/main" id="{FD2C298F-D572-B084-FEE9-B3E572860979}"/>
              </a:ext>
            </a:extLst>
          </p:cNvPr>
          <p:cNvCxnSpPr>
            <a:cxnSpLocks/>
          </p:cNvCxnSpPr>
          <p:nvPr userDrawn="1"/>
        </p:nvCxnSpPr>
        <p:spPr>
          <a:xfrm>
            <a:off x="-1814105" y="6267774"/>
            <a:ext cx="2948940" cy="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B1AC3B6-A5EE-CC6F-3D11-437B77131B2E}"/>
              </a:ext>
            </a:extLst>
          </p:cNvPr>
          <p:cNvCxnSpPr>
            <a:cxnSpLocks/>
          </p:cNvCxnSpPr>
          <p:nvPr userDrawn="1"/>
        </p:nvCxnSpPr>
        <p:spPr>
          <a:xfrm flipH="1" flipV="1">
            <a:off x="4967805" y="6417672"/>
            <a:ext cx="114614" cy="1685327"/>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590D898-E343-5199-7EA3-0DE4BD9767D8}"/>
              </a:ext>
            </a:extLst>
          </p:cNvPr>
          <p:cNvCxnSpPr>
            <a:cxnSpLocks/>
          </p:cNvCxnSpPr>
          <p:nvPr userDrawn="1"/>
        </p:nvCxnSpPr>
        <p:spPr>
          <a:xfrm>
            <a:off x="8461423" y="6696365"/>
            <a:ext cx="2948940" cy="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sp>
        <p:nvSpPr>
          <p:cNvPr id="12" name="Picture Placeholder 11">
            <a:extLst>
              <a:ext uri="{FF2B5EF4-FFF2-40B4-BE49-F238E27FC236}">
                <a16:creationId xmlns:a16="http://schemas.microsoft.com/office/drawing/2014/main" id="{C00B5647-2B6E-CFB8-05E2-D6D583A82607}"/>
              </a:ext>
            </a:extLst>
          </p:cNvPr>
          <p:cNvSpPr>
            <a:spLocks noGrp="1"/>
          </p:cNvSpPr>
          <p:nvPr>
            <p:ph type="pic" sz="quarter" idx="12"/>
          </p:nvPr>
        </p:nvSpPr>
        <p:spPr>
          <a:xfrm>
            <a:off x="-846494" y="2127169"/>
            <a:ext cx="1207008" cy="1709928"/>
          </a:xfrm>
          <a:solidFill>
            <a:schemeClr val="accent3">
              <a:lumMod val="40000"/>
              <a:lumOff val="60000"/>
            </a:schemeClr>
          </a:solidFill>
        </p:spPr>
        <p:txBody>
          <a:bodyPr anchor="ctr"/>
          <a:lstStyle>
            <a:lvl1pPr marL="0" indent="0" algn="ctr">
              <a:buNone/>
              <a:defRPr sz="1200"/>
            </a:lvl1pPr>
          </a:lstStyle>
          <a:p>
            <a:endParaRPr lang="en-US" dirty="0"/>
          </a:p>
        </p:txBody>
      </p:sp>
      <p:sp>
        <p:nvSpPr>
          <p:cNvPr id="13" name="Picture Placeholder 11">
            <a:extLst>
              <a:ext uri="{FF2B5EF4-FFF2-40B4-BE49-F238E27FC236}">
                <a16:creationId xmlns:a16="http://schemas.microsoft.com/office/drawing/2014/main" id="{3909E6A2-2DD4-4F22-956D-1B5E586C4934}"/>
              </a:ext>
            </a:extLst>
          </p:cNvPr>
          <p:cNvSpPr>
            <a:spLocks noGrp="1"/>
          </p:cNvSpPr>
          <p:nvPr>
            <p:ph type="pic" sz="quarter" idx="13"/>
          </p:nvPr>
        </p:nvSpPr>
        <p:spPr>
          <a:xfrm>
            <a:off x="11831486" y="6267774"/>
            <a:ext cx="1207008" cy="1709928"/>
          </a:xfrm>
          <a:solidFill>
            <a:schemeClr val="accent3">
              <a:lumMod val="40000"/>
              <a:lumOff val="60000"/>
            </a:schemeClr>
          </a:solidFill>
        </p:spPr>
        <p:txBody>
          <a:bodyPr anchor="ctr"/>
          <a:lstStyle>
            <a:lvl1pPr marL="0" indent="0" algn="ctr">
              <a:buNone/>
              <a:defRPr sz="1200"/>
            </a:lvl1pPr>
          </a:lstStyle>
          <a:p>
            <a:endParaRPr lang="en-US" dirty="0"/>
          </a:p>
        </p:txBody>
      </p:sp>
      <p:sp>
        <p:nvSpPr>
          <p:cNvPr id="14" name="Picture Placeholder 11">
            <a:extLst>
              <a:ext uri="{FF2B5EF4-FFF2-40B4-BE49-F238E27FC236}">
                <a16:creationId xmlns:a16="http://schemas.microsoft.com/office/drawing/2014/main" id="{430630E9-C15D-F5DD-A03B-EEE67E761D46}"/>
              </a:ext>
            </a:extLst>
          </p:cNvPr>
          <p:cNvSpPr>
            <a:spLocks noGrp="1"/>
          </p:cNvSpPr>
          <p:nvPr>
            <p:ph type="pic" sz="quarter" idx="14"/>
          </p:nvPr>
        </p:nvSpPr>
        <p:spPr>
          <a:xfrm>
            <a:off x="360514" y="6488648"/>
            <a:ext cx="1207008" cy="1709928"/>
          </a:xfrm>
          <a:solidFill>
            <a:schemeClr val="accent3">
              <a:lumMod val="40000"/>
              <a:lumOff val="60000"/>
            </a:schemeClr>
          </a:solidFill>
        </p:spPr>
        <p:txBody>
          <a:bodyPr anchor="ctr"/>
          <a:lstStyle>
            <a:lvl1pPr marL="0" indent="0" algn="ctr">
              <a:buNone/>
              <a:defRPr sz="1200"/>
            </a:lvl1pPr>
          </a:lstStyle>
          <a:p>
            <a:endParaRPr lang="en-US" dirty="0"/>
          </a:p>
        </p:txBody>
      </p:sp>
      <p:sp>
        <p:nvSpPr>
          <p:cNvPr id="15" name="Picture Placeholder 11">
            <a:extLst>
              <a:ext uri="{FF2B5EF4-FFF2-40B4-BE49-F238E27FC236}">
                <a16:creationId xmlns:a16="http://schemas.microsoft.com/office/drawing/2014/main" id="{693530D4-E207-8018-C54B-C19326257D3D}"/>
              </a:ext>
            </a:extLst>
          </p:cNvPr>
          <p:cNvSpPr>
            <a:spLocks noGrp="1"/>
          </p:cNvSpPr>
          <p:nvPr>
            <p:ph type="pic" sz="quarter" idx="15"/>
          </p:nvPr>
        </p:nvSpPr>
        <p:spPr>
          <a:xfrm>
            <a:off x="7171718" y="6393071"/>
            <a:ext cx="1207008" cy="1709928"/>
          </a:xfrm>
          <a:solidFill>
            <a:schemeClr val="accent3">
              <a:lumMod val="40000"/>
              <a:lumOff val="60000"/>
            </a:schemeClr>
          </a:solidFill>
        </p:spPr>
        <p:txBody>
          <a:bodyPr anchor="ctr"/>
          <a:lstStyle>
            <a:lvl1pPr marL="0" indent="0" algn="ctr">
              <a:buNone/>
              <a:defRPr sz="1200"/>
            </a:lvl1pPr>
          </a:lstStyle>
          <a:p>
            <a:endParaRPr lang="en-US" dirty="0"/>
          </a:p>
        </p:txBody>
      </p:sp>
      <p:sp>
        <p:nvSpPr>
          <p:cNvPr id="25" name="Slide Number Placeholder 2">
            <a:extLst>
              <a:ext uri="{FF2B5EF4-FFF2-40B4-BE49-F238E27FC236}">
                <a16:creationId xmlns:a16="http://schemas.microsoft.com/office/drawing/2014/main" id="{7C7F2D53-0EE2-0959-BEDE-668007CB0939}"/>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Tree>
    <p:extLst>
      <p:ext uri="{BB962C8B-B14F-4D97-AF65-F5344CB8AC3E}">
        <p14:creationId xmlns:p14="http://schemas.microsoft.com/office/powerpoint/2010/main" val="1210266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eam x8">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C99AD27-1F9E-2F81-1D38-74CDE4087F98}"/>
              </a:ext>
            </a:extLst>
          </p:cNvPr>
          <p:cNvSpPr/>
          <p:nvPr userDrawn="1"/>
        </p:nvSpPr>
        <p:spPr>
          <a:xfrm>
            <a:off x="0" y="2632933"/>
            <a:ext cx="12205251" cy="432183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12" name="Picture Placeholder 11">
            <a:extLst>
              <a:ext uri="{FF2B5EF4-FFF2-40B4-BE49-F238E27FC236}">
                <a16:creationId xmlns:a16="http://schemas.microsoft.com/office/drawing/2014/main" id="{C00B5647-2B6E-CFB8-05E2-D6D583A82607}"/>
              </a:ext>
            </a:extLst>
          </p:cNvPr>
          <p:cNvSpPr>
            <a:spLocks noGrp="1"/>
          </p:cNvSpPr>
          <p:nvPr>
            <p:ph type="pic" sz="quarter" idx="12"/>
          </p:nvPr>
        </p:nvSpPr>
        <p:spPr>
          <a:xfrm>
            <a:off x="1069848" y="1947672"/>
            <a:ext cx="1609344" cy="1609344"/>
          </a:xfrm>
          <a:solidFill>
            <a:schemeClr val="accent3">
              <a:lumMod val="40000"/>
              <a:lumOff val="60000"/>
            </a:schemeClr>
          </a:solidFill>
        </p:spPr>
        <p:txBody>
          <a:bodyPr anchor="ctr"/>
          <a:lstStyle>
            <a:lvl1pPr marL="0" indent="0" algn="ctr">
              <a:buNone/>
              <a:defRPr sz="1200"/>
            </a:lvl1pPr>
          </a:lstStyle>
          <a:p>
            <a:endParaRPr lang="en-US" dirty="0"/>
          </a:p>
        </p:txBody>
      </p:sp>
      <p:sp>
        <p:nvSpPr>
          <p:cNvPr id="13" name="Picture Placeholder 11">
            <a:extLst>
              <a:ext uri="{FF2B5EF4-FFF2-40B4-BE49-F238E27FC236}">
                <a16:creationId xmlns:a16="http://schemas.microsoft.com/office/drawing/2014/main" id="{3909E6A2-2DD4-4F22-956D-1B5E586C4934}"/>
              </a:ext>
            </a:extLst>
          </p:cNvPr>
          <p:cNvSpPr>
            <a:spLocks noGrp="1"/>
          </p:cNvSpPr>
          <p:nvPr>
            <p:ph type="pic" sz="quarter" idx="13"/>
          </p:nvPr>
        </p:nvSpPr>
        <p:spPr>
          <a:xfrm>
            <a:off x="3877056" y="1947672"/>
            <a:ext cx="1609344" cy="1609344"/>
          </a:xfrm>
          <a:solidFill>
            <a:schemeClr val="accent3">
              <a:lumMod val="40000"/>
              <a:lumOff val="60000"/>
            </a:schemeClr>
          </a:solidFill>
        </p:spPr>
        <p:txBody>
          <a:bodyPr anchor="ctr"/>
          <a:lstStyle>
            <a:lvl1pPr marL="0" indent="0" algn="ctr">
              <a:buNone/>
              <a:defRPr sz="1200"/>
            </a:lvl1pPr>
          </a:lstStyle>
          <a:p>
            <a:endParaRPr lang="en-US" dirty="0"/>
          </a:p>
        </p:txBody>
      </p:sp>
      <p:sp>
        <p:nvSpPr>
          <p:cNvPr id="14" name="Picture Placeholder 11">
            <a:extLst>
              <a:ext uri="{FF2B5EF4-FFF2-40B4-BE49-F238E27FC236}">
                <a16:creationId xmlns:a16="http://schemas.microsoft.com/office/drawing/2014/main" id="{430630E9-C15D-F5DD-A03B-EEE67E761D46}"/>
              </a:ext>
            </a:extLst>
          </p:cNvPr>
          <p:cNvSpPr>
            <a:spLocks noGrp="1"/>
          </p:cNvSpPr>
          <p:nvPr>
            <p:ph type="pic" sz="quarter" idx="14"/>
          </p:nvPr>
        </p:nvSpPr>
        <p:spPr>
          <a:xfrm>
            <a:off x="6711696" y="1947672"/>
            <a:ext cx="1609344" cy="1609344"/>
          </a:xfrm>
          <a:solidFill>
            <a:schemeClr val="accent3">
              <a:lumMod val="40000"/>
              <a:lumOff val="60000"/>
            </a:schemeClr>
          </a:solidFill>
        </p:spPr>
        <p:txBody>
          <a:bodyPr anchor="ctr"/>
          <a:lstStyle>
            <a:lvl1pPr marL="0" indent="0" algn="ctr">
              <a:buNone/>
              <a:defRPr sz="1200"/>
            </a:lvl1pPr>
          </a:lstStyle>
          <a:p>
            <a:endParaRPr lang="en-US" dirty="0"/>
          </a:p>
        </p:txBody>
      </p:sp>
      <p:sp>
        <p:nvSpPr>
          <p:cNvPr id="15" name="Picture Placeholder 11">
            <a:extLst>
              <a:ext uri="{FF2B5EF4-FFF2-40B4-BE49-F238E27FC236}">
                <a16:creationId xmlns:a16="http://schemas.microsoft.com/office/drawing/2014/main" id="{693530D4-E207-8018-C54B-C19326257D3D}"/>
              </a:ext>
            </a:extLst>
          </p:cNvPr>
          <p:cNvSpPr>
            <a:spLocks noGrp="1"/>
          </p:cNvSpPr>
          <p:nvPr>
            <p:ph type="pic" sz="quarter" idx="15"/>
          </p:nvPr>
        </p:nvSpPr>
        <p:spPr>
          <a:xfrm>
            <a:off x="9491472" y="1947672"/>
            <a:ext cx="1609344" cy="1609344"/>
          </a:xfrm>
          <a:solidFill>
            <a:schemeClr val="accent3">
              <a:lumMod val="40000"/>
              <a:lumOff val="60000"/>
            </a:schemeClr>
          </a:solidFill>
        </p:spPr>
        <p:txBody>
          <a:bodyPr anchor="ctr"/>
          <a:lstStyle>
            <a:lvl1pPr marL="0" indent="0" algn="ctr">
              <a:buNone/>
              <a:defRPr sz="1200"/>
            </a:lvl1pPr>
          </a:lstStyle>
          <a:p>
            <a:endParaRPr lang="en-US" dirty="0"/>
          </a:p>
        </p:txBody>
      </p:sp>
      <p:sp>
        <p:nvSpPr>
          <p:cNvPr id="17" name="Text Placeholder 16">
            <a:extLst>
              <a:ext uri="{FF2B5EF4-FFF2-40B4-BE49-F238E27FC236}">
                <a16:creationId xmlns:a16="http://schemas.microsoft.com/office/drawing/2014/main" id="{EE0D0207-76F2-C0FA-F313-F5D2F82656CE}"/>
              </a:ext>
            </a:extLst>
          </p:cNvPr>
          <p:cNvSpPr>
            <a:spLocks noGrp="1"/>
          </p:cNvSpPr>
          <p:nvPr>
            <p:ph type="body" sz="quarter" idx="16"/>
          </p:nvPr>
        </p:nvSpPr>
        <p:spPr>
          <a:xfrm>
            <a:off x="941832" y="3593592"/>
            <a:ext cx="1901952" cy="347472"/>
          </a:xfrm>
        </p:spPr>
        <p:txBody>
          <a:bodyPr anchor="ctr"/>
          <a:lstStyle>
            <a:lvl1pPr marL="0" indent="0">
              <a:lnSpc>
                <a:spcPct val="100000"/>
              </a:lnSpc>
              <a:buNone/>
              <a:defRPr sz="1400" cap="all" spc="20" baseline="0"/>
            </a:lvl1pPr>
          </a:lstStyle>
          <a:p>
            <a:pPr lvl="0"/>
            <a:r>
              <a:rPr lang="en-US" dirty="0"/>
              <a:t>Click to edit Master text styles</a:t>
            </a:r>
          </a:p>
        </p:txBody>
      </p:sp>
      <p:sp>
        <p:nvSpPr>
          <p:cNvPr id="18" name="Text Placeholder 16">
            <a:extLst>
              <a:ext uri="{FF2B5EF4-FFF2-40B4-BE49-F238E27FC236}">
                <a16:creationId xmlns:a16="http://schemas.microsoft.com/office/drawing/2014/main" id="{94050553-7D63-5588-8C42-A3985DF2909F}"/>
              </a:ext>
            </a:extLst>
          </p:cNvPr>
          <p:cNvSpPr>
            <a:spLocks noGrp="1"/>
          </p:cNvSpPr>
          <p:nvPr>
            <p:ph type="body" sz="quarter" idx="17"/>
          </p:nvPr>
        </p:nvSpPr>
        <p:spPr>
          <a:xfrm>
            <a:off x="3758184" y="3593592"/>
            <a:ext cx="1901952" cy="347472"/>
          </a:xfrm>
        </p:spPr>
        <p:txBody>
          <a:bodyPr anchor="ctr"/>
          <a:lstStyle>
            <a:lvl1pPr marL="0" indent="0">
              <a:lnSpc>
                <a:spcPct val="100000"/>
              </a:lnSpc>
              <a:buNone/>
              <a:defRPr sz="1400" cap="all" spc="20" baseline="0"/>
            </a:lvl1pPr>
          </a:lstStyle>
          <a:p>
            <a:pPr lvl="0"/>
            <a:r>
              <a:rPr lang="en-US" dirty="0"/>
              <a:t>Click to edit Master text styles</a:t>
            </a:r>
          </a:p>
        </p:txBody>
      </p:sp>
      <p:sp>
        <p:nvSpPr>
          <p:cNvPr id="19" name="Text Placeholder 16">
            <a:extLst>
              <a:ext uri="{FF2B5EF4-FFF2-40B4-BE49-F238E27FC236}">
                <a16:creationId xmlns:a16="http://schemas.microsoft.com/office/drawing/2014/main" id="{C83E3C83-61EE-7F38-6617-297F33FDFC80}"/>
              </a:ext>
            </a:extLst>
          </p:cNvPr>
          <p:cNvSpPr>
            <a:spLocks noGrp="1"/>
          </p:cNvSpPr>
          <p:nvPr>
            <p:ph type="body" sz="quarter" idx="18"/>
          </p:nvPr>
        </p:nvSpPr>
        <p:spPr>
          <a:xfrm>
            <a:off x="6583680" y="3593592"/>
            <a:ext cx="1901952" cy="347472"/>
          </a:xfrm>
        </p:spPr>
        <p:txBody>
          <a:bodyPr anchor="ctr"/>
          <a:lstStyle>
            <a:lvl1pPr marL="0" indent="0">
              <a:lnSpc>
                <a:spcPct val="100000"/>
              </a:lnSpc>
              <a:buNone/>
              <a:defRPr sz="1400" cap="all" spc="20" baseline="0"/>
            </a:lvl1pPr>
          </a:lstStyle>
          <a:p>
            <a:pPr lvl="0"/>
            <a:r>
              <a:rPr lang="en-US" dirty="0"/>
              <a:t>Click to edit Master text styles</a:t>
            </a:r>
          </a:p>
        </p:txBody>
      </p:sp>
      <p:sp>
        <p:nvSpPr>
          <p:cNvPr id="20" name="Text Placeholder 16">
            <a:extLst>
              <a:ext uri="{FF2B5EF4-FFF2-40B4-BE49-F238E27FC236}">
                <a16:creationId xmlns:a16="http://schemas.microsoft.com/office/drawing/2014/main" id="{E4F0C230-CEF2-4829-F9D9-4A9D8CC18F3C}"/>
              </a:ext>
            </a:extLst>
          </p:cNvPr>
          <p:cNvSpPr>
            <a:spLocks noGrp="1"/>
          </p:cNvSpPr>
          <p:nvPr>
            <p:ph type="body" sz="quarter" idx="19"/>
          </p:nvPr>
        </p:nvSpPr>
        <p:spPr>
          <a:xfrm>
            <a:off x="9372600" y="3593592"/>
            <a:ext cx="1901952" cy="347472"/>
          </a:xfrm>
        </p:spPr>
        <p:txBody>
          <a:bodyPr anchor="ctr"/>
          <a:lstStyle>
            <a:lvl1pPr marL="0" indent="0">
              <a:lnSpc>
                <a:spcPct val="100000"/>
              </a:lnSpc>
              <a:buNone/>
              <a:defRPr sz="1400" cap="all" spc="20" baseline="0"/>
            </a:lvl1pPr>
          </a:lstStyle>
          <a:p>
            <a:pPr lvl="0"/>
            <a:r>
              <a:rPr lang="en-US" dirty="0"/>
              <a:t>Click to edit Master text styles</a:t>
            </a:r>
          </a:p>
        </p:txBody>
      </p:sp>
      <p:sp>
        <p:nvSpPr>
          <p:cNvPr id="21" name="Text Placeholder 16">
            <a:extLst>
              <a:ext uri="{FF2B5EF4-FFF2-40B4-BE49-F238E27FC236}">
                <a16:creationId xmlns:a16="http://schemas.microsoft.com/office/drawing/2014/main" id="{3C4BFE65-A254-A1B2-2B09-5BB8085A3396}"/>
              </a:ext>
            </a:extLst>
          </p:cNvPr>
          <p:cNvSpPr>
            <a:spLocks noGrp="1"/>
          </p:cNvSpPr>
          <p:nvPr>
            <p:ph type="body" sz="quarter" idx="20"/>
          </p:nvPr>
        </p:nvSpPr>
        <p:spPr>
          <a:xfrm>
            <a:off x="941832" y="3904488"/>
            <a:ext cx="1901952" cy="182880"/>
          </a:xfrm>
          <a:noFill/>
        </p:spPr>
        <p:txBody>
          <a:bodyPr anchor="ctr"/>
          <a:lstStyle>
            <a:lvl1pPr marL="0" indent="0">
              <a:lnSpc>
                <a:spcPct val="100000"/>
              </a:lnSpc>
              <a:buNone/>
              <a:defRPr sz="1400" b="1" cap="none" spc="20" baseline="0">
                <a:solidFill>
                  <a:schemeClr val="accent2">
                    <a:lumMod val="50000"/>
                  </a:schemeClr>
                </a:solidFill>
                <a:latin typeface="+mj-lt"/>
              </a:defRPr>
            </a:lvl1pPr>
          </a:lstStyle>
          <a:p>
            <a:pPr lvl="0"/>
            <a:r>
              <a:rPr lang="en-US" dirty="0"/>
              <a:t>Click to edit Master text styles</a:t>
            </a:r>
          </a:p>
        </p:txBody>
      </p:sp>
      <p:sp>
        <p:nvSpPr>
          <p:cNvPr id="22" name="Text Placeholder 16">
            <a:extLst>
              <a:ext uri="{FF2B5EF4-FFF2-40B4-BE49-F238E27FC236}">
                <a16:creationId xmlns:a16="http://schemas.microsoft.com/office/drawing/2014/main" id="{F0885B50-26EE-88F4-89DB-7736CBB248FD}"/>
              </a:ext>
            </a:extLst>
          </p:cNvPr>
          <p:cNvSpPr>
            <a:spLocks noGrp="1"/>
          </p:cNvSpPr>
          <p:nvPr>
            <p:ph type="body" sz="quarter" idx="21"/>
          </p:nvPr>
        </p:nvSpPr>
        <p:spPr>
          <a:xfrm>
            <a:off x="3758184" y="3904488"/>
            <a:ext cx="1901952" cy="182880"/>
          </a:xfrm>
          <a:noFill/>
        </p:spPr>
        <p:txBody>
          <a:bodyPr anchor="ctr"/>
          <a:lstStyle>
            <a:lvl1pPr marL="0" indent="0">
              <a:lnSpc>
                <a:spcPct val="100000"/>
              </a:lnSpc>
              <a:buNone/>
              <a:defRPr sz="1400" b="1" cap="none" spc="20" baseline="0">
                <a:solidFill>
                  <a:schemeClr val="accent2">
                    <a:lumMod val="50000"/>
                  </a:schemeClr>
                </a:solidFill>
                <a:latin typeface="+mj-lt"/>
              </a:defRPr>
            </a:lvl1pPr>
          </a:lstStyle>
          <a:p>
            <a:pPr lvl="0"/>
            <a:r>
              <a:rPr lang="en-US" dirty="0"/>
              <a:t>Click to edit Master text styles</a:t>
            </a:r>
          </a:p>
        </p:txBody>
      </p:sp>
      <p:sp>
        <p:nvSpPr>
          <p:cNvPr id="23" name="Text Placeholder 16">
            <a:extLst>
              <a:ext uri="{FF2B5EF4-FFF2-40B4-BE49-F238E27FC236}">
                <a16:creationId xmlns:a16="http://schemas.microsoft.com/office/drawing/2014/main" id="{31CC9E02-F419-645B-186B-D3FDF688BE3D}"/>
              </a:ext>
            </a:extLst>
          </p:cNvPr>
          <p:cNvSpPr>
            <a:spLocks noGrp="1"/>
          </p:cNvSpPr>
          <p:nvPr>
            <p:ph type="body" sz="quarter" idx="22"/>
          </p:nvPr>
        </p:nvSpPr>
        <p:spPr>
          <a:xfrm>
            <a:off x="6583680" y="3904488"/>
            <a:ext cx="1901952" cy="182880"/>
          </a:xfrm>
          <a:noFill/>
        </p:spPr>
        <p:txBody>
          <a:bodyPr anchor="ctr"/>
          <a:lstStyle>
            <a:lvl1pPr marL="0" indent="0">
              <a:lnSpc>
                <a:spcPct val="100000"/>
              </a:lnSpc>
              <a:buNone/>
              <a:defRPr sz="1400" b="1" cap="none" spc="20" baseline="0">
                <a:solidFill>
                  <a:schemeClr val="accent2">
                    <a:lumMod val="50000"/>
                  </a:schemeClr>
                </a:solidFill>
                <a:latin typeface="+mj-lt"/>
              </a:defRPr>
            </a:lvl1pPr>
          </a:lstStyle>
          <a:p>
            <a:pPr lvl="0"/>
            <a:r>
              <a:rPr lang="en-US" dirty="0"/>
              <a:t>Click to edit Master text styles</a:t>
            </a:r>
          </a:p>
        </p:txBody>
      </p:sp>
      <p:sp>
        <p:nvSpPr>
          <p:cNvPr id="24" name="Text Placeholder 16">
            <a:extLst>
              <a:ext uri="{FF2B5EF4-FFF2-40B4-BE49-F238E27FC236}">
                <a16:creationId xmlns:a16="http://schemas.microsoft.com/office/drawing/2014/main" id="{D6BFA8DA-6AF0-61F1-45B2-1FDCC246E63A}"/>
              </a:ext>
            </a:extLst>
          </p:cNvPr>
          <p:cNvSpPr>
            <a:spLocks noGrp="1"/>
          </p:cNvSpPr>
          <p:nvPr>
            <p:ph type="body" sz="quarter" idx="23"/>
          </p:nvPr>
        </p:nvSpPr>
        <p:spPr>
          <a:xfrm>
            <a:off x="9372600" y="3904488"/>
            <a:ext cx="1901952" cy="182880"/>
          </a:xfrm>
          <a:noFill/>
        </p:spPr>
        <p:txBody>
          <a:bodyPr anchor="ctr"/>
          <a:lstStyle>
            <a:lvl1pPr marL="0" indent="0">
              <a:lnSpc>
                <a:spcPct val="100000"/>
              </a:lnSpc>
              <a:buNone/>
              <a:defRPr sz="1400" b="1" cap="none" spc="20" baseline="0">
                <a:solidFill>
                  <a:schemeClr val="accent2">
                    <a:lumMod val="50000"/>
                  </a:schemeClr>
                </a:solidFill>
                <a:latin typeface="+mj-lt"/>
              </a:defRPr>
            </a:lvl1pPr>
          </a:lstStyle>
          <a:p>
            <a:pPr lvl="0"/>
            <a:r>
              <a:rPr lang="en-US" dirty="0"/>
              <a:t>Click to edit Master text styles</a:t>
            </a:r>
          </a:p>
        </p:txBody>
      </p:sp>
      <p:sp>
        <p:nvSpPr>
          <p:cNvPr id="4" name="Picture Placeholder 11">
            <a:extLst>
              <a:ext uri="{FF2B5EF4-FFF2-40B4-BE49-F238E27FC236}">
                <a16:creationId xmlns:a16="http://schemas.microsoft.com/office/drawing/2014/main" id="{A1A3BD0B-A18A-8787-8F97-D7570F2D8ED9}"/>
              </a:ext>
            </a:extLst>
          </p:cNvPr>
          <p:cNvSpPr>
            <a:spLocks noGrp="1"/>
          </p:cNvSpPr>
          <p:nvPr>
            <p:ph type="pic" sz="quarter" idx="24"/>
          </p:nvPr>
        </p:nvSpPr>
        <p:spPr>
          <a:xfrm>
            <a:off x="1069848" y="4398264"/>
            <a:ext cx="1609344" cy="1609344"/>
          </a:xfrm>
          <a:solidFill>
            <a:schemeClr val="accent3">
              <a:lumMod val="40000"/>
              <a:lumOff val="60000"/>
            </a:schemeClr>
          </a:solidFill>
        </p:spPr>
        <p:txBody>
          <a:bodyPr anchor="ctr"/>
          <a:lstStyle>
            <a:lvl1pPr marL="0" indent="0" algn="ctr">
              <a:buNone/>
              <a:defRPr sz="1200"/>
            </a:lvl1pPr>
          </a:lstStyle>
          <a:p>
            <a:endParaRPr lang="en-US" dirty="0"/>
          </a:p>
        </p:txBody>
      </p:sp>
      <p:sp>
        <p:nvSpPr>
          <p:cNvPr id="11" name="Picture Placeholder 11">
            <a:extLst>
              <a:ext uri="{FF2B5EF4-FFF2-40B4-BE49-F238E27FC236}">
                <a16:creationId xmlns:a16="http://schemas.microsoft.com/office/drawing/2014/main" id="{0EE97C40-9EA8-1271-799B-861AADDA89C8}"/>
              </a:ext>
            </a:extLst>
          </p:cNvPr>
          <p:cNvSpPr>
            <a:spLocks noGrp="1"/>
          </p:cNvSpPr>
          <p:nvPr>
            <p:ph type="pic" sz="quarter" idx="25"/>
          </p:nvPr>
        </p:nvSpPr>
        <p:spPr>
          <a:xfrm>
            <a:off x="3877056" y="4398264"/>
            <a:ext cx="1609344" cy="1609344"/>
          </a:xfrm>
          <a:solidFill>
            <a:schemeClr val="accent3">
              <a:lumMod val="40000"/>
              <a:lumOff val="60000"/>
            </a:schemeClr>
          </a:solidFill>
        </p:spPr>
        <p:txBody>
          <a:bodyPr anchor="ctr"/>
          <a:lstStyle>
            <a:lvl1pPr marL="0" indent="0" algn="ctr">
              <a:buNone/>
              <a:defRPr sz="1200"/>
            </a:lvl1pPr>
          </a:lstStyle>
          <a:p>
            <a:endParaRPr lang="en-US" dirty="0"/>
          </a:p>
        </p:txBody>
      </p:sp>
      <p:sp>
        <p:nvSpPr>
          <p:cNvPr id="16" name="Picture Placeholder 11">
            <a:extLst>
              <a:ext uri="{FF2B5EF4-FFF2-40B4-BE49-F238E27FC236}">
                <a16:creationId xmlns:a16="http://schemas.microsoft.com/office/drawing/2014/main" id="{9553C6EE-C9CA-36E2-FEA4-9279C954531A}"/>
              </a:ext>
            </a:extLst>
          </p:cNvPr>
          <p:cNvSpPr>
            <a:spLocks noGrp="1"/>
          </p:cNvSpPr>
          <p:nvPr>
            <p:ph type="pic" sz="quarter" idx="26"/>
          </p:nvPr>
        </p:nvSpPr>
        <p:spPr>
          <a:xfrm>
            <a:off x="6711696" y="4398264"/>
            <a:ext cx="1609344" cy="1609344"/>
          </a:xfrm>
          <a:solidFill>
            <a:schemeClr val="accent3">
              <a:lumMod val="40000"/>
              <a:lumOff val="60000"/>
            </a:schemeClr>
          </a:solidFill>
        </p:spPr>
        <p:txBody>
          <a:bodyPr anchor="ctr"/>
          <a:lstStyle>
            <a:lvl1pPr marL="0" indent="0" algn="ctr">
              <a:buNone/>
              <a:defRPr sz="1200"/>
            </a:lvl1pPr>
          </a:lstStyle>
          <a:p>
            <a:endParaRPr lang="en-US" dirty="0"/>
          </a:p>
        </p:txBody>
      </p:sp>
      <p:sp>
        <p:nvSpPr>
          <p:cNvPr id="27" name="Picture Placeholder 11">
            <a:extLst>
              <a:ext uri="{FF2B5EF4-FFF2-40B4-BE49-F238E27FC236}">
                <a16:creationId xmlns:a16="http://schemas.microsoft.com/office/drawing/2014/main" id="{3E1E7EF7-6119-3B30-6256-741E415C098E}"/>
              </a:ext>
            </a:extLst>
          </p:cNvPr>
          <p:cNvSpPr>
            <a:spLocks noGrp="1"/>
          </p:cNvSpPr>
          <p:nvPr>
            <p:ph type="pic" sz="quarter" idx="27"/>
          </p:nvPr>
        </p:nvSpPr>
        <p:spPr>
          <a:xfrm>
            <a:off x="9491472" y="4398264"/>
            <a:ext cx="1609344" cy="1609344"/>
          </a:xfrm>
          <a:solidFill>
            <a:schemeClr val="accent3">
              <a:lumMod val="40000"/>
              <a:lumOff val="60000"/>
            </a:schemeClr>
          </a:solidFill>
        </p:spPr>
        <p:txBody>
          <a:bodyPr anchor="ctr"/>
          <a:lstStyle>
            <a:lvl1pPr marL="0" indent="0" algn="ctr">
              <a:buNone/>
              <a:defRPr sz="1200"/>
            </a:lvl1pPr>
          </a:lstStyle>
          <a:p>
            <a:endParaRPr lang="en-US" dirty="0"/>
          </a:p>
        </p:txBody>
      </p:sp>
      <p:sp>
        <p:nvSpPr>
          <p:cNvPr id="28" name="Text Placeholder 16">
            <a:extLst>
              <a:ext uri="{FF2B5EF4-FFF2-40B4-BE49-F238E27FC236}">
                <a16:creationId xmlns:a16="http://schemas.microsoft.com/office/drawing/2014/main" id="{1B0A4A9F-4439-5B3D-FEA1-2EEAA3B1ED56}"/>
              </a:ext>
            </a:extLst>
          </p:cNvPr>
          <p:cNvSpPr>
            <a:spLocks noGrp="1"/>
          </p:cNvSpPr>
          <p:nvPr>
            <p:ph type="body" sz="quarter" idx="28"/>
          </p:nvPr>
        </p:nvSpPr>
        <p:spPr>
          <a:xfrm>
            <a:off x="941832" y="6080760"/>
            <a:ext cx="1901952" cy="347472"/>
          </a:xfrm>
        </p:spPr>
        <p:txBody>
          <a:bodyPr anchor="ctr"/>
          <a:lstStyle>
            <a:lvl1pPr marL="0" indent="0">
              <a:lnSpc>
                <a:spcPct val="100000"/>
              </a:lnSpc>
              <a:buNone/>
              <a:defRPr sz="1400" cap="all" spc="20" baseline="0"/>
            </a:lvl1pPr>
          </a:lstStyle>
          <a:p>
            <a:pPr lvl="0"/>
            <a:r>
              <a:rPr lang="en-US" dirty="0"/>
              <a:t>Click to edit Master text styles</a:t>
            </a:r>
          </a:p>
        </p:txBody>
      </p:sp>
      <p:sp>
        <p:nvSpPr>
          <p:cNvPr id="29" name="Text Placeholder 16">
            <a:extLst>
              <a:ext uri="{FF2B5EF4-FFF2-40B4-BE49-F238E27FC236}">
                <a16:creationId xmlns:a16="http://schemas.microsoft.com/office/drawing/2014/main" id="{5D11883B-FD87-FA9B-714F-5F02AE029111}"/>
              </a:ext>
            </a:extLst>
          </p:cNvPr>
          <p:cNvSpPr>
            <a:spLocks noGrp="1"/>
          </p:cNvSpPr>
          <p:nvPr>
            <p:ph type="body" sz="quarter" idx="29"/>
          </p:nvPr>
        </p:nvSpPr>
        <p:spPr>
          <a:xfrm>
            <a:off x="3758184" y="6080760"/>
            <a:ext cx="1901952" cy="347472"/>
          </a:xfrm>
        </p:spPr>
        <p:txBody>
          <a:bodyPr anchor="ctr"/>
          <a:lstStyle>
            <a:lvl1pPr marL="0" indent="0">
              <a:lnSpc>
                <a:spcPct val="100000"/>
              </a:lnSpc>
              <a:buNone/>
              <a:defRPr sz="1400" cap="all" spc="20" baseline="0"/>
            </a:lvl1pPr>
          </a:lstStyle>
          <a:p>
            <a:pPr lvl="0"/>
            <a:r>
              <a:rPr lang="en-US" dirty="0"/>
              <a:t>Click to edit Master text styles</a:t>
            </a:r>
          </a:p>
        </p:txBody>
      </p:sp>
      <p:sp>
        <p:nvSpPr>
          <p:cNvPr id="30" name="Text Placeholder 16">
            <a:extLst>
              <a:ext uri="{FF2B5EF4-FFF2-40B4-BE49-F238E27FC236}">
                <a16:creationId xmlns:a16="http://schemas.microsoft.com/office/drawing/2014/main" id="{15AFF5E4-27E8-EB92-B33F-CD49000CABE0}"/>
              </a:ext>
            </a:extLst>
          </p:cNvPr>
          <p:cNvSpPr>
            <a:spLocks noGrp="1"/>
          </p:cNvSpPr>
          <p:nvPr>
            <p:ph type="body" sz="quarter" idx="30"/>
          </p:nvPr>
        </p:nvSpPr>
        <p:spPr>
          <a:xfrm>
            <a:off x="6583680" y="6080760"/>
            <a:ext cx="1901952" cy="347472"/>
          </a:xfrm>
        </p:spPr>
        <p:txBody>
          <a:bodyPr anchor="ctr"/>
          <a:lstStyle>
            <a:lvl1pPr marL="0" indent="0">
              <a:lnSpc>
                <a:spcPct val="100000"/>
              </a:lnSpc>
              <a:buNone/>
              <a:defRPr sz="1400" cap="all" spc="20" baseline="0"/>
            </a:lvl1pPr>
          </a:lstStyle>
          <a:p>
            <a:pPr lvl="0"/>
            <a:r>
              <a:rPr lang="en-US" dirty="0"/>
              <a:t>Click to edit Master text styles</a:t>
            </a:r>
          </a:p>
        </p:txBody>
      </p:sp>
      <p:sp>
        <p:nvSpPr>
          <p:cNvPr id="31" name="Text Placeholder 16">
            <a:extLst>
              <a:ext uri="{FF2B5EF4-FFF2-40B4-BE49-F238E27FC236}">
                <a16:creationId xmlns:a16="http://schemas.microsoft.com/office/drawing/2014/main" id="{7DD26773-1C83-BF12-BAA8-AEC17A8B5236}"/>
              </a:ext>
            </a:extLst>
          </p:cNvPr>
          <p:cNvSpPr>
            <a:spLocks noGrp="1"/>
          </p:cNvSpPr>
          <p:nvPr>
            <p:ph type="body" sz="quarter" idx="31"/>
          </p:nvPr>
        </p:nvSpPr>
        <p:spPr>
          <a:xfrm>
            <a:off x="9372600" y="6080760"/>
            <a:ext cx="1901952" cy="347472"/>
          </a:xfrm>
        </p:spPr>
        <p:txBody>
          <a:bodyPr anchor="ctr"/>
          <a:lstStyle>
            <a:lvl1pPr marL="0" indent="0">
              <a:lnSpc>
                <a:spcPct val="100000"/>
              </a:lnSpc>
              <a:buNone/>
              <a:defRPr sz="1400" cap="all" spc="20" baseline="0"/>
            </a:lvl1pPr>
          </a:lstStyle>
          <a:p>
            <a:pPr lvl="0"/>
            <a:r>
              <a:rPr lang="en-US" dirty="0"/>
              <a:t>Click to edit Master text styles</a:t>
            </a:r>
          </a:p>
        </p:txBody>
      </p:sp>
      <p:sp>
        <p:nvSpPr>
          <p:cNvPr id="32" name="Text Placeholder 16">
            <a:extLst>
              <a:ext uri="{FF2B5EF4-FFF2-40B4-BE49-F238E27FC236}">
                <a16:creationId xmlns:a16="http://schemas.microsoft.com/office/drawing/2014/main" id="{504DD6A5-3D1E-AB04-C217-0F9ABAA852C9}"/>
              </a:ext>
            </a:extLst>
          </p:cNvPr>
          <p:cNvSpPr>
            <a:spLocks noGrp="1"/>
          </p:cNvSpPr>
          <p:nvPr>
            <p:ph type="body" sz="quarter" idx="32"/>
          </p:nvPr>
        </p:nvSpPr>
        <p:spPr>
          <a:xfrm>
            <a:off x="941832" y="6373368"/>
            <a:ext cx="1901952" cy="182880"/>
          </a:xfrm>
          <a:noFill/>
        </p:spPr>
        <p:txBody>
          <a:bodyPr anchor="ctr"/>
          <a:lstStyle>
            <a:lvl1pPr marL="0" indent="0">
              <a:lnSpc>
                <a:spcPct val="100000"/>
              </a:lnSpc>
              <a:buNone/>
              <a:defRPr sz="1400" b="1" cap="none" spc="20" baseline="0">
                <a:solidFill>
                  <a:schemeClr val="accent2">
                    <a:lumMod val="50000"/>
                  </a:schemeClr>
                </a:solidFill>
                <a:latin typeface="+mj-lt"/>
              </a:defRPr>
            </a:lvl1pPr>
          </a:lstStyle>
          <a:p>
            <a:pPr lvl="0"/>
            <a:r>
              <a:rPr lang="en-US" dirty="0"/>
              <a:t>Click to edit Master text styles</a:t>
            </a:r>
          </a:p>
        </p:txBody>
      </p:sp>
      <p:sp>
        <p:nvSpPr>
          <p:cNvPr id="33" name="Text Placeholder 16">
            <a:extLst>
              <a:ext uri="{FF2B5EF4-FFF2-40B4-BE49-F238E27FC236}">
                <a16:creationId xmlns:a16="http://schemas.microsoft.com/office/drawing/2014/main" id="{2860D1AB-1DEE-EA78-C939-96F7962D2588}"/>
              </a:ext>
            </a:extLst>
          </p:cNvPr>
          <p:cNvSpPr>
            <a:spLocks noGrp="1"/>
          </p:cNvSpPr>
          <p:nvPr>
            <p:ph type="body" sz="quarter" idx="33"/>
          </p:nvPr>
        </p:nvSpPr>
        <p:spPr>
          <a:xfrm>
            <a:off x="3758184" y="6373368"/>
            <a:ext cx="1901952" cy="182880"/>
          </a:xfrm>
          <a:noFill/>
        </p:spPr>
        <p:txBody>
          <a:bodyPr anchor="ctr"/>
          <a:lstStyle>
            <a:lvl1pPr marL="0" indent="0">
              <a:lnSpc>
                <a:spcPct val="100000"/>
              </a:lnSpc>
              <a:buNone/>
              <a:defRPr sz="1400" b="1" cap="none" spc="20" baseline="0">
                <a:solidFill>
                  <a:schemeClr val="accent2">
                    <a:lumMod val="50000"/>
                  </a:schemeClr>
                </a:solidFill>
                <a:latin typeface="+mj-lt"/>
              </a:defRPr>
            </a:lvl1pPr>
          </a:lstStyle>
          <a:p>
            <a:pPr lvl="0"/>
            <a:r>
              <a:rPr lang="en-US" dirty="0"/>
              <a:t>Click to edit Master text styles</a:t>
            </a:r>
          </a:p>
        </p:txBody>
      </p:sp>
      <p:sp>
        <p:nvSpPr>
          <p:cNvPr id="34" name="Text Placeholder 16">
            <a:extLst>
              <a:ext uri="{FF2B5EF4-FFF2-40B4-BE49-F238E27FC236}">
                <a16:creationId xmlns:a16="http://schemas.microsoft.com/office/drawing/2014/main" id="{46FAB9C9-9535-D927-5ED4-2A2039CD6394}"/>
              </a:ext>
            </a:extLst>
          </p:cNvPr>
          <p:cNvSpPr>
            <a:spLocks noGrp="1"/>
          </p:cNvSpPr>
          <p:nvPr>
            <p:ph type="body" sz="quarter" idx="34"/>
          </p:nvPr>
        </p:nvSpPr>
        <p:spPr>
          <a:xfrm>
            <a:off x="6583680" y="6373368"/>
            <a:ext cx="1901952" cy="182880"/>
          </a:xfrm>
          <a:noFill/>
        </p:spPr>
        <p:txBody>
          <a:bodyPr anchor="ctr"/>
          <a:lstStyle>
            <a:lvl1pPr marL="0" indent="0">
              <a:lnSpc>
                <a:spcPct val="100000"/>
              </a:lnSpc>
              <a:buNone/>
              <a:defRPr sz="1400" b="1" cap="none" spc="20" baseline="0">
                <a:solidFill>
                  <a:schemeClr val="accent2">
                    <a:lumMod val="50000"/>
                  </a:schemeClr>
                </a:solidFill>
                <a:latin typeface="+mj-lt"/>
              </a:defRPr>
            </a:lvl1pPr>
          </a:lstStyle>
          <a:p>
            <a:pPr lvl="0"/>
            <a:r>
              <a:rPr lang="en-US" dirty="0"/>
              <a:t>Click to edit Master text styles</a:t>
            </a:r>
          </a:p>
        </p:txBody>
      </p:sp>
      <p:sp>
        <p:nvSpPr>
          <p:cNvPr id="35" name="Text Placeholder 16">
            <a:extLst>
              <a:ext uri="{FF2B5EF4-FFF2-40B4-BE49-F238E27FC236}">
                <a16:creationId xmlns:a16="http://schemas.microsoft.com/office/drawing/2014/main" id="{27B80C8A-FB49-A852-F6DE-5C2A1223F2E0}"/>
              </a:ext>
            </a:extLst>
          </p:cNvPr>
          <p:cNvSpPr>
            <a:spLocks noGrp="1"/>
          </p:cNvSpPr>
          <p:nvPr>
            <p:ph type="body" sz="quarter" idx="35"/>
          </p:nvPr>
        </p:nvSpPr>
        <p:spPr>
          <a:xfrm>
            <a:off x="9372600" y="6373368"/>
            <a:ext cx="1901952" cy="182880"/>
          </a:xfrm>
          <a:noFill/>
        </p:spPr>
        <p:txBody>
          <a:bodyPr anchor="ctr"/>
          <a:lstStyle>
            <a:lvl1pPr marL="0" indent="0">
              <a:lnSpc>
                <a:spcPct val="100000"/>
              </a:lnSpc>
              <a:buNone/>
              <a:defRPr sz="1400" b="1" cap="none" spc="20" baseline="0">
                <a:solidFill>
                  <a:schemeClr val="accent2">
                    <a:lumMod val="50000"/>
                  </a:schemeClr>
                </a:solidFill>
                <a:latin typeface="+mj-lt"/>
              </a:defRPr>
            </a:lvl1pPr>
          </a:lstStyle>
          <a:p>
            <a:pPr lvl="0"/>
            <a:r>
              <a:rPr lang="en-US" dirty="0"/>
              <a:t>Click to edit Master text styles</a:t>
            </a:r>
          </a:p>
        </p:txBody>
      </p:sp>
      <p:sp>
        <p:nvSpPr>
          <p:cNvPr id="2" name="Title 1">
            <a:extLst>
              <a:ext uri="{FF2B5EF4-FFF2-40B4-BE49-F238E27FC236}">
                <a16:creationId xmlns:a16="http://schemas.microsoft.com/office/drawing/2014/main" id="{D3154DD8-0FD2-091E-4A43-D5285DD8A4F0}"/>
              </a:ext>
            </a:extLst>
          </p:cNvPr>
          <p:cNvSpPr>
            <a:spLocks noGrp="1"/>
          </p:cNvSpPr>
          <p:nvPr>
            <p:ph type="title"/>
          </p:nvPr>
        </p:nvSpPr>
        <p:spPr>
          <a:xfrm>
            <a:off x="640080" y="1983709"/>
            <a:ext cx="5455920" cy="1298448"/>
          </a:xfrm>
        </p:spPr>
        <p:txBody>
          <a:bodyPr/>
          <a:lstStyle/>
          <a:p>
            <a:r>
              <a:rPr lang="en-US" dirty="0"/>
              <a:t>Click to edit Master title style</a:t>
            </a:r>
          </a:p>
        </p:txBody>
      </p:sp>
    </p:spTree>
    <p:extLst>
      <p:ext uri="{BB962C8B-B14F-4D97-AF65-F5344CB8AC3E}">
        <p14:creationId xmlns:p14="http://schemas.microsoft.com/office/powerpoint/2010/main" val="344108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meline">
    <p:spTree>
      <p:nvGrpSpPr>
        <p:cNvPr id="1" name=""/>
        <p:cNvGrpSpPr/>
        <p:nvPr/>
      </p:nvGrpSpPr>
      <p:grpSpPr>
        <a:xfrm>
          <a:off x="0" y="0"/>
          <a:ext cx="0" cy="0"/>
          <a:chOff x="0" y="0"/>
          <a:chExt cx="0" cy="0"/>
        </a:xfrm>
      </p:grpSpPr>
      <p:sp>
        <p:nvSpPr>
          <p:cNvPr id="14" name="Text Placeholder 8">
            <a:extLst>
              <a:ext uri="{FF2B5EF4-FFF2-40B4-BE49-F238E27FC236}">
                <a16:creationId xmlns:a16="http://schemas.microsoft.com/office/drawing/2014/main" id="{B34BBA69-4DC3-B6B5-F4C1-6B25DDED5A2E}"/>
              </a:ext>
            </a:extLst>
          </p:cNvPr>
          <p:cNvSpPr>
            <a:spLocks noGrp="1"/>
          </p:cNvSpPr>
          <p:nvPr>
            <p:ph type="body" sz="quarter" idx="17" hasCustomPrompt="1"/>
          </p:nvPr>
        </p:nvSpPr>
        <p:spPr>
          <a:xfrm>
            <a:off x="2072739" y="1949428"/>
            <a:ext cx="685800" cy="3240088"/>
          </a:xfrm>
          <a:solidFill>
            <a:schemeClr val="accent2"/>
          </a:solidFill>
        </p:spPr>
        <p:txBody>
          <a:bodyPr anchor="ctr"/>
          <a:lstStyle>
            <a:lvl1pPr marL="0" indent="0" algn="ctr">
              <a:buNone/>
              <a:defRPr>
                <a:solidFill>
                  <a:schemeClr val="tx1">
                    <a:alpha val="0"/>
                  </a:schemeClr>
                </a:solidFill>
              </a:defRPr>
            </a:lvl1pPr>
          </a:lstStyle>
          <a:p>
            <a:pPr lvl="0"/>
            <a:r>
              <a:rPr lang="en-US" dirty="0"/>
              <a:t>x</a:t>
            </a:r>
          </a:p>
        </p:txBody>
      </p:sp>
      <p:sp>
        <p:nvSpPr>
          <p:cNvPr id="9" name="Text Placeholder 8">
            <a:extLst>
              <a:ext uri="{FF2B5EF4-FFF2-40B4-BE49-F238E27FC236}">
                <a16:creationId xmlns:a16="http://schemas.microsoft.com/office/drawing/2014/main" id="{713CF3E7-06EB-A521-4C56-E4CA3DD2BE1E}"/>
              </a:ext>
            </a:extLst>
          </p:cNvPr>
          <p:cNvSpPr>
            <a:spLocks noGrp="1"/>
          </p:cNvSpPr>
          <p:nvPr>
            <p:ph type="body" sz="quarter" idx="12" hasCustomPrompt="1"/>
          </p:nvPr>
        </p:nvSpPr>
        <p:spPr>
          <a:xfrm>
            <a:off x="3904488" y="1949450"/>
            <a:ext cx="685800" cy="3240088"/>
          </a:xfrm>
          <a:solidFill>
            <a:schemeClr val="accent3"/>
          </a:solidFill>
        </p:spPr>
        <p:txBody>
          <a:bodyPr anchor="ctr"/>
          <a:lstStyle>
            <a:lvl1pPr marL="0" indent="0" algn="ctr">
              <a:buNone/>
              <a:defRPr>
                <a:solidFill>
                  <a:schemeClr val="tx1">
                    <a:alpha val="0"/>
                  </a:schemeClr>
                </a:solidFill>
              </a:defRPr>
            </a:lvl1pPr>
          </a:lstStyle>
          <a:p>
            <a:pPr lvl="0"/>
            <a:r>
              <a:rPr lang="en-US" dirty="0"/>
              <a:t>x</a:t>
            </a:r>
          </a:p>
        </p:txBody>
      </p:sp>
      <p:sp>
        <p:nvSpPr>
          <p:cNvPr id="11" name="Text Placeholder 8">
            <a:extLst>
              <a:ext uri="{FF2B5EF4-FFF2-40B4-BE49-F238E27FC236}">
                <a16:creationId xmlns:a16="http://schemas.microsoft.com/office/drawing/2014/main" id="{F9BFAC58-F350-7AB0-04A2-D1284CA80F72}"/>
              </a:ext>
            </a:extLst>
          </p:cNvPr>
          <p:cNvSpPr>
            <a:spLocks noGrp="1"/>
          </p:cNvSpPr>
          <p:nvPr>
            <p:ph type="body" sz="quarter" idx="14" hasCustomPrompt="1"/>
          </p:nvPr>
        </p:nvSpPr>
        <p:spPr>
          <a:xfrm>
            <a:off x="5779008" y="1949428"/>
            <a:ext cx="685800" cy="3240088"/>
          </a:xfrm>
          <a:solidFill>
            <a:schemeClr val="accent4">
              <a:lumMod val="60000"/>
              <a:lumOff val="40000"/>
            </a:schemeClr>
          </a:solidFill>
        </p:spPr>
        <p:txBody>
          <a:bodyPr anchor="ctr"/>
          <a:lstStyle>
            <a:lvl1pPr marL="0" indent="0" algn="ctr">
              <a:buNone/>
              <a:defRPr>
                <a:solidFill>
                  <a:schemeClr val="tx1">
                    <a:alpha val="0"/>
                  </a:schemeClr>
                </a:solidFill>
              </a:defRPr>
            </a:lvl1pPr>
          </a:lstStyle>
          <a:p>
            <a:pPr lvl="0"/>
            <a:r>
              <a:rPr lang="en-US" dirty="0"/>
              <a:t>x</a:t>
            </a:r>
          </a:p>
        </p:txBody>
      </p:sp>
      <p:sp>
        <p:nvSpPr>
          <p:cNvPr id="12" name="Text Placeholder 8">
            <a:extLst>
              <a:ext uri="{FF2B5EF4-FFF2-40B4-BE49-F238E27FC236}">
                <a16:creationId xmlns:a16="http://schemas.microsoft.com/office/drawing/2014/main" id="{F7F9C969-6E6E-F416-8977-083F8F482F73}"/>
              </a:ext>
            </a:extLst>
          </p:cNvPr>
          <p:cNvSpPr>
            <a:spLocks noGrp="1"/>
          </p:cNvSpPr>
          <p:nvPr>
            <p:ph type="body" sz="quarter" idx="15" hasCustomPrompt="1"/>
          </p:nvPr>
        </p:nvSpPr>
        <p:spPr>
          <a:xfrm>
            <a:off x="7598664" y="1949428"/>
            <a:ext cx="685800" cy="3240088"/>
          </a:xfrm>
          <a:solidFill>
            <a:schemeClr val="accent5">
              <a:lumMod val="40000"/>
              <a:lumOff val="60000"/>
            </a:schemeClr>
          </a:solidFill>
        </p:spPr>
        <p:txBody>
          <a:bodyPr anchor="ctr"/>
          <a:lstStyle>
            <a:lvl1pPr marL="0" indent="0" algn="ctr">
              <a:buNone/>
              <a:defRPr>
                <a:solidFill>
                  <a:schemeClr val="tx1">
                    <a:alpha val="0"/>
                  </a:schemeClr>
                </a:solidFill>
              </a:defRPr>
            </a:lvl1pPr>
          </a:lstStyle>
          <a:p>
            <a:pPr lvl="0"/>
            <a:r>
              <a:rPr lang="en-US" dirty="0"/>
              <a:t>x</a:t>
            </a:r>
          </a:p>
        </p:txBody>
      </p:sp>
      <p:sp>
        <p:nvSpPr>
          <p:cNvPr id="13" name="Text Placeholder 8">
            <a:extLst>
              <a:ext uri="{FF2B5EF4-FFF2-40B4-BE49-F238E27FC236}">
                <a16:creationId xmlns:a16="http://schemas.microsoft.com/office/drawing/2014/main" id="{A5B06717-E8CC-113A-852F-ABF4C695249F}"/>
              </a:ext>
            </a:extLst>
          </p:cNvPr>
          <p:cNvSpPr>
            <a:spLocks noGrp="1"/>
          </p:cNvSpPr>
          <p:nvPr>
            <p:ph type="body" sz="quarter" idx="16" hasCustomPrompt="1"/>
          </p:nvPr>
        </p:nvSpPr>
        <p:spPr>
          <a:xfrm>
            <a:off x="9436608" y="1949428"/>
            <a:ext cx="685800" cy="3240088"/>
          </a:xfrm>
          <a:solidFill>
            <a:schemeClr val="accent3">
              <a:lumMod val="60000"/>
              <a:lumOff val="40000"/>
            </a:schemeClr>
          </a:solidFill>
        </p:spPr>
        <p:txBody>
          <a:bodyPr anchor="ctr"/>
          <a:lstStyle>
            <a:lvl1pPr marL="0" indent="0" algn="ctr">
              <a:buNone/>
              <a:defRPr>
                <a:solidFill>
                  <a:schemeClr val="tx1">
                    <a:alpha val="0"/>
                  </a:schemeClr>
                </a:solidFill>
              </a:defRPr>
            </a:lvl1pPr>
          </a:lstStyle>
          <a:p>
            <a:pPr lvl="0"/>
            <a:r>
              <a:rPr lang="en-US" dirty="0"/>
              <a:t>x</a:t>
            </a:r>
          </a:p>
        </p:txBody>
      </p:sp>
      <p:sp>
        <p:nvSpPr>
          <p:cNvPr id="15" name="Text Placeholder 16">
            <a:extLst>
              <a:ext uri="{FF2B5EF4-FFF2-40B4-BE49-F238E27FC236}">
                <a16:creationId xmlns:a16="http://schemas.microsoft.com/office/drawing/2014/main" id="{E14789EF-5CDE-6313-24AA-19D63DBA22C3}"/>
              </a:ext>
            </a:extLst>
          </p:cNvPr>
          <p:cNvSpPr>
            <a:spLocks noGrp="1"/>
          </p:cNvSpPr>
          <p:nvPr>
            <p:ph type="body" sz="quarter" idx="20"/>
          </p:nvPr>
        </p:nvSpPr>
        <p:spPr>
          <a:xfrm rot="16200000">
            <a:off x="676656" y="3785616"/>
            <a:ext cx="2359152" cy="466344"/>
          </a:xfrm>
          <a:noFill/>
        </p:spPr>
        <p:txBody>
          <a:bodyPr lIns="0" anchor="ctr"/>
          <a:lstStyle>
            <a:lvl1pPr marL="0" indent="0">
              <a:lnSpc>
                <a:spcPct val="90000"/>
              </a:lnSpc>
              <a:buNone/>
              <a:defRPr sz="2400" b="1" cap="all" spc="0" baseline="0">
                <a:solidFill>
                  <a:schemeClr val="tx1">
                    <a:lumMod val="75000"/>
                    <a:lumOff val="25000"/>
                  </a:schemeClr>
                </a:solidFill>
                <a:latin typeface="+mj-lt"/>
              </a:defRPr>
            </a:lvl1pPr>
          </a:lstStyle>
          <a:p>
            <a:pPr lvl="0"/>
            <a:r>
              <a:rPr lang="en-US" dirty="0"/>
              <a:t>Click to edit Master text styles</a:t>
            </a:r>
          </a:p>
        </p:txBody>
      </p:sp>
      <p:sp>
        <p:nvSpPr>
          <p:cNvPr id="16" name="Text Placeholder 16">
            <a:extLst>
              <a:ext uri="{FF2B5EF4-FFF2-40B4-BE49-F238E27FC236}">
                <a16:creationId xmlns:a16="http://schemas.microsoft.com/office/drawing/2014/main" id="{45183E19-6396-BC37-585D-3459E5A6F056}"/>
              </a:ext>
            </a:extLst>
          </p:cNvPr>
          <p:cNvSpPr>
            <a:spLocks noGrp="1"/>
          </p:cNvSpPr>
          <p:nvPr>
            <p:ph type="body" sz="quarter" idx="21"/>
          </p:nvPr>
        </p:nvSpPr>
        <p:spPr>
          <a:xfrm rot="16200000">
            <a:off x="2523744" y="3785616"/>
            <a:ext cx="2359152" cy="466344"/>
          </a:xfrm>
          <a:noFill/>
        </p:spPr>
        <p:txBody>
          <a:bodyPr lIns="0" anchor="ctr"/>
          <a:lstStyle>
            <a:lvl1pPr marL="0" indent="0">
              <a:lnSpc>
                <a:spcPct val="90000"/>
              </a:lnSpc>
              <a:buNone/>
              <a:defRPr sz="2400" b="1" cap="all" spc="0" baseline="0">
                <a:solidFill>
                  <a:schemeClr val="tx1">
                    <a:lumMod val="75000"/>
                    <a:lumOff val="25000"/>
                  </a:schemeClr>
                </a:solidFill>
                <a:latin typeface="+mj-lt"/>
              </a:defRPr>
            </a:lvl1pPr>
          </a:lstStyle>
          <a:p>
            <a:pPr lvl="0"/>
            <a:r>
              <a:rPr lang="en-US" dirty="0"/>
              <a:t>Click to edit Master text styles</a:t>
            </a:r>
          </a:p>
        </p:txBody>
      </p:sp>
      <p:sp>
        <p:nvSpPr>
          <p:cNvPr id="17" name="Text Placeholder 16">
            <a:extLst>
              <a:ext uri="{FF2B5EF4-FFF2-40B4-BE49-F238E27FC236}">
                <a16:creationId xmlns:a16="http://schemas.microsoft.com/office/drawing/2014/main" id="{BD93298C-7BDF-4FEB-9D50-9A70106605F9}"/>
              </a:ext>
            </a:extLst>
          </p:cNvPr>
          <p:cNvSpPr>
            <a:spLocks noGrp="1"/>
          </p:cNvSpPr>
          <p:nvPr>
            <p:ph type="body" sz="quarter" idx="22"/>
          </p:nvPr>
        </p:nvSpPr>
        <p:spPr>
          <a:xfrm rot="16200000">
            <a:off x="4389120" y="3785616"/>
            <a:ext cx="2359152" cy="466344"/>
          </a:xfrm>
          <a:noFill/>
        </p:spPr>
        <p:txBody>
          <a:bodyPr lIns="0" anchor="ctr"/>
          <a:lstStyle>
            <a:lvl1pPr marL="0" indent="0">
              <a:lnSpc>
                <a:spcPct val="90000"/>
              </a:lnSpc>
              <a:buNone/>
              <a:defRPr sz="2400" b="1" cap="all" spc="0" baseline="0">
                <a:solidFill>
                  <a:schemeClr val="tx1">
                    <a:lumMod val="75000"/>
                    <a:lumOff val="25000"/>
                  </a:schemeClr>
                </a:solidFill>
                <a:latin typeface="+mj-lt"/>
              </a:defRPr>
            </a:lvl1pPr>
          </a:lstStyle>
          <a:p>
            <a:pPr lvl="0"/>
            <a:r>
              <a:rPr lang="en-US" dirty="0"/>
              <a:t>Click to edit Master text styles</a:t>
            </a:r>
          </a:p>
        </p:txBody>
      </p:sp>
      <p:sp>
        <p:nvSpPr>
          <p:cNvPr id="18" name="Text Placeholder 16">
            <a:extLst>
              <a:ext uri="{FF2B5EF4-FFF2-40B4-BE49-F238E27FC236}">
                <a16:creationId xmlns:a16="http://schemas.microsoft.com/office/drawing/2014/main" id="{1C205F30-117C-F9B2-1DF1-4D808D72F07F}"/>
              </a:ext>
            </a:extLst>
          </p:cNvPr>
          <p:cNvSpPr>
            <a:spLocks noGrp="1"/>
          </p:cNvSpPr>
          <p:nvPr>
            <p:ph type="body" sz="quarter" idx="23"/>
          </p:nvPr>
        </p:nvSpPr>
        <p:spPr>
          <a:xfrm rot="16200000">
            <a:off x="8046720" y="3785616"/>
            <a:ext cx="2359152" cy="466344"/>
          </a:xfrm>
          <a:noFill/>
        </p:spPr>
        <p:txBody>
          <a:bodyPr lIns="0" anchor="ctr"/>
          <a:lstStyle>
            <a:lvl1pPr marL="0" indent="0">
              <a:lnSpc>
                <a:spcPct val="90000"/>
              </a:lnSpc>
              <a:buNone/>
              <a:defRPr sz="2400" b="1" cap="all" spc="0" baseline="0">
                <a:solidFill>
                  <a:schemeClr val="tx1">
                    <a:lumMod val="75000"/>
                    <a:lumOff val="25000"/>
                  </a:schemeClr>
                </a:solidFill>
                <a:latin typeface="+mj-lt"/>
              </a:defRPr>
            </a:lvl1pPr>
          </a:lstStyle>
          <a:p>
            <a:pPr lvl="0"/>
            <a:r>
              <a:rPr lang="en-US" dirty="0"/>
              <a:t>Click to edit Master text styles</a:t>
            </a:r>
          </a:p>
        </p:txBody>
      </p:sp>
      <p:sp>
        <p:nvSpPr>
          <p:cNvPr id="19" name="Text Placeholder 16">
            <a:extLst>
              <a:ext uri="{FF2B5EF4-FFF2-40B4-BE49-F238E27FC236}">
                <a16:creationId xmlns:a16="http://schemas.microsoft.com/office/drawing/2014/main" id="{D540A601-AB84-B187-127D-635BEAC7D2A5}"/>
              </a:ext>
            </a:extLst>
          </p:cNvPr>
          <p:cNvSpPr>
            <a:spLocks noGrp="1"/>
          </p:cNvSpPr>
          <p:nvPr>
            <p:ph type="body" sz="quarter" idx="34"/>
          </p:nvPr>
        </p:nvSpPr>
        <p:spPr>
          <a:xfrm rot="16200000">
            <a:off x="6199632" y="3785616"/>
            <a:ext cx="2359152" cy="466344"/>
          </a:xfrm>
          <a:noFill/>
        </p:spPr>
        <p:txBody>
          <a:bodyPr lIns="0" anchor="ctr"/>
          <a:lstStyle>
            <a:lvl1pPr marL="0" indent="0">
              <a:lnSpc>
                <a:spcPct val="90000"/>
              </a:lnSpc>
              <a:buNone/>
              <a:defRPr sz="2400" b="1" cap="all" spc="0" baseline="0">
                <a:solidFill>
                  <a:schemeClr val="tx1">
                    <a:lumMod val="75000"/>
                    <a:lumOff val="25000"/>
                  </a:schemeClr>
                </a:solidFill>
                <a:latin typeface="+mj-lt"/>
              </a:defRPr>
            </a:lvl1pPr>
          </a:lstStyle>
          <a:p>
            <a:pPr lvl="0"/>
            <a:r>
              <a:rPr lang="en-US" dirty="0"/>
              <a:t>Click to edit Master text styles</a:t>
            </a:r>
          </a:p>
        </p:txBody>
      </p:sp>
      <p:sp>
        <p:nvSpPr>
          <p:cNvPr id="20" name="Text Placeholder 16">
            <a:extLst>
              <a:ext uri="{FF2B5EF4-FFF2-40B4-BE49-F238E27FC236}">
                <a16:creationId xmlns:a16="http://schemas.microsoft.com/office/drawing/2014/main" id="{39FB08DE-7839-B706-A263-C826C48159CA}"/>
              </a:ext>
            </a:extLst>
          </p:cNvPr>
          <p:cNvSpPr>
            <a:spLocks noGrp="1"/>
          </p:cNvSpPr>
          <p:nvPr>
            <p:ph type="body" sz="quarter" idx="35"/>
          </p:nvPr>
        </p:nvSpPr>
        <p:spPr>
          <a:xfrm>
            <a:off x="2215750" y="2615184"/>
            <a:ext cx="1444752" cy="2231136"/>
          </a:xfrm>
        </p:spPr>
        <p:txBody>
          <a:bodyPr lIns="0" tIns="91440" bIns="146304" anchor="t"/>
          <a:lstStyle>
            <a:lvl1pPr marL="0" indent="0">
              <a:lnSpc>
                <a:spcPct val="90000"/>
              </a:lnSpc>
              <a:buNone/>
              <a:defRPr sz="1400" cap="none" spc="0" baseline="0"/>
            </a:lvl1pPr>
          </a:lstStyle>
          <a:p>
            <a:pPr lvl="0"/>
            <a:r>
              <a:rPr lang="en-US" dirty="0"/>
              <a:t>Click to edit Master text styles</a:t>
            </a:r>
          </a:p>
        </p:txBody>
      </p:sp>
      <p:sp>
        <p:nvSpPr>
          <p:cNvPr id="21" name="Text Placeholder 16">
            <a:extLst>
              <a:ext uri="{FF2B5EF4-FFF2-40B4-BE49-F238E27FC236}">
                <a16:creationId xmlns:a16="http://schemas.microsoft.com/office/drawing/2014/main" id="{A93934A6-FE95-C496-F14E-85DA799206A2}"/>
              </a:ext>
            </a:extLst>
          </p:cNvPr>
          <p:cNvSpPr>
            <a:spLocks noGrp="1"/>
          </p:cNvSpPr>
          <p:nvPr>
            <p:ph type="body" sz="quarter" idx="36"/>
          </p:nvPr>
        </p:nvSpPr>
        <p:spPr>
          <a:xfrm>
            <a:off x="4052969" y="2615184"/>
            <a:ext cx="1444752" cy="2231136"/>
          </a:xfrm>
        </p:spPr>
        <p:txBody>
          <a:bodyPr lIns="0" tIns="91440" bIns="146304" anchor="t"/>
          <a:lstStyle>
            <a:lvl1pPr marL="0" indent="0">
              <a:lnSpc>
                <a:spcPct val="90000"/>
              </a:lnSpc>
              <a:buNone/>
              <a:defRPr sz="1400" cap="none" spc="0" baseline="0"/>
            </a:lvl1pPr>
          </a:lstStyle>
          <a:p>
            <a:pPr lvl="0"/>
            <a:r>
              <a:rPr lang="en-US" dirty="0"/>
              <a:t>Click to edit Master text styles</a:t>
            </a:r>
          </a:p>
        </p:txBody>
      </p:sp>
      <p:sp>
        <p:nvSpPr>
          <p:cNvPr id="22" name="Text Placeholder 16">
            <a:extLst>
              <a:ext uri="{FF2B5EF4-FFF2-40B4-BE49-F238E27FC236}">
                <a16:creationId xmlns:a16="http://schemas.microsoft.com/office/drawing/2014/main" id="{5C30B205-E799-B533-0710-85E8A6AED6EA}"/>
              </a:ext>
            </a:extLst>
          </p:cNvPr>
          <p:cNvSpPr>
            <a:spLocks noGrp="1"/>
          </p:cNvSpPr>
          <p:nvPr>
            <p:ph type="body" sz="quarter" idx="18"/>
          </p:nvPr>
        </p:nvSpPr>
        <p:spPr>
          <a:xfrm>
            <a:off x="5890188" y="2615184"/>
            <a:ext cx="1444752" cy="2231136"/>
          </a:xfrm>
        </p:spPr>
        <p:txBody>
          <a:bodyPr lIns="0" tIns="91440" bIns="146304" anchor="t"/>
          <a:lstStyle>
            <a:lvl1pPr marL="0" indent="0">
              <a:lnSpc>
                <a:spcPct val="90000"/>
              </a:lnSpc>
              <a:buNone/>
              <a:defRPr sz="1400" cap="none" spc="0" baseline="0"/>
            </a:lvl1pPr>
          </a:lstStyle>
          <a:p>
            <a:pPr lvl="0"/>
            <a:r>
              <a:rPr lang="en-US" dirty="0"/>
              <a:t>Click to edit Master text styles</a:t>
            </a:r>
          </a:p>
        </p:txBody>
      </p:sp>
      <p:sp>
        <p:nvSpPr>
          <p:cNvPr id="23" name="Text Placeholder 16">
            <a:extLst>
              <a:ext uri="{FF2B5EF4-FFF2-40B4-BE49-F238E27FC236}">
                <a16:creationId xmlns:a16="http://schemas.microsoft.com/office/drawing/2014/main" id="{3AFE0358-280A-EB8E-E2C5-932F3BD9FEEB}"/>
              </a:ext>
            </a:extLst>
          </p:cNvPr>
          <p:cNvSpPr>
            <a:spLocks noGrp="1"/>
          </p:cNvSpPr>
          <p:nvPr>
            <p:ph type="body" sz="quarter" idx="19"/>
          </p:nvPr>
        </p:nvSpPr>
        <p:spPr>
          <a:xfrm>
            <a:off x="7727407" y="2615184"/>
            <a:ext cx="1444752" cy="2231136"/>
          </a:xfrm>
        </p:spPr>
        <p:txBody>
          <a:bodyPr lIns="0" tIns="91440" bIns="146304" anchor="t"/>
          <a:lstStyle>
            <a:lvl1pPr marL="0" indent="0">
              <a:lnSpc>
                <a:spcPct val="90000"/>
              </a:lnSpc>
              <a:buNone/>
              <a:defRPr sz="1400" cap="none" spc="0" baseline="0"/>
            </a:lvl1pPr>
          </a:lstStyle>
          <a:p>
            <a:pPr lvl="0"/>
            <a:r>
              <a:rPr lang="en-US" dirty="0"/>
              <a:t>Click to edit Master text styles</a:t>
            </a:r>
          </a:p>
        </p:txBody>
      </p:sp>
      <p:sp>
        <p:nvSpPr>
          <p:cNvPr id="24" name="Text Placeholder 16">
            <a:extLst>
              <a:ext uri="{FF2B5EF4-FFF2-40B4-BE49-F238E27FC236}">
                <a16:creationId xmlns:a16="http://schemas.microsoft.com/office/drawing/2014/main" id="{E7337DF9-BEE0-9960-3F78-987551585C7B}"/>
              </a:ext>
            </a:extLst>
          </p:cNvPr>
          <p:cNvSpPr>
            <a:spLocks noGrp="1"/>
          </p:cNvSpPr>
          <p:nvPr>
            <p:ph type="body" sz="quarter" idx="31"/>
          </p:nvPr>
        </p:nvSpPr>
        <p:spPr>
          <a:xfrm>
            <a:off x="9564624" y="2615184"/>
            <a:ext cx="1444752" cy="2231136"/>
          </a:xfrm>
        </p:spPr>
        <p:txBody>
          <a:bodyPr lIns="0" tIns="91440" bIns="146304" anchor="t"/>
          <a:lstStyle>
            <a:lvl1pPr marL="0" indent="0">
              <a:lnSpc>
                <a:spcPct val="90000"/>
              </a:lnSpc>
              <a:buNone/>
              <a:defRPr sz="1400" cap="none" spc="0" baseline="0"/>
            </a:lvl1pPr>
          </a:lstStyle>
          <a:p>
            <a:pPr lvl="0"/>
            <a:r>
              <a:rPr lang="en-US" dirty="0"/>
              <a:t>Click to edit Master text styles</a:t>
            </a:r>
          </a:p>
        </p:txBody>
      </p:sp>
      <p:sp>
        <p:nvSpPr>
          <p:cNvPr id="25" name="Title 1">
            <a:extLst>
              <a:ext uri="{FF2B5EF4-FFF2-40B4-BE49-F238E27FC236}">
                <a16:creationId xmlns:a16="http://schemas.microsoft.com/office/drawing/2014/main" id="{87474658-A5AD-9D5A-7FD0-7082AC30877D}"/>
              </a:ext>
            </a:extLst>
          </p:cNvPr>
          <p:cNvSpPr>
            <a:spLocks noGrp="1"/>
          </p:cNvSpPr>
          <p:nvPr>
            <p:ph type="title"/>
          </p:nvPr>
        </p:nvSpPr>
        <p:spPr>
          <a:xfrm>
            <a:off x="640080" y="457200"/>
            <a:ext cx="10936224" cy="1298448"/>
          </a:xfrm>
        </p:spPr>
        <p:txBody>
          <a:bodyPr/>
          <a:lstStyle>
            <a:lvl1pPr algn="ctr">
              <a:defRPr/>
            </a:lvl1pPr>
          </a:lstStyle>
          <a:p>
            <a:r>
              <a:rPr lang="en-US"/>
              <a:t>Click to edit Master title style</a:t>
            </a:r>
          </a:p>
        </p:txBody>
      </p:sp>
      <p:sp>
        <p:nvSpPr>
          <p:cNvPr id="26" name="Slide Number Placeholder 2">
            <a:extLst>
              <a:ext uri="{FF2B5EF4-FFF2-40B4-BE49-F238E27FC236}">
                <a16:creationId xmlns:a16="http://schemas.microsoft.com/office/drawing/2014/main" id="{3013595B-EBCE-B1FB-3943-6DD82772C090}"/>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
        <p:nvSpPr>
          <p:cNvPr id="27" name="Footer Placeholder 3">
            <a:extLst>
              <a:ext uri="{FF2B5EF4-FFF2-40B4-BE49-F238E27FC236}">
                <a16:creationId xmlns:a16="http://schemas.microsoft.com/office/drawing/2014/main" id="{9398F5FD-521F-F335-268A-7300D9280BC6}"/>
              </a:ext>
            </a:extLst>
          </p:cNvPr>
          <p:cNvSpPr>
            <a:spLocks noGrp="1"/>
          </p:cNvSpPr>
          <p:nvPr>
            <p:ph type="ftr" sz="quarter" idx="11"/>
          </p:nvPr>
        </p:nvSpPr>
        <p:spPr>
          <a:xfrm>
            <a:off x="365760" y="6400800"/>
            <a:ext cx="2916936" cy="246888"/>
          </a:xfrm>
        </p:spPr>
        <p:txBody>
          <a:bodyPr>
            <a:noAutofit/>
          </a:bodyPr>
          <a:lstStyle>
            <a:lvl1pPr algn="l">
              <a:defRPr/>
            </a:lvl1pPr>
          </a:lstStyle>
          <a:p>
            <a:r>
              <a:rPr lang="en-US" dirty="0"/>
              <a:t>Presentation title</a:t>
            </a:r>
          </a:p>
        </p:txBody>
      </p:sp>
    </p:spTree>
    <p:extLst>
      <p:ext uri="{BB962C8B-B14F-4D97-AF65-F5344CB8AC3E}">
        <p14:creationId xmlns:p14="http://schemas.microsoft.com/office/powerpoint/2010/main" val="2997813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F4C9462-DD7C-E02D-1CDD-3A9BC288BE01}"/>
              </a:ext>
            </a:extLst>
          </p:cNvPr>
          <p:cNvSpPr/>
          <p:nvPr userDrawn="1"/>
        </p:nvSpPr>
        <p:spPr>
          <a:xfrm>
            <a:off x="6095999" y="0"/>
            <a:ext cx="6096000" cy="4762500"/>
          </a:xfrm>
          <a:prstGeom prst="rect">
            <a:avLst/>
          </a:prstGeom>
          <a:solidFill>
            <a:schemeClr val="accent4">
              <a:lumMod val="40000"/>
              <a:lumOff val="60000"/>
              <a:alpha val="4078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60000"/>
                  <a:lumOff val="40000"/>
                </a:schemeClr>
              </a:solidFill>
            </a:endParaRPr>
          </a:p>
        </p:txBody>
      </p:sp>
      <p:sp>
        <p:nvSpPr>
          <p:cNvPr id="3" name="Text Placeholder 2">
            <a:extLst>
              <a:ext uri="{FF2B5EF4-FFF2-40B4-BE49-F238E27FC236}">
                <a16:creationId xmlns:a16="http://schemas.microsoft.com/office/drawing/2014/main" id="{CF258996-D220-8B05-AE12-5AC4341BBFCF}"/>
              </a:ext>
            </a:extLst>
          </p:cNvPr>
          <p:cNvSpPr>
            <a:spLocks noGrp="1"/>
          </p:cNvSpPr>
          <p:nvPr>
            <p:ph type="body" idx="1"/>
          </p:nvPr>
        </p:nvSpPr>
        <p:spPr>
          <a:xfrm>
            <a:off x="4078224" y="2002536"/>
            <a:ext cx="7278624" cy="630936"/>
          </a:xfrm>
        </p:spPr>
        <p:txBody>
          <a:bodyPr lIns="0" anchor="ctr"/>
          <a:lstStyle>
            <a:lvl1pPr marL="0" indent="0">
              <a:buNone/>
              <a:defRPr sz="2400" b="1" cap="all" baseline="0">
                <a:solidFill>
                  <a:schemeClr val="tx1">
                    <a:lumMod val="75000"/>
                    <a:lumOff val="2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384BC794-4A27-9A79-42A9-AFA939B20CB7}"/>
              </a:ext>
            </a:extLst>
          </p:cNvPr>
          <p:cNvSpPr>
            <a:spLocks noGrp="1"/>
          </p:cNvSpPr>
          <p:nvPr>
            <p:ph sz="half" idx="2"/>
          </p:nvPr>
        </p:nvSpPr>
        <p:spPr>
          <a:xfrm>
            <a:off x="4078224" y="2615184"/>
            <a:ext cx="7278624" cy="1179576"/>
          </a:xfrm>
        </p:spPr>
        <p:txBody>
          <a:bodyPr lIns="0"/>
          <a:lstStyle>
            <a:lvl1pPr>
              <a:defRPr sz="1400">
                <a:solidFill>
                  <a:schemeClr val="tx1">
                    <a:lumMod val="75000"/>
                    <a:lumOff val="25000"/>
                  </a:schemeClr>
                </a:solidFill>
              </a:defRPr>
            </a:lvl1pPr>
            <a:lvl2pPr>
              <a:defRPr sz="1200">
                <a:solidFill>
                  <a:schemeClr val="tx1">
                    <a:lumMod val="75000"/>
                    <a:lumOff val="25000"/>
                  </a:schemeClr>
                </a:solidFill>
              </a:defRPr>
            </a:lvl2pPr>
            <a:lvl3pPr>
              <a:defRPr sz="1100">
                <a:solidFill>
                  <a:schemeClr val="tx1">
                    <a:lumMod val="75000"/>
                    <a:lumOff val="25000"/>
                  </a:schemeClr>
                </a:solidFill>
              </a:defRPr>
            </a:lvl3pPr>
            <a:lvl4pPr>
              <a:defRPr sz="1050">
                <a:solidFill>
                  <a:schemeClr val="tx1">
                    <a:lumMod val="75000"/>
                    <a:lumOff val="25000"/>
                  </a:schemeClr>
                </a:solidFill>
              </a:defRPr>
            </a:lvl4pPr>
            <a:lvl5pPr>
              <a:defRPr sz="105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D5120D9-C6AF-17C8-8F32-1FEE6BFBC92A}"/>
              </a:ext>
            </a:extLst>
          </p:cNvPr>
          <p:cNvSpPr>
            <a:spLocks noGrp="1"/>
          </p:cNvSpPr>
          <p:nvPr>
            <p:ph type="body" sz="quarter" idx="3"/>
          </p:nvPr>
        </p:nvSpPr>
        <p:spPr>
          <a:xfrm>
            <a:off x="4078224" y="4352544"/>
            <a:ext cx="7278624" cy="630936"/>
          </a:xfrm>
        </p:spPr>
        <p:txBody>
          <a:bodyPr lIns="0" anchor="ctr"/>
          <a:lstStyle>
            <a:lvl1pPr marL="0" indent="0">
              <a:buNone/>
              <a:defRPr sz="2400" b="1" cap="all" baseline="0">
                <a:solidFill>
                  <a:schemeClr val="tx1">
                    <a:lumMod val="75000"/>
                    <a:lumOff val="2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344281-6BA8-08CC-F27B-A84598690509}"/>
              </a:ext>
            </a:extLst>
          </p:cNvPr>
          <p:cNvSpPr>
            <a:spLocks noGrp="1"/>
          </p:cNvSpPr>
          <p:nvPr>
            <p:ph sz="quarter" idx="4"/>
          </p:nvPr>
        </p:nvSpPr>
        <p:spPr>
          <a:xfrm>
            <a:off x="4078224" y="4983480"/>
            <a:ext cx="7278624" cy="1179576"/>
          </a:xfrm>
        </p:spPr>
        <p:txBody>
          <a:bodyPr lIns="0"/>
          <a:lstStyle>
            <a:lvl1pPr>
              <a:defRPr sz="1400">
                <a:solidFill>
                  <a:schemeClr val="tx1">
                    <a:lumMod val="75000"/>
                    <a:lumOff val="25000"/>
                  </a:schemeClr>
                </a:solidFill>
              </a:defRPr>
            </a:lvl1pPr>
            <a:lvl2pPr>
              <a:defRPr sz="1200">
                <a:solidFill>
                  <a:schemeClr val="tx1">
                    <a:lumMod val="75000"/>
                    <a:lumOff val="25000"/>
                  </a:schemeClr>
                </a:solidFill>
              </a:defRPr>
            </a:lvl2pPr>
            <a:lvl3pPr>
              <a:defRPr sz="1100">
                <a:solidFill>
                  <a:schemeClr val="tx1">
                    <a:lumMod val="75000"/>
                    <a:lumOff val="25000"/>
                  </a:schemeClr>
                </a:solidFill>
              </a:defRPr>
            </a:lvl3pPr>
            <a:lvl4pPr>
              <a:defRPr sz="1050">
                <a:solidFill>
                  <a:schemeClr val="tx1">
                    <a:lumMod val="75000"/>
                    <a:lumOff val="25000"/>
                  </a:schemeClr>
                </a:solidFill>
              </a:defRPr>
            </a:lvl4pPr>
            <a:lvl5pPr>
              <a:defRPr sz="105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2">
            <a:extLst>
              <a:ext uri="{FF2B5EF4-FFF2-40B4-BE49-F238E27FC236}">
                <a16:creationId xmlns:a16="http://schemas.microsoft.com/office/drawing/2014/main" id="{D180249D-D2B0-9DE0-465A-6DA7FEB8A58C}"/>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
        <p:nvSpPr>
          <p:cNvPr id="11" name="Footer Placeholder 3">
            <a:extLst>
              <a:ext uri="{FF2B5EF4-FFF2-40B4-BE49-F238E27FC236}">
                <a16:creationId xmlns:a16="http://schemas.microsoft.com/office/drawing/2014/main" id="{02B3893C-830A-CE74-7EA8-9BB69F636FD1}"/>
              </a:ext>
            </a:extLst>
          </p:cNvPr>
          <p:cNvSpPr>
            <a:spLocks noGrp="1"/>
          </p:cNvSpPr>
          <p:nvPr>
            <p:ph type="ftr" sz="quarter" idx="11"/>
          </p:nvPr>
        </p:nvSpPr>
        <p:spPr>
          <a:xfrm>
            <a:off x="365760" y="6400800"/>
            <a:ext cx="2916936" cy="246888"/>
          </a:xfrm>
        </p:spPr>
        <p:txBody>
          <a:bodyPr>
            <a:noAutofit/>
          </a:bodyPr>
          <a:lstStyle>
            <a:lvl1pPr algn="l">
              <a:defRPr/>
            </a:lvl1pPr>
          </a:lstStyle>
          <a:p>
            <a:r>
              <a:rPr lang="en-US" dirty="0"/>
              <a:t>Presentation title</a:t>
            </a:r>
          </a:p>
        </p:txBody>
      </p:sp>
      <p:cxnSp>
        <p:nvCxnSpPr>
          <p:cNvPr id="13" name="Straight Connector 12">
            <a:extLst>
              <a:ext uri="{FF2B5EF4-FFF2-40B4-BE49-F238E27FC236}">
                <a16:creationId xmlns:a16="http://schemas.microsoft.com/office/drawing/2014/main" id="{4FEB4121-C7B1-D448-DE15-4DFEA09D0655}"/>
              </a:ext>
            </a:extLst>
          </p:cNvPr>
          <p:cNvCxnSpPr>
            <a:cxnSpLocks/>
          </p:cNvCxnSpPr>
          <p:nvPr userDrawn="1"/>
        </p:nvCxnSpPr>
        <p:spPr>
          <a:xfrm>
            <a:off x="-2" y="2315959"/>
            <a:ext cx="3858207" cy="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56431E3-2BD2-4D62-E397-DC4A847C7F2A}"/>
              </a:ext>
            </a:extLst>
          </p:cNvPr>
          <p:cNvCxnSpPr>
            <a:cxnSpLocks/>
          </p:cNvCxnSpPr>
          <p:nvPr userDrawn="1"/>
        </p:nvCxnSpPr>
        <p:spPr>
          <a:xfrm>
            <a:off x="-2" y="4659109"/>
            <a:ext cx="3858207" cy="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sp>
        <p:nvSpPr>
          <p:cNvPr id="15" name="Title 1">
            <a:extLst>
              <a:ext uri="{FF2B5EF4-FFF2-40B4-BE49-F238E27FC236}">
                <a16:creationId xmlns:a16="http://schemas.microsoft.com/office/drawing/2014/main" id="{09AB8F6B-6D48-A68F-FD44-35F659AF2AC3}"/>
              </a:ext>
            </a:extLst>
          </p:cNvPr>
          <p:cNvSpPr>
            <a:spLocks noGrp="1"/>
          </p:cNvSpPr>
          <p:nvPr>
            <p:ph type="title"/>
          </p:nvPr>
        </p:nvSpPr>
        <p:spPr>
          <a:xfrm>
            <a:off x="640080" y="457200"/>
            <a:ext cx="10936224" cy="1298448"/>
          </a:xfrm>
        </p:spPr>
        <p:txBody>
          <a:bodyPr/>
          <a:lstStyle/>
          <a:p>
            <a:r>
              <a:rPr lang="en-US"/>
              <a:t>Click to edit Master title style</a:t>
            </a:r>
          </a:p>
        </p:txBody>
      </p:sp>
    </p:spTree>
    <p:extLst>
      <p:ext uri="{BB962C8B-B14F-4D97-AF65-F5344CB8AC3E}">
        <p14:creationId xmlns:p14="http://schemas.microsoft.com/office/powerpoint/2010/main" val="3433736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hree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E26A0C-E42F-6A2A-044B-8C817559CB87}"/>
              </a:ext>
            </a:extLst>
          </p:cNvPr>
          <p:cNvSpPr/>
          <p:nvPr userDrawn="1"/>
        </p:nvSpPr>
        <p:spPr>
          <a:xfrm>
            <a:off x="4377128" y="3560257"/>
            <a:ext cx="7814872" cy="3297743"/>
          </a:xfrm>
          <a:prstGeom prst="rect">
            <a:avLst/>
          </a:prstGeom>
          <a:solidFill>
            <a:schemeClr val="accent2">
              <a:lumMod val="40000"/>
              <a:lumOff val="60000"/>
              <a:alpha val="4078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60000"/>
                  <a:lumOff val="40000"/>
                </a:schemeClr>
              </a:solidFill>
            </a:endParaRPr>
          </a:p>
        </p:txBody>
      </p:sp>
      <p:cxnSp>
        <p:nvCxnSpPr>
          <p:cNvPr id="7" name="Straight Connector 6">
            <a:extLst>
              <a:ext uri="{FF2B5EF4-FFF2-40B4-BE49-F238E27FC236}">
                <a16:creationId xmlns:a16="http://schemas.microsoft.com/office/drawing/2014/main" id="{F156E3D2-16B0-AFFA-51A9-B37F5830B6D9}"/>
              </a:ext>
            </a:extLst>
          </p:cNvPr>
          <p:cNvCxnSpPr>
            <a:cxnSpLocks/>
          </p:cNvCxnSpPr>
          <p:nvPr userDrawn="1"/>
        </p:nvCxnSpPr>
        <p:spPr>
          <a:xfrm>
            <a:off x="0" y="2657582"/>
            <a:ext cx="10782300" cy="0"/>
          </a:xfrm>
          <a:prstGeom prst="line">
            <a:avLst/>
          </a:prstGeom>
          <a:ln w="15875" cap="sq" cmpd="sng">
            <a:solidFill>
              <a:schemeClr val="tx1">
                <a:lumMod val="75000"/>
                <a:lumOff val="25000"/>
              </a:schemeClr>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CF258996-D220-8B05-AE12-5AC4341BBFCF}"/>
              </a:ext>
            </a:extLst>
          </p:cNvPr>
          <p:cNvSpPr>
            <a:spLocks noGrp="1"/>
          </p:cNvSpPr>
          <p:nvPr>
            <p:ph type="body" idx="1"/>
          </p:nvPr>
        </p:nvSpPr>
        <p:spPr>
          <a:xfrm>
            <a:off x="1664208" y="1929384"/>
            <a:ext cx="2432304" cy="630936"/>
          </a:xfrm>
        </p:spPr>
        <p:txBody>
          <a:bodyPr lIns="0" anchor="ctr"/>
          <a:lstStyle>
            <a:lvl1pPr marL="0" indent="0">
              <a:buNone/>
              <a:defRPr sz="2400" b="1" cap="all" baseline="0">
                <a:solidFill>
                  <a:schemeClr val="tx1">
                    <a:lumMod val="75000"/>
                    <a:lumOff val="2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384BC794-4A27-9A79-42A9-AFA939B20CB7}"/>
              </a:ext>
            </a:extLst>
          </p:cNvPr>
          <p:cNvSpPr>
            <a:spLocks noGrp="1"/>
          </p:cNvSpPr>
          <p:nvPr>
            <p:ph sz="half" idx="2"/>
          </p:nvPr>
        </p:nvSpPr>
        <p:spPr>
          <a:xfrm>
            <a:off x="1664208" y="2926080"/>
            <a:ext cx="2569464" cy="2093976"/>
          </a:xfrm>
        </p:spPr>
        <p:txBody>
          <a:bodyPr lIns="0" rIns="182880"/>
          <a:lstStyle>
            <a:lvl1pPr>
              <a:defRPr sz="1400">
                <a:solidFill>
                  <a:schemeClr val="tx1">
                    <a:lumMod val="75000"/>
                    <a:lumOff val="25000"/>
                  </a:schemeClr>
                </a:solidFill>
              </a:defRPr>
            </a:lvl1pPr>
            <a:lvl2pPr>
              <a:defRPr sz="1200">
                <a:solidFill>
                  <a:schemeClr val="tx1">
                    <a:lumMod val="75000"/>
                    <a:lumOff val="25000"/>
                  </a:schemeClr>
                </a:solidFill>
              </a:defRPr>
            </a:lvl2pPr>
            <a:lvl3pPr>
              <a:defRPr sz="1100">
                <a:solidFill>
                  <a:schemeClr val="tx1">
                    <a:lumMod val="75000"/>
                    <a:lumOff val="25000"/>
                  </a:schemeClr>
                </a:solidFill>
              </a:defRPr>
            </a:lvl3pPr>
            <a:lvl4pPr>
              <a:defRPr sz="1050">
                <a:solidFill>
                  <a:schemeClr val="tx1">
                    <a:lumMod val="75000"/>
                    <a:lumOff val="25000"/>
                  </a:schemeClr>
                </a:solidFill>
              </a:defRPr>
            </a:lvl4pPr>
            <a:lvl5pPr>
              <a:defRPr sz="105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D5120D9-C6AF-17C8-8F32-1FEE6BFBC92A}"/>
              </a:ext>
            </a:extLst>
          </p:cNvPr>
          <p:cNvSpPr>
            <a:spLocks noGrp="1"/>
          </p:cNvSpPr>
          <p:nvPr>
            <p:ph type="body" sz="quarter" idx="3"/>
          </p:nvPr>
        </p:nvSpPr>
        <p:spPr>
          <a:xfrm>
            <a:off x="5010912" y="1929384"/>
            <a:ext cx="2432304" cy="630936"/>
          </a:xfrm>
        </p:spPr>
        <p:txBody>
          <a:bodyPr lIns="0" anchor="ctr"/>
          <a:lstStyle>
            <a:lvl1pPr marL="0" indent="0">
              <a:buNone/>
              <a:defRPr sz="2400" b="1" cap="all" baseline="0">
                <a:solidFill>
                  <a:schemeClr val="tx1">
                    <a:lumMod val="75000"/>
                    <a:lumOff val="2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D2344281-6BA8-08CC-F27B-A84598690509}"/>
              </a:ext>
            </a:extLst>
          </p:cNvPr>
          <p:cNvSpPr>
            <a:spLocks noGrp="1"/>
          </p:cNvSpPr>
          <p:nvPr>
            <p:ph sz="quarter" idx="4"/>
          </p:nvPr>
        </p:nvSpPr>
        <p:spPr>
          <a:xfrm>
            <a:off x="5010912" y="2926080"/>
            <a:ext cx="2569464" cy="2093976"/>
          </a:xfrm>
        </p:spPr>
        <p:txBody>
          <a:bodyPr lIns="0" rIns="182880"/>
          <a:lstStyle>
            <a:lvl1pPr>
              <a:defRPr sz="1400">
                <a:solidFill>
                  <a:schemeClr val="tx1">
                    <a:lumMod val="75000"/>
                    <a:lumOff val="25000"/>
                  </a:schemeClr>
                </a:solidFill>
              </a:defRPr>
            </a:lvl1pPr>
            <a:lvl2pPr>
              <a:defRPr sz="1200">
                <a:solidFill>
                  <a:schemeClr val="tx1">
                    <a:lumMod val="75000"/>
                    <a:lumOff val="25000"/>
                  </a:schemeClr>
                </a:solidFill>
              </a:defRPr>
            </a:lvl2pPr>
            <a:lvl3pPr>
              <a:defRPr sz="1100">
                <a:solidFill>
                  <a:schemeClr val="tx1">
                    <a:lumMod val="75000"/>
                    <a:lumOff val="25000"/>
                  </a:schemeClr>
                </a:solidFill>
              </a:defRPr>
            </a:lvl3pPr>
            <a:lvl4pPr>
              <a:defRPr sz="1050">
                <a:solidFill>
                  <a:schemeClr val="tx1">
                    <a:lumMod val="75000"/>
                    <a:lumOff val="25000"/>
                  </a:schemeClr>
                </a:solidFill>
              </a:defRPr>
            </a:lvl4pPr>
            <a:lvl5pPr>
              <a:defRPr sz="105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2">
            <a:extLst>
              <a:ext uri="{FF2B5EF4-FFF2-40B4-BE49-F238E27FC236}">
                <a16:creationId xmlns:a16="http://schemas.microsoft.com/office/drawing/2014/main" id="{D180249D-D2B0-9DE0-465A-6DA7FEB8A58C}"/>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
        <p:nvSpPr>
          <p:cNvPr id="11" name="Footer Placeholder 3">
            <a:extLst>
              <a:ext uri="{FF2B5EF4-FFF2-40B4-BE49-F238E27FC236}">
                <a16:creationId xmlns:a16="http://schemas.microsoft.com/office/drawing/2014/main" id="{02B3893C-830A-CE74-7EA8-9BB69F636FD1}"/>
              </a:ext>
            </a:extLst>
          </p:cNvPr>
          <p:cNvSpPr>
            <a:spLocks noGrp="1"/>
          </p:cNvSpPr>
          <p:nvPr>
            <p:ph type="ftr" sz="quarter" idx="11"/>
          </p:nvPr>
        </p:nvSpPr>
        <p:spPr>
          <a:xfrm>
            <a:off x="365760" y="6400800"/>
            <a:ext cx="2916936" cy="246888"/>
          </a:xfrm>
        </p:spPr>
        <p:txBody>
          <a:bodyPr>
            <a:noAutofit/>
          </a:bodyPr>
          <a:lstStyle>
            <a:lvl1pPr algn="l">
              <a:defRPr/>
            </a:lvl1pPr>
          </a:lstStyle>
          <a:p>
            <a:r>
              <a:rPr lang="en-US" dirty="0"/>
              <a:t>Presentation title</a:t>
            </a:r>
          </a:p>
        </p:txBody>
      </p:sp>
      <p:sp>
        <p:nvSpPr>
          <p:cNvPr id="15" name="Title 1">
            <a:extLst>
              <a:ext uri="{FF2B5EF4-FFF2-40B4-BE49-F238E27FC236}">
                <a16:creationId xmlns:a16="http://schemas.microsoft.com/office/drawing/2014/main" id="{09AB8F6B-6D48-A68F-FD44-35F659AF2AC3}"/>
              </a:ext>
            </a:extLst>
          </p:cNvPr>
          <p:cNvSpPr>
            <a:spLocks noGrp="1"/>
          </p:cNvSpPr>
          <p:nvPr>
            <p:ph type="title"/>
          </p:nvPr>
        </p:nvSpPr>
        <p:spPr>
          <a:xfrm>
            <a:off x="640080" y="457200"/>
            <a:ext cx="10936224" cy="1298448"/>
          </a:xfrm>
        </p:spPr>
        <p:txBody>
          <a:bodyPr/>
          <a:lstStyle/>
          <a:p>
            <a:r>
              <a:rPr lang="en-US"/>
              <a:t>Click to edit Master title style</a:t>
            </a:r>
          </a:p>
        </p:txBody>
      </p:sp>
      <p:sp>
        <p:nvSpPr>
          <p:cNvPr id="8" name="Text Placeholder 4">
            <a:extLst>
              <a:ext uri="{FF2B5EF4-FFF2-40B4-BE49-F238E27FC236}">
                <a16:creationId xmlns:a16="http://schemas.microsoft.com/office/drawing/2014/main" id="{9537EA5E-3E96-57B0-C639-22C290FCD5E8}"/>
              </a:ext>
            </a:extLst>
          </p:cNvPr>
          <p:cNvSpPr>
            <a:spLocks noGrp="1"/>
          </p:cNvSpPr>
          <p:nvPr>
            <p:ph type="body" sz="quarter" idx="12"/>
          </p:nvPr>
        </p:nvSpPr>
        <p:spPr>
          <a:xfrm>
            <a:off x="8348472" y="1929384"/>
            <a:ext cx="2432304" cy="630936"/>
          </a:xfrm>
        </p:spPr>
        <p:txBody>
          <a:bodyPr lIns="0" anchor="ctr"/>
          <a:lstStyle>
            <a:lvl1pPr marL="0" indent="0">
              <a:buNone/>
              <a:defRPr sz="2400" b="1" cap="all" baseline="0">
                <a:solidFill>
                  <a:schemeClr val="tx1">
                    <a:lumMod val="75000"/>
                    <a:lumOff val="2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5">
            <a:extLst>
              <a:ext uri="{FF2B5EF4-FFF2-40B4-BE49-F238E27FC236}">
                <a16:creationId xmlns:a16="http://schemas.microsoft.com/office/drawing/2014/main" id="{C81D5F3B-60ED-CA80-3AE7-2EFC356E7748}"/>
              </a:ext>
            </a:extLst>
          </p:cNvPr>
          <p:cNvSpPr>
            <a:spLocks noGrp="1"/>
          </p:cNvSpPr>
          <p:nvPr>
            <p:ph sz="quarter" idx="13"/>
          </p:nvPr>
        </p:nvSpPr>
        <p:spPr>
          <a:xfrm>
            <a:off x="8348472" y="2926080"/>
            <a:ext cx="2569464" cy="2093976"/>
          </a:xfrm>
        </p:spPr>
        <p:txBody>
          <a:bodyPr lIns="0" rIns="182880"/>
          <a:lstStyle>
            <a:lvl1pPr>
              <a:defRPr sz="1400">
                <a:solidFill>
                  <a:schemeClr val="tx1">
                    <a:lumMod val="75000"/>
                    <a:lumOff val="25000"/>
                  </a:schemeClr>
                </a:solidFill>
              </a:defRPr>
            </a:lvl1pPr>
            <a:lvl2pPr>
              <a:defRPr sz="1200">
                <a:solidFill>
                  <a:schemeClr val="tx1">
                    <a:lumMod val="75000"/>
                    <a:lumOff val="25000"/>
                  </a:schemeClr>
                </a:solidFill>
              </a:defRPr>
            </a:lvl2pPr>
            <a:lvl3pPr>
              <a:defRPr sz="1100">
                <a:solidFill>
                  <a:schemeClr val="tx1">
                    <a:lumMod val="75000"/>
                    <a:lumOff val="25000"/>
                  </a:schemeClr>
                </a:solidFill>
              </a:defRPr>
            </a:lvl3pPr>
            <a:lvl4pPr>
              <a:defRPr sz="1050">
                <a:solidFill>
                  <a:schemeClr val="tx1">
                    <a:lumMod val="75000"/>
                    <a:lumOff val="25000"/>
                  </a:schemeClr>
                </a:solidFill>
              </a:defRPr>
            </a:lvl4pPr>
            <a:lvl5pPr>
              <a:defRPr sz="105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72237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Summary">
    <p:spTree>
      <p:nvGrpSpPr>
        <p:cNvPr id="1" name=""/>
        <p:cNvGrpSpPr/>
        <p:nvPr/>
      </p:nvGrpSpPr>
      <p:grpSpPr>
        <a:xfrm>
          <a:off x="0" y="0"/>
          <a:ext cx="0" cy="0"/>
          <a:chOff x="0" y="0"/>
          <a:chExt cx="0" cy="0"/>
        </a:xfrm>
      </p:grpSpPr>
      <p:sp>
        <p:nvSpPr>
          <p:cNvPr id="15" name="Text Placeholder 10">
            <a:extLst>
              <a:ext uri="{FF2B5EF4-FFF2-40B4-BE49-F238E27FC236}">
                <a16:creationId xmlns:a16="http://schemas.microsoft.com/office/drawing/2014/main" id="{5CD45539-3B3A-464F-2480-A7235DE9D3E7}"/>
              </a:ext>
            </a:extLst>
          </p:cNvPr>
          <p:cNvSpPr>
            <a:spLocks noGrp="1"/>
          </p:cNvSpPr>
          <p:nvPr>
            <p:ph type="body" sz="quarter" idx="17"/>
          </p:nvPr>
        </p:nvSpPr>
        <p:spPr>
          <a:xfrm>
            <a:off x="0" y="3154680"/>
            <a:ext cx="12198096" cy="1709928"/>
          </a:xfrm>
        </p:spPr>
        <p:txBody>
          <a:bodyPr anchor="ctr">
            <a:noAutofit/>
          </a:bodyPr>
          <a:lstStyle>
            <a:lvl1pPr marL="0" indent="0" algn="ctr">
              <a:lnSpc>
                <a:spcPct val="90000"/>
              </a:lnSpc>
              <a:spcBef>
                <a:spcPts val="0"/>
              </a:spcBef>
              <a:buNone/>
              <a:defRPr sz="13800" b="1" cap="all" baseline="0">
                <a:solidFill>
                  <a:schemeClr val="accent4">
                    <a:lumMod val="75000"/>
                  </a:schemeClr>
                </a:solidFill>
                <a:latin typeface="+mj-lt"/>
              </a:defRPr>
            </a:lvl1pPr>
          </a:lstStyle>
          <a:p>
            <a:pPr lvl="0"/>
            <a:r>
              <a:rPr lang="en-US" dirty="0"/>
              <a:t>Click to edit Master text styles</a:t>
            </a:r>
          </a:p>
        </p:txBody>
      </p:sp>
      <p:sp>
        <p:nvSpPr>
          <p:cNvPr id="2" name="Title 1">
            <a:extLst>
              <a:ext uri="{FF2B5EF4-FFF2-40B4-BE49-F238E27FC236}">
                <a16:creationId xmlns:a16="http://schemas.microsoft.com/office/drawing/2014/main" id="{23732606-8178-6E55-26AD-51AAFF50D284}"/>
              </a:ext>
            </a:extLst>
          </p:cNvPr>
          <p:cNvSpPr>
            <a:spLocks noGrp="1"/>
          </p:cNvSpPr>
          <p:nvPr>
            <p:ph type="title"/>
          </p:nvPr>
        </p:nvSpPr>
        <p:spPr>
          <a:xfrm>
            <a:off x="0" y="1828800"/>
            <a:ext cx="12198096" cy="1709928"/>
          </a:xfrm>
        </p:spPr>
        <p:txBody>
          <a:bodyPr>
            <a:noAutofit/>
          </a:bodyPr>
          <a:lstStyle>
            <a:lvl1pPr algn="ctr">
              <a:defRPr sz="13800" cap="all" baseline="0">
                <a:solidFill>
                  <a:schemeClr val="accent4">
                    <a:lumMod val="75000"/>
                  </a:schemeClr>
                </a:solidFill>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CF00AE91-3B85-16DB-77F3-EDF2472DDB30}"/>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
        <p:nvSpPr>
          <p:cNvPr id="4" name="Footer Placeholder 3">
            <a:extLst>
              <a:ext uri="{FF2B5EF4-FFF2-40B4-BE49-F238E27FC236}">
                <a16:creationId xmlns:a16="http://schemas.microsoft.com/office/drawing/2014/main" id="{959C2A85-E1A4-A097-5C3F-E9D9396F5753}"/>
              </a:ext>
            </a:extLst>
          </p:cNvPr>
          <p:cNvSpPr>
            <a:spLocks noGrp="1"/>
          </p:cNvSpPr>
          <p:nvPr>
            <p:ph type="ftr" sz="quarter" idx="11"/>
          </p:nvPr>
        </p:nvSpPr>
        <p:spPr>
          <a:xfrm>
            <a:off x="365760" y="6400800"/>
            <a:ext cx="2916936" cy="246888"/>
          </a:xfrm>
        </p:spPr>
        <p:txBody>
          <a:bodyPr>
            <a:noAutofit/>
          </a:bodyPr>
          <a:lstStyle>
            <a:lvl1pPr algn="l">
              <a:defRPr/>
            </a:lvl1pPr>
          </a:lstStyle>
          <a:p>
            <a:r>
              <a:rPr lang="en-US" dirty="0"/>
              <a:t>Presentation title</a:t>
            </a:r>
          </a:p>
        </p:txBody>
      </p:sp>
      <p:sp>
        <p:nvSpPr>
          <p:cNvPr id="11" name="Text Placeholder 10">
            <a:extLst>
              <a:ext uri="{FF2B5EF4-FFF2-40B4-BE49-F238E27FC236}">
                <a16:creationId xmlns:a16="http://schemas.microsoft.com/office/drawing/2014/main" id="{5B2F2BA9-7FBD-D1B5-303E-B240F73D58E1}"/>
              </a:ext>
            </a:extLst>
          </p:cNvPr>
          <p:cNvSpPr>
            <a:spLocks noGrp="1"/>
          </p:cNvSpPr>
          <p:nvPr>
            <p:ph type="body" sz="quarter" idx="13"/>
          </p:nvPr>
        </p:nvSpPr>
        <p:spPr>
          <a:xfrm>
            <a:off x="0" y="2587752"/>
            <a:ext cx="12198096" cy="1508760"/>
          </a:xfrm>
          <a:solidFill>
            <a:schemeClr val="accent3"/>
          </a:solidFill>
        </p:spPr>
        <p:txBody>
          <a:bodyPr lIns="877824" rIns="877824" anchor="ctr">
            <a:noAutofit/>
          </a:bodyPr>
          <a:lstStyle>
            <a:lvl1pPr marL="0" indent="0" algn="ctr">
              <a:lnSpc>
                <a:spcPct val="100000"/>
              </a:lnSpc>
              <a:spcBef>
                <a:spcPts val="0"/>
              </a:spcBef>
              <a:buNone/>
              <a:defRPr sz="1800" cap="none" baseline="0"/>
            </a:lvl1pPr>
          </a:lstStyle>
          <a:p>
            <a:pPr lvl="0"/>
            <a:r>
              <a:rPr lang="en-US" dirty="0"/>
              <a:t>Click to edit Master text styles</a:t>
            </a:r>
          </a:p>
        </p:txBody>
      </p:sp>
    </p:spTree>
    <p:extLst>
      <p:ext uri="{BB962C8B-B14F-4D97-AF65-F5344CB8AC3E}">
        <p14:creationId xmlns:p14="http://schemas.microsoft.com/office/powerpoint/2010/main" val="27728790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hank You">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A6C6E2D-7286-A78B-3254-6E7A370C6A6B}"/>
              </a:ext>
            </a:extLst>
          </p:cNvPr>
          <p:cNvSpPr>
            <a:spLocks noGrp="1"/>
          </p:cNvSpPr>
          <p:nvPr>
            <p:ph type="pic" sz="quarter" idx="10"/>
          </p:nvPr>
        </p:nvSpPr>
        <p:spPr>
          <a:xfrm>
            <a:off x="7653528" y="2532888"/>
            <a:ext cx="3730752" cy="3721608"/>
          </a:xfrm>
          <a:solidFill>
            <a:schemeClr val="accent1">
              <a:lumMod val="90000"/>
            </a:schemeClr>
          </a:solidFill>
        </p:spPr>
        <p:txBody>
          <a:bodyPr anchor="ctr"/>
          <a:lstStyle>
            <a:lvl1pPr marL="0" indent="0" algn="ctr">
              <a:buNone/>
              <a:defRPr sz="1000"/>
            </a:lvl1pPr>
          </a:lstStyle>
          <a:p>
            <a:endParaRPr lang="en-US" dirty="0"/>
          </a:p>
        </p:txBody>
      </p:sp>
      <p:sp>
        <p:nvSpPr>
          <p:cNvPr id="2" name="Title 1">
            <a:extLst>
              <a:ext uri="{FF2B5EF4-FFF2-40B4-BE49-F238E27FC236}">
                <a16:creationId xmlns:a16="http://schemas.microsoft.com/office/drawing/2014/main" id="{F5CE9608-82F8-5A3A-8F2B-B02328A17B1C}"/>
              </a:ext>
            </a:extLst>
          </p:cNvPr>
          <p:cNvSpPr>
            <a:spLocks noGrp="1"/>
          </p:cNvSpPr>
          <p:nvPr>
            <p:ph type="ctrTitle"/>
          </p:nvPr>
        </p:nvSpPr>
        <p:spPr>
          <a:xfrm>
            <a:off x="356616" y="850392"/>
            <a:ext cx="11347704" cy="1298448"/>
          </a:xfrm>
        </p:spPr>
        <p:txBody>
          <a:bodyPr anchor="ctr">
            <a:noAutofit/>
          </a:bodyPr>
          <a:lstStyle>
            <a:lvl1pPr algn="l">
              <a:defRPr sz="13800" cap="all" baseline="0"/>
            </a:lvl1pPr>
          </a:lstStyle>
          <a:p>
            <a:r>
              <a:rPr lang="en-US" dirty="0"/>
              <a:t>Click to edit Master title style</a:t>
            </a:r>
          </a:p>
        </p:txBody>
      </p:sp>
      <p:sp>
        <p:nvSpPr>
          <p:cNvPr id="3" name="Subtitle 2">
            <a:extLst>
              <a:ext uri="{FF2B5EF4-FFF2-40B4-BE49-F238E27FC236}">
                <a16:creationId xmlns:a16="http://schemas.microsoft.com/office/drawing/2014/main" id="{3D4EF1E8-FA5F-A239-4078-9559136871D4}"/>
              </a:ext>
            </a:extLst>
          </p:cNvPr>
          <p:cNvSpPr>
            <a:spLocks noGrp="1"/>
          </p:cNvSpPr>
          <p:nvPr>
            <p:ph type="subTitle" idx="1"/>
          </p:nvPr>
        </p:nvSpPr>
        <p:spPr>
          <a:xfrm>
            <a:off x="356616" y="4187952"/>
            <a:ext cx="5376672" cy="13716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 Placeholder 10">
            <a:extLst>
              <a:ext uri="{FF2B5EF4-FFF2-40B4-BE49-F238E27FC236}">
                <a16:creationId xmlns:a16="http://schemas.microsoft.com/office/drawing/2014/main" id="{FBFFEADD-5074-43DB-8F36-D0CB44E613C2}"/>
              </a:ext>
            </a:extLst>
          </p:cNvPr>
          <p:cNvSpPr>
            <a:spLocks noGrp="1"/>
          </p:cNvSpPr>
          <p:nvPr>
            <p:ph type="body" sz="quarter" idx="11" hasCustomPrompt="1"/>
          </p:nvPr>
        </p:nvSpPr>
        <p:spPr>
          <a:xfrm>
            <a:off x="357188" y="2432304"/>
            <a:ext cx="5738812" cy="1298448"/>
          </a:xfrm>
        </p:spPr>
        <p:txBody>
          <a:bodyPr anchor="ctr"/>
          <a:lstStyle>
            <a:lvl1pPr marL="0" indent="0">
              <a:buNone/>
              <a:defRPr sz="13800" b="1" i="1" cap="all" baseline="0">
                <a:solidFill>
                  <a:schemeClr val="tx1">
                    <a:lumMod val="75000"/>
                    <a:lumOff val="25000"/>
                  </a:schemeClr>
                </a:solidFill>
                <a:latin typeface="+mj-lt"/>
              </a:defRPr>
            </a:lvl1pPr>
          </a:lstStyle>
          <a:p>
            <a:pPr lvl="0"/>
            <a:r>
              <a:rPr lang="en-US" dirty="0"/>
              <a:t>Title</a:t>
            </a:r>
          </a:p>
        </p:txBody>
      </p:sp>
      <p:sp>
        <p:nvSpPr>
          <p:cNvPr id="6" name="Picture Placeholder 8">
            <a:extLst>
              <a:ext uri="{FF2B5EF4-FFF2-40B4-BE49-F238E27FC236}">
                <a16:creationId xmlns:a16="http://schemas.microsoft.com/office/drawing/2014/main" id="{343883A3-D444-AA65-322E-C4F2B66929CF}"/>
              </a:ext>
            </a:extLst>
          </p:cNvPr>
          <p:cNvSpPr>
            <a:spLocks noGrp="1"/>
          </p:cNvSpPr>
          <p:nvPr>
            <p:ph type="pic" sz="quarter" idx="12"/>
          </p:nvPr>
        </p:nvSpPr>
        <p:spPr>
          <a:xfrm>
            <a:off x="5632704" y="3593592"/>
            <a:ext cx="3410712" cy="1783080"/>
          </a:xfrm>
          <a:solidFill>
            <a:schemeClr val="accent5">
              <a:lumMod val="20000"/>
              <a:lumOff val="80000"/>
            </a:schemeClr>
          </a:solidFill>
        </p:spPr>
        <p:txBody>
          <a:bodyPr anchor="ctr"/>
          <a:lstStyle>
            <a:lvl1pPr marL="0" indent="0" algn="ctr">
              <a:buNone/>
              <a:defRPr sz="1000"/>
            </a:lvl1pPr>
          </a:lstStyle>
          <a:p>
            <a:endParaRPr lang="en-US" dirty="0"/>
          </a:p>
        </p:txBody>
      </p:sp>
    </p:spTree>
    <p:extLst>
      <p:ext uri="{BB962C8B-B14F-4D97-AF65-F5344CB8AC3E}">
        <p14:creationId xmlns:p14="http://schemas.microsoft.com/office/powerpoint/2010/main" val="36479055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F4C9462-DD7C-E02D-1CDD-3A9BC288BE01}"/>
              </a:ext>
            </a:extLst>
          </p:cNvPr>
          <p:cNvSpPr/>
          <p:nvPr userDrawn="1"/>
        </p:nvSpPr>
        <p:spPr>
          <a:xfrm>
            <a:off x="6095999" y="0"/>
            <a:ext cx="6096000" cy="4762500"/>
          </a:xfrm>
          <a:prstGeom prst="rect">
            <a:avLst/>
          </a:prstGeom>
          <a:solidFill>
            <a:schemeClr val="accent4">
              <a:lumMod val="40000"/>
              <a:lumOff val="60000"/>
              <a:alpha val="4078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60000"/>
                  <a:lumOff val="40000"/>
                </a:schemeClr>
              </a:solidFill>
            </a:endParaRPr>
          </a:p>
        </p:txBody>
      </p:sp>
      <p:sp>
        <p:nvSpPr>
          <p:cNvPr id="4" name="Content Placeholder 3">
            <a:extLst>
              <a:ext uri="{FF2B5EF4-FFF2-40B4-BE49-F238E27FC236}">
                <a16:creationId xmlns:a16="http://schemas.microsoft.com/office/drawing/2014/main" id="{384BC794-4A27-9A79-42A9-AFA939B20CB7}"/>
              </a:ext>
            </a:extLst>
          </p:cNvPr>
          <p:cNvSpPr>
            <a:spLocks noGrp="1"/>
          </p:cNvSpPr>
          <p:nvPr>
            <p:ph sz="half" idx="2"/>
          </p:nvPr>
        </p:nvSpPr>
        <p:spPr>
          <a:xfrm>
            <a:off x="4078224" y="1984248"/>
            <a:ext cx="7278624" cy="1810512"/>
          </a:xfrm>
        </p:spPr>
        <p:txBody>
          <a:bodyPr lIns="0"/>
          <a:lstStyle>
            <a:lvl1pPr>
              <a:defRPr sz="1400">
                <a:solidFill>
                  <a:schemeClr val="tx1">
                    <a:lumMod val="75000"/>
                    <a:lumOff val="25000"/>
                  </a:schemeClr>
                </a:solidFill>
              </a:defRPr>
            </a:lvl1pPr>
            <a:lvl2pPr>
              <a:defRPr sz="1200">
                <a:solidFill>
                  <a:schemeClr val="tx1">
                    <a:lumMod val="75000"/>
                    <a:lumOff val="25000"/>
                  </a:schemeClr>
                </a:solidFill>
              </a:defRPr>
            </a:lvl2pPr>
            <a:lvl3pPr>
              <a:defRPr sz="1100">
                <a:solidFill>
                  <a:schemeClr val="tx1">
                    <a:lumMod val="75000"/>
                    <a:lumOff val="25000"/>
                  </a:schemeClr>
                </a:solidFill>
              </a:defRPr>
            </a:lvl3pPr>
            <a:lvl4pPr>
              <a:defRPr sz="1050">
                <a:solidFill>
                  <a:schemeClr val="tx1">
                    <a:lumMod val="75000"/>
                    <a:lumOff val="25000"/>
                  </a:schemeClr>
                </a:solidFill>
              </a:defRPr>
            </a:lvl4pPr>
            <a:lvl5pPr>
              <a:defRPr sz="105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D2344281-6BA8-08CC-F27B-A84598690509}"/>
              </a:ext>
            </a:extLst>
          </p:cNvPr>
          <p:cNvSpPr>
            <a:spLocks noGrp="1"/>
          </p:cNvSpPr>
          <p:nvPr>
            <p:ph sz="quarter" idx="4"/>
          </p:nvPr>
        </p:nvSpPr>
        <p:spPr>
          <a:xfrm>
            <a:off x="4078224" y="4352544"/>
            <a:ext cx="7278624" cy="1810512"/>
          </a:xfrm>
        </p:spPr>
        <p:txBody>
          <a:bodyPr lIns="0"/>
          <a:lstStyle>
            <a:lvl1pPr>
              <a:defRPr sz="1400">
                <a:solidFill>
                  <a:schemeClr val="tx1">
                    <a:lumMod val="75000"/>
                    <a:lumOff val="25000"/>
                  </a:schemeClr>
                </a:solidFill>
              </a:defRPr>
            </a:lvl1pPr>
            <a:lvl2pPr>
              <a:defRPr sz="1200">
                <a:solidFill>
                  <a:schemeClr val="tx1">
                    <a:lumMod val="75000"/>
                    <a:lumOff val="25000"/>
                  </a:schemeClr>
                </a:solidFill>
              </a:defRPr>
            </a:lvl2pPr>
            <a:lvl3pPr>
              <a:defRPr sz="1100">
                <a:solidFill>
                  <a:schemeClr val="tx1">
                    <a:lumMod val="75000"/>
                    <a:lumOff val="25000"/>
                  </a:schemeClr>
                </a:solidFill>
              </a:defRPr>
            </a:lvl3pPr>
            <a:lvl4pPr>
              <a:defRPr sz="1050">
                <a:solidFill>
                  <a:schemeClr val="tx1">
                    <a:lumMod val="75000"/>
                    <a:lumOff val="25000"/>
                  </a:schemeClr>
                </a:solidFill>
              </a:defRPr>
            </a:lvl4pPr>
            <a:lvl5pPr>
              <a:defRPr sz="105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2">
            <a:extLst>
              <a:ext uri="{FF2B5EF4-FFF2-40B4-BE49-F238E27FC236}">
                <a16:creationId xmlns:a16="http://schemas.microsoft.com/office/drawing/2014/main" id="{D180249D-D2B0-9DE0-465A-6DA7FEB8A58C}"/>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
        <p:nvSpPr>
          <p:cNvPr id="11" name="Footer Placeholder 3">
            <a:extLst>
              <a:ext uri="{FF2B5EF4-FFF2-40B4-BE49-F238E27FC236}">
                <a16:creationId xmlns:a16="http://schemas.microsoft.com/office/drawing/2014/main" id="{02B3893C-830A-CE74-7EA8-9BB69F636FD1}"/>
              </a:ext>
            </a:extLst>
          </p:cNvPr>
          <p:cNvSpPr>
            <a:spLocks noGrp="1"/>
          </p:cNvSpPr>
          <p:nvPr>
            <p:ph type="ftr" sz="quarter" idx="11"/>
          </p:nvPr>
        </p:nvSpPr>
        <p:spPr>
          <a:xfrm>
            <a:off x="365760" y="6400800"/>
            <a:ext cx="2916936" cy="246888"/>
          </a:xfrm>
        </p:spPr>
        <p:txBody>
          <a:bodyPr>
            <a:noAutofit/>
          </a:bodyPr>
          <a:lstStyle>
            <a:lvl1pPr algn="l">
              <a:defRPr/>
            </a:lvl1pPr>
          </a:lstStyle>
          <a:p>
            <a:r>
              <a:rPr lang="en-US" dirty="0"/>
              <a:t>Presentation title</a:t>
            </a:r>
          </a:p>
        </p:txBody>
      </p:sp>
      <p:cxnSp>
        <p:nvCxnSpPr>
          <p:cNvPr id="13" name="Straight Connector 12">
            <a:extLst>
              <a:ext uri="{FF2B5EF4-FFF2-40B4-BE49-F238E27FC236}">
                <a16:creationId xmlns:a16="http://schemas.microsoft.com/office/drawing/2014/main" id="{4FEB4121-C7B1-D448-DE15-4DFEA09D0655}"/>
              </a:ext>
            </a:extLst>
          </p:cNvPr>
          <p:cNvCxnSpPr>
            <a:cxnSpLocks/>
          </p:cNvCxnSpPr>
          <p:nvPr userDrawn="1"/>
        </p:nvCxnSpPr>
        <p:spPr>
          <a:xfrm>
            <a:off x="-2" y="2315959"/>
            <a:ext cx="3858207" cy="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56431E3-2BD2-4D62-E397-DC4A847C7F2A}"/>
              </a:ext>
            </a:extLst>
          </p:cNvPr>
          <p:cNvCxnSpPr>
            <a:cxnSpLocks/>
          </p:cNvCxnSpPr>
          <p:nvPr userDrawn="1"/>
        </p:nvCxnSpPr>
        <p:spPr>
          <a:xfrm>
            <a:off x="-2" y="4659109"/>
            <a:ext cx="3858207" cy="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sp>
        <p:nvSpPr>
          <p:cNvPr id="15" name="Title 1">
            <a:extLst>
              <a:ext uri="{FF2B5EF4-FFF2-40B4-BE49-F238E27FC236}">
                <a16:creationId xmlns:a16="http://schemas.microsoft.com/office/drawing/2014/main" id="{09AB8F6B-6D48-A68F-FD44-35F659AF2AC3}"/>
              </a:ext>
            </a:extLst>
          </p:cNvPr>
          <p:cNvSpPr>
            <a:spLocks noGrp="1"/>
          </p:cNvSpPr>
          <p:nvPr>
            <p:ph type="title"/>
          </p:nvPr>
        </p:nvSpPr>
        <p:spPr>
          <a:xfrm>
            <a:off x="640080" y="457200"/>
            <a:ext cx="10936224" cy="1298448"/>
          </a:xfrm>
        </p:spPr>
        <p:txBody>
          <a:bodyPr/>
          <a:lstStyle/>
          <a:p>
            <a:r>
              <a:rPr lang="en-US"/>
              <a:t>Click to edit Master title style</a:t>
            </a:r>
          </a:p>
        </p:txBody>
      </p:sp>
    </p:spTree>
    <p:extLst>
      <p:ext uri="{BB962C8B-B14F-4D97-AF65-F5344CB8AC3E}">
        <p14:creationId xmlns:p14="http://schemas.microsoft.com/office/powerpoint/2010/main" val="33779918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7BFC0-622D-78DB-4C7F-A2FA024C5956}"/>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74CFF80F-DCFA-670B-579E-37B302452052}"/>
              </a:ext>
            </a:extLst>
          </p:cNvPr>
          <p:cNvSpPr>
            <a:spLocks noGrp="1"/>
          </p:cNvSpPr>
          <p:nvPr>
            <p:ph type="ftr" sz="quarter" idx="11"/>
          </p:nvPr>
        </p:nvSpPr>
        <p:spPr>
          <a:xfrm rot="16200000">
            <a:off x="-531091" y="983633"/>
            <a:ext cx="1728216" cy="283464"/>
          </a:xfrm>
          <a:prstGeom prst="rect">
            <a:avLst/>
          </a:prstGeom>
        </p:spPr>
        <p:txBody>
          <a:bodyPr/>
          <a:lstStyle/>
          <a:p>
            <a:r>
              <a:rPr lang="en-US" dirty="0"/>
              <a:t>Presentation title</a:t>
            </a:r>
          </a:p>
        </p:txBody>
      </p:sp>
      <p:sp>
        <p:nvSpPr>
          <p:cNvPr id="5" name="Slide Number Placeholder 4">
            <a:extLst>
              <a:ext uri="{FF2B5EF4-FFF2-40B4-BE49-F238E27FC236}">
                <a16:creationId xmlns:a16="http://schemas.microsoft.com/office/drawing/2014/main" id="{9ED5F004-91A0-6002-ADBC-13D488B34C56}"/>
              </a:ext>
            </a:extLst>
          </p:cNvPr>
          <p:cNvSpPr>
            <a:spLocks noGrp="1"/>
          </p:cNvSpPr>
          <p:nvPr>
            <p:ph type="sldNum" sz="quarter" idx="12"/>
          </p:nvPr>
        </p:nvSpPr>
        <p:spPr/>
        <p:txBody>
          <a:bodyPr/>
          <a:lstStyle/>
          <a:p>
            <a:fld id="{BC0F0449-EF10-3E4D-894D-3DE10CF4206D}" type="slidenum">
              <a:rPr lang="en-US" smtClean="0"/>
              <a:t>‹#›</a:t>
            </a:fld>
            <a:endParaRPr lang="en-US" dirty="0"/>
          </a:p>
        </p:txBody>
      </p:sp>
    </p:spTree>
    <p:extLst>
      <p:ext uri="{BB962C8B-B14F-4D97-AF65-F5344CB8AC3E}">
        <p14:creationId xmlns:p14="http://schemas.microsoft.com/office/powerpoint/2010/main" val="19226726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B55F8A4-5F7C-D72D-3152-E32D36CB3821}"/>
              </a:ext>
            </a:extLst>
          </p:cNvPr>
          <p:cNvSpPr>
            <a:spLocks noGrp="1"/>
          </p:cNvSpPr>
          <p:nvPr>
            <p:ph type="ftr" sz="quarter" idx="11"/>
          </p:nvPr>
        </p:nvSpPr>
        <p:spPr>
          <a:xfrm rot="16200000">
            <a:off x="-531091" y="983633"/>
            <a:ext cx="1728216" cy="283464"/>
          </a:xfrm>
          <a:prstGeom prst="rect">
            <a:avLst/>
          </a:prstGeom>
        </p:spPr>
        <p:txBody>
          <a:bodyPr/>
          <a:lstStyle/>
          <a:p>
            <a:r>
              <a:rPr lang="en-US" dirty="0"/>
              <a:t>Presentation title</a:t>
            </a:r>
          </a:p>
        </p:txBody>
      </p:sp>
      <p:sp>
        <p:nvSpPr>
          <p:cNvPr id="4" name="Slide Number Placeholder 3">
            <a:extLst>
              <a:ext uri="{FF2B5EF4-FFF2-40B4-BE49-F238E27FC236}">
                <a16:creationId xmlns:a16="http://schemas.microsoft.com/office/drawing/2014/main" id="{F7C25242-09B4-0142-6671-8450905AA5DC}"/>
              </a:ext>
            </a:extLst>
          </p:cNvPr>
          <p:cNvSpPr>
            <a:spLocks noGrp="1"/>
          </p:cNvSpPr>
          <p:nvPr>
            <p:ph type="sldNum" sz="quarter" idx="12"/>
          </p:nvPr>
        </p:nvSpPr>
        <p:spPr/>
        <p:txBody>
          <a:bodyPr/>
          <a:lstStyle/>
          <a:p>
            <a:fld id="{BC0F0449-EF10-3E4D-894D-3DE10CF4206D}" type="slidenum">
              <a:rPr lang="en-US" smtClean="0"/>
              <a:t>‹#›</a:t>
            </a:fld>
            <a:endParaRPr lang="en-US" dirty="0"/>
          </a:p>
        </p:txBody>
      </p:sp>
    </p:spTree>
    <p:extLst>
      <p:ext uri="{BB962C8B-B14F-4D97-AF65-F5344CB8AC3E}">
        <p14:creationId xmlns:p14="http://schemas.microsoft.com/office/powerpoint/2010/main" val="12590753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C525B-C154-D20D-97A4-047C9CC983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5A1B8FF-2966-C2CF-BC8F-A322410A5A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1988CC0-E81C-D2FD-24CC-8D1179C58B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Slide Number Placeholder 2">
            <a:extLst>
              <a:ext uri="{FF2B5EF4-FFF2-40B4-BE49-F238E27FC236}">
                <a16:creationId xmlns:a16="http://schemas.microsoft.com/office/drawing/2014/main" id="{E7F841FD-D5EE-62EE-F649-30697BB81B06}"/>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
        <p:nvSpPr>
          <p:cNvPr id="9" name="Footer Placeholder 3">
            <a:extLst>
              <a:ext uri="{FF2B5EF4-FFF2-40B4-BE49-F238E27FC236}">
                <a16:creationId xmlns:a16="http://schemas.microsoft.com/office/drawing/2014/main" id="{0533D4FA-41B7-3B85-9984-899340B9D595}"/>
              </a:ext>
            </a:extLst>
          </p:cNvPr>
          <p:cNvSpPr>
            <a:spLocks noGrp="1"/>
          </p:cNvSpPr>
          <p:nvPr>
            <p:ph type="ftr" sz="quarter" idx="11"/>
          </p:nvPr>
        </p:nvSpPr>
        <p:spPr>
          <a:xfrm>
            <a:off x="365760" y="6400800"/>
            <a:ext cx="2916936" cy="246888"/>
          </a:xfrm>
        </p:spPr>
        <p:txBody>
          <a:bodyPr>
            <a:noAutofit/>
          </a:bodyPr>
          <a:lstStyle>
            <a:lvl1pPr algn="l">
              <a:defRPr/>
            </a:lvl1pPr>
          </a:lstStyle>
          <a:p>
            <a:r>
              <a:rPr lang="en-US" dirty="0"/>
              <a:t>Presentation title</a:t>
            </a:r>
          </a:p>
        </p:txBody>
      </p:sp>
    </p:spTree>
    <p:extLst>
      <p:ext uri="{BB962C8B-B14F-4D97-AF65-F5344CB8AC3E}">
        <p14:creationId xmlns:p14="http://schemas.microsoft.com/office/powerpoint/2010/main" val="30469436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058E3-7897-8638-F0DE-3DDACC0009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AAE7686-00A6-DD15-45FE-E6663C21EA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FC271584-1072-B88D-B424-16D9F75AC1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Slide Number Placeholder 2">
            <a:extLst>
              <a:ext uri="{FF2B5EF4-FFF2-40B4-BE49-F238E27FC236}">
                <a16:creationId xmlns:a16="http://schemas.microsoft.com/office/drawing/2014/main" id="{D4020094-C16F-1070-9F84-9CBF13F85F81}"/>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
        <p:nvSpPr>
          <p:cNvPr id="9" name="Footer Placeholder 3">
            <a:extLst>
              <a:ext uri="{FF2B5EF4-FFF2-40B4-BE49-F238E27FC236}">
                <a16:creationId xmlns:a16="http://schemas.microsoft.com/office/drawing/2014/main" id="{C24EA55D-AFC4-F4F2-FB5D-EB20AFEA48B6}"/>
              </a:ext>
            </a:extLst>
          </p:cNvPr>
          <p:cNvSpPr>
            <a:spLocks noGrp="1"/>
          </p:cNvSpPr>
          <p:nvPr>
            <p:ph type="ftr" sz="quarter" idx="11"/>
          </p:nvPr>
        </p:nvSpPr>
        <p:spPr>
          <a:xfrm>
            <a:off x="365760" y="6400800"/>
            <a:ext cx="2916936" cy="246888"/>
          </a:xfrm>
        </p:spPr>
        <p:txBody>
          <a:bodyPr>
            <a:noAutofit/>
          </a:bodyPr>
          <a:lstStyle>
            <a:lvl1pPr algn="l">
              <a:defRPr/>
            </a:lvl1pPr>
          </a:lstStyle>
          <a:p>
            <a:r>
              <a:rPr lang="en-US" dirty="0"/>
              <a:t>Presentation title</a:t>
            </a:r>
          </a:p>
        </p:txBody>
      </p:sp>
    </p:spTree>
    <p:extLst>
      <p:ext uri="{BB962C8B-B14F-4D97-AF65-F5344CB8AC3E}">
        <p14:creationId xmlns:p14="http://schemas.microsoft.com/office/powerpoint/2010/main" val="270610527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11206C-54A4-0DD2-0DA0-0828D48AF8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9FA9B531-1C66-2F6C-4232-5ADD330DF70F}"/>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2B064FE0-ADDF-F3C6-AEAB-A27E120C236F}"/>
              </a:ext>
            </a:extLst>
          </p:cNvPr>
          <p:cNvSpPr>
            <a:spLocks noGrp="1"/>
          </p:cNvSpPr>
          <p:nvPr>
            <p:ph type="sldNum" sz="quarter" idx="4"/>
          </p:nvPr>
        </p:nvSpPr>
        <p:spPr>
          <a:xfrm>
            <a:off x="135369" y="6428281"/>
            <a:ext cx="402336" cy="283464"/>
          </a:xfrm>
          <a:prstGeom prst="rect">
            <a:avLst/>
          </a:prstGeom>
        </p:spPr>
        <p:txBody>
          <a:bodyPr vert="horz" lIns="91440" tIns="45720" rIns="91440" bIns="45720" rtlCol="0" anchor="ctr">
            <a:noAutofit/>
          </a:bodyPr>
          <a:lstStyle>
            <a:lvl1pPr algn="ctr">
              <a:defRPr sz="1200">
                <a:solidFill>
                  <a:schemeClr val="tx1">
                    <a:lumMod val="75000"/>
                    <a:lumOff val="25000"/>
                  </a:schemeClr>
                </a:solidFill>
              </a:defRPr>
            </a:lvl1pPr>
          </a:lstStyle>
          <a:p>
            <a:fld id="{BC0F0449-EF10-3E4D-894D-3DE10CF4206D}" type="slidenum">
              <a:rPr lang="en-US" smtClean="0"/>
              <a:pPr/>
              <a:t>‹#›</a:t>
            </a:fld>
            <a:endParaRPr lang="en-US" dirty="0"/>
          </a:p>
        </p:txBody>
      </p:sp>
      <p:cxnSp>
        <p:nvCxnSpPr>
          <p:cNvPr id="8" name="Straight Connector 7">
            <a:extLst>
              <a:ext uri="{FF2B5EF4-FFF2-40B4-BE49-F238E27FC236}">
                <a16:creationId xmlns:a16="http://schemas.microsoft.com/office/drawing/2014/main" id="{78710315-F2E5-50AA-6E01-B56CA2A14274}"/>
              </a:ext>
            </a:extLst>
          </p:cNvPr>
          <p:cNvCxnSpPr>
            <a:cxnSpLocks/>
          </p:cNvCxnSpPr>
          <p:nvPr userDrawn="1"/>
        </p:nvCxnSpPr>
        <p:spPr>
          <a:xfrm>
            <a:off x="334058" y="1754908"/>
            <a:ext cx="0" cy="4562299"/>
          </a:xfrm>
          <a:prstGeom prst="line">
            <a:avLst/>
          </a:prstGeom>
          <a:ln w="12700" cap="sq" cmpd="sng">
            <a:solidFill>
              <a:schemeClr val="tx1">
                <a:lumMod val="75000"/>
                <a:lumOff val="2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C5CE6DBE-1597-24EC-79C6-1B2879B1667C}"/>
              </a:ext>
            </a:extLst>
          </p:cNvPr>
          <p:cNvSpPr>
            <a:spLocks noGrp="1"/>
          </p:cNvSpPr>
          <p:nvPr>
            <p:ph type="ftr" sz="quarter" idx="3"/>
          </p:nvPr>
        </p:nvSpPr>
        <p:spPr>
          <a:xfrm rot="16200000">
            <a:off x="-531091" y="983633"/>
            <a:ext cx="1728216" cy="283464"/>
          </a:xfrm>
          <a:prstGeom prst="rect">
            <a:avLst/>
          </a:prstGeom>
        </p:spPr>
        <p:txBody>
          <a:bodyPr vert="horz" lIns="91440" tIns="45720" rIns="91440" bIns="45720" rtlCol="0" anchor="ctr">
            <a:noAutofit/>
          </a:bodyPr>
          <a:lstStyle>
            <a:lvl1pPr algn="r">
              <a:defRPr sz="1200">
                <a:solidFill>
                  <a:schemeClr val="tx1">
                    <a:lumMod val="75000"/>
                    <a:lumOff val="25000"/>
                  </a:schemeClr>
                </a:solidFill>
              </a:defRPr>
            </a:lvl1pPr>
          </a:lstStyle>
          <a:p>
            <a:r>
              <a:rPr lang="en-US" dirty="0"/>
              <a:t>Presentation title</a:t>
            </a:r>
          </a:p>
        </p:txBody>
      </p:sp>
    </p:spTree>
    <p:extLst>
      <p:ext uri="{BB962C8B-B14F-4D97-AF65-F5344CB8AC3E}">
        <p14:creationId xmlns:p14="http://schemas.microsoft.com/office/powerpoint/2010/main" val="1657955436"/>
      </p:ext>
    </p:extLst>
  </p:cSld>
  <p:clrMap bg1="dk1" tx1="lt1" bg2="dk2" tx2="lt2" accent1="accent1" accent2="accent2" accent3="accent3" accent4="accent4" accent5="accent5" accent6="accent6" hlink="hlink" folHlink="folHlink"/>
  <p:sldLayoutIdLst>
    <p:sldLayoutId id="2147483660" r:id="rId1"/>
    <p:sldLayoutId id="2147483661" r:id="rId2"/>
    <p:sldLayoutId id="2147483662" r:id="rId3"/>
    <p:sldLayoutId id="2147483651" r:id="rId4"/>
    <p:sldLayoutId id="2147483650" r:id="rId5"/>
    <p:sldLayoutId id="2147483663" r:id="rId6"/>
    <p:sldLayoutId id="2147483664" r:id="rId7"/>
    <p:sldLayoutId id="2147483665" r:id="rId8"/>
    <p:sldLayoutId id="2147483666" r:id="rId9"/>
    <p:sldLayoutId id="2147483653" r:id="rId10"/>
    <p:sldLayoutId id="2147483667" r:id="rId11"/>
    <p:sldLayoutId id="2147483668" r:id="rId12"/>
    <p:sldLayoutId id="2147483669" r:id="rId13"/>
    <p:sldLayoutId id="2147483670" r:id="rId14"/>
    <p:sldLayoutId id="2147483654" r:id="rId15"/>
    <p:sldLayoutId id="2147483655" r:id="rId16"/>
    <p:sldLayoutId id="2147483656" r:id="rId17"/>
    <p:sldLayoutId id="2147483657" r:id="rId18"/>
  </p:sldLayoutIdLst>
  <p:hf hdr="0" dt="0"/>
  <p:txStyles>
    <p:titleStyle>
      <a:lvl1pPr algn="l" defTabSz="914400" rtl="0" eaLnBrk="1" latinLnBrk="0" hangingPunct="1">
        <a:lnSpc>
          <a:spcPct val="90000"/>
        </a:lnSpc>
        <a:spcBef>
          <a:spcPct val="0"/>
        </a:spcBef>
        <a:buNone/>
        <a:defRPr sz="8200" b="1"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Rectangle 5"/>
          <p:cNvSpPr/>
          <p:nvPr/>
        </p:nvSpPr>
        <p:spPr>
          <a:xfrm>
            <a:off x="0" y="0"/>
            <a:ext cx="12192000" cy="6858000"/>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19200" y="342900"/>
            <a:ext cx="9753600" cy="3429000"/>
          </a:xfrm>
          <a:prstGeom prst="rect">
            <a:avLst/>
          </a:prstGeom>
          <a:noFill/>
        </p:spPr>
        <p:txBody>
          <a:bodyPr wrap="square">
            <a:spAutoFit/>
          </a:bodyPr>
          <a:lstStyle/>
          <a:p>
            <a:pPr algn="ctr">
              <a:defRPr sz="3000" b="1" i="0" u="none">
                <a:solidFill>
                  <a:srgbClr val="000000"/>
                </a:solidFill>
              </a:defRPr>
            </a:pPr>
            <a:r>
              <a:t>Blacktown Chinese Christian Church</a:t>
            </a:r>
          </a:p>
        </p:txBody>
      </p:sp>
      <p:sp>
        <p:nvSpPr>
          <p:cNvPr id="8" name="TextBox 7"/>
          <p:cNvSpPr txBox="1"/>
          <p:nvPr/>
        </p:nvSpPr>
        <p:spPr>
          <a:xfrm>
            <a:off x="1219200" y="1028700"/>
            <a:ext cx="9753600" cy="3429000"/>
          </a:xfrm>
          <a:prstGeom prst="rect">
            <a:avLst/>
          </a:prstGeom>
          <a:noFill/>
        </p:spPr>
        <p:txBody>
          <a:bodyPr wrap="square">
            <a:spAutoFit/>
          </a:bodyPr>
          <a:lstStyle/>
          <a:p>
            <a:pPr algn="ctr">
              <a:defRPr sz="2300" b="1" i="0" u="none">
                <a:solidFill>
                  <a:srgbClr val="000000"/>
                </a:solidFill>
              </a:defRPr>
            </a:pPr>
            <a:r>
              <a:t>Welcome to Our English Service</a:t>
            </a:r>
            <a:br/>
            <a:r>
              <a:t>05.07.2026</a:t>
            </a:r>
          </a:p>
        </p:txBody>
      </p:sp>
      <p:sp>
        <p:nvSpPr>
          <p:cNvPr id="9" name="TextBox 8"/>
          <p:cNvSpPr txBox="1"/>
          <p:nvPr/>
        </p:nvSpPr>
        <p:spPr>
          <a:xfrm>
            <a:off x="1219200" y="2400300"/>
            <a:ext cx="9753600" cy="3429000"/>
          </a:xfrm>
          <a:prstGeom prst="rect">
            <a:avLst/>
          </a:prstGeom>
          <a:noFill/>
        </p:spPr>
        <p:txBody>
          <a:bodyPr wrap="square">
            <a:spAutoFit/>
          </a:bodyPr>
          <a:lstStyle/>
          <a:p>
            <a:pPr algn="ctr">
              <a:defRPr sz="2000" b="1" i="0" u="sng">
                <a:solidFill>
                  <a:srgbClr val="7030A0"/>
                </a:solidFill>
              </a:defRPr>
            </a:pPr>
            <a:r>
              <a:t>English Service 9:45 – 11:00 am</a:t>
            </a:r>
          </a:p>
        </p:txBody>
      </p:sp>
      <p:sp>
        <p:nvSpPr>
          <p:cNvPr id="10" name="TextBox 9"/>
          <p:cNvSpPr txBox="1"/>
          <p:nvPr/>
        </p:nvSpPr>
        <p:spPr>
          <a:xfrm>
            <a:off x="1219200" y="2743200"/>
            <a:ext cx="9753600" cy="3429000"/>
          </a:xfrm>
          <a:prstGeom prst="rect">
            <a:avLst/>
          </a:prstGeom>
          <a:noFill/>
        </p:spPr>
        <p:txBody>
          <a:bodyPr wrap="square">
            <a:spAutoFit/>
          </a:bodyPr>
          <a:lstStyle/>
          <a:p>
            <a:pPr algn="l">
              <a:defRPr sz="2000" b="1" i="0" u="none">
                <a:solidFill>
                  <a:srgbClr val="000000"/>
                </a:solidFill>
              </a:defRPr>
            </a:pPr>
            <a:r>
              <a:t>Worship Songs:</a:t>
            </a:r>
            <a:br/>
            <a:r>
              <a:t>Passage:</a:t>
            </a:r>
            <a:br/>
            <a:r>
              <a:t>Speaker:</a:t>
            </a:r>
            <a:br/>
            <a:r>
              <a:t>Topic:</a:t>
            </a:r>
            <a:br/>
            <a:r>
              <a:t>Response Song:</a:t>
            </a:r>
            <a:br/>
            <a:r>
              <a:t>Announcements and Closing Prayer</a:t>
            </a:r>
            <a:br/>
            <a:r>
              <a:t>Benediction</a:t>
            </a:r>
          </a:p>
        </p:txBody>
      </p:sp>
      <p:sp>
        <p:nvSpPr>
          <p:cNvPr id="11" name="TextBox 10"/>
          <p:cNvSpPr txBox="1"/>
          <p:nvPr/>
        </p:nvSpPr>
        <p:spPr>
          <a:xfrm>
            <a:off x="1219200" y="2743200"/>
            <a:ext cx="9753600" cy="3429000"/>
          </a:xfrm>
          <a:prstGeom prst="rect">
            <a:avLst/>
          </a:prstGeom>
          <a:noFill/>
        </p:spPr>
        <p:txBody>
          <a:bodyPr wrap="square">
            <a:spAutoFit/>
          </a:bodyPr>
          <a:lstStyle/>
          <a:p>
            <a:pPr algn="ctr">
              <a:defRPr sz="2000" b="0" i="0" u="none">
                <a:solidFill>
                  <a:srgbClr val="000000"/>
                </a:solidFill>
              </a:defRPr>
            </a:pPr>
            <a:r>
              <a:t>My Labour is Not in Vain Jesus Strong and Kind Jerusalem</a:t>
            </a:r>
            <a:br/>
            <a:r>
              <a:t>Eph 2:1-10</a:t>
            </a:r>
            <a:br/>
            <a:r>
              <a:t>Jose Peter</a:t>
            </a:r>
            <a:br/>
            <a:r>
              <a:t>Made Alive with Christ</a:t>
            </a:r>
            <a:br/>
            <a:br/>
            <a:b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1219200" y="1371600"/>
            <a:ext cx="9753600" cy="3429000"/>
          </a:xfrm>
          <a:prstGeom prst="rect">
            <a:avLst/>
          </a:prstGeom>
          <a:noFill/>
        </p:spPr>
        <p:txBody>
          <a:bodyPr wrap="square">
            <a:spAutoFit/>
          </a:bodyPr>
          <a:lstStyle/>
          <a:p>
            <a:pPr algn="ctr">
              <a:defRPr sz="5000" b="0" i="0" u="none"/>
            </a:pPr>
            <a:r>
              <a:t>BCCC english service</a:t>
            </a:r>
          </a:p>
        </p:txBody>
      </p:sp>
      <p:sp>
        <p:nvSpPr>
          <p:cNvPr id="7" name="TextBox 6"/>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1219200" y="1371600"/>
            <a:ext cx="9753600" cy="3429000"/>
          </a:xfrm>
          <a:prstGeom prst="rect">
            <a:avLst/>
          </a:prstGeom>
          <a:noFill/>
        </p:spPr>
        <p:txBody>
          <a:bodyPr wrap="square">
            <a:spAutoFit/>
          </a:bodyPr>
          <a:lstStyle/>
          <a:p>
            <a:pPr algn="ctr">
              <a:defRPr sz="5000" b="0" i="0" u="none"/>
            </a:pPr>
            <a:r>
              <a:t>My Labour Is Not In Vain</a:t>
            </a:r>
          </a:p>
        </p:txBody>
      </p:sp>
      <p:sp>
        <p:nvSpPr>
          <p:cNvPr id="7" name="TextBox 6"/>
          <p:cNvSpPr txBox="1"/>
          <p:nvPr/>
        </p:nvSpPr>
        <p:spPr>
          <a:xfrm>
            <a:off x="1219200" y="4114800"/>
            <a:ext cx="9753600" cy="3429000"/>
          </a:xfrm>
          <a:prstGeom prst="rect">
            <a:avLst/>
          </a:prstGeom>
          <a:noFill/>
        </p:spPr>
        <p:txBody>
          <a:bodyPr wrap="square">
            <a:spAutoFit/>
          </a:bodyPr>
          <a:lstStyle/>
          <a:p>
            <a:pPr algn="ctr">
              <a:defRPr sz="800" b="0" i="0" u="none"/>
            </a:pPr>
            <a:r>
              <a:t>CCLI Licence No: 5485849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My work in Christ is not in vain</a:t>
            </a:r>
          </a:p>
          <a:p>
            <a:pPr algn="ctr">
              <a:defRPr sz="3300" b="0"/>
            </a:pPr>
            <a:r>
              <a:t>My labor will not fail</a:t>
            </a:r>
          </a:p>
          <a:p>
            <a:pPr algn="ctr">
              <a:defRPr sz="3300" b="0"/>
            </a:pPr>
            <a:r>
              <a:t>For when I toil in Jesus’ name</a:t>
            </a:r>
          </a:p>
          <a:p>
            <a:pPr algn="ctr">
              <a:defRPr sz="3300" b="0"/>
            </a:pPr>
            <a:r>
              <a:t>His purpose will prevail</a:t>
            </a:r>
          </a:p>
          <a:p>
            <a:pPr algn="ctr">
              <a:defRPr sz="3300" b="0"/>
            </a:p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The tasks that You have set for me</a:t>
            </a:r>
          </a:p>
          <a:p>
            <a:pPr algn="ctr">
              <a:defRPr sz="3300" b="0"/>
            </a:pPr>
            <a:r>
              <a:t>I may not understand</a:t>
            </a:r>
          </a:p>
          <a:p>
            <a:pPr algn="ctr">
              <a:defRPr sz="3300" b="0"/>
            </a:pPr>
            <a:r>
              <a:t>Yet I will follow where You lead</a:t>
            </a:r>
          </a:p>
          <a:p>
            <a:pPr algn="ctr">
              <a:defRPr sz="3300" b="0"/>
            </a:pPr>
            <a:r>
              <a:t>I trust Your sovereign hand</a:t>
            </a:r>
          </a:p>
          <a:p>
            <a:pPr algn="ctr">
              <a:defRPr sz="3300" b="0"/>
            </a:p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So may all I do, be it great or small</a:t>
            </a:r>
          </a:p>
          <a:p>
            <a:pPr algn="ctr">
              <a:defRPr sz="3300" b="0"/>
            </a:pPr>
            <a:r>
              <a:t>Bring glory to Your name</a:t>
            </a:r>
          </a:p>
          <a:p>
            <a:pPr algn="ctr">
              <a:defRPr sz="3300" b="0"/>
            </a:p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In Your grace alone I will car – ry on</a:t>
            </a:r>
          </a:p>
          <a:p>
            <a:pPr algn="ctr">
              <a:defRPr sz="3300" b="0"/>
            </a:pPr>
            <a:r>
              <a:t>Your promise to me remains</a:t>
            </a:r>
          </a:p>
          <a:p>
            <a:pPr algn="ctr">
              <a:defRPr sz="3300" b="0"/>
            </a:pPr>
            <a:r>
              <a:t>My labour is not in vain</a:t>
            </a:r>
          </a:p>
          <a:p>
            <a:pPr algn="ctr">
              <a:defRPr sz="3300" b="0"/>
            </a:p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Go forth, You said, take up your cross</a:t>
            </a:r>
          </a:p>
          <a:p>
            <a:pPr algn="ctr">
              <a:defRPr sz="3300" b="0"/>
            </a:pPr>
            <a:r>
              <a:t>And set the captive free</a:t>
            </a:r>
          </a:p>
          <a:p>
            <a:pPr algn="ctr">
              <a:defRPr sz="3300" b="0"/>
            </a:pPr>
            <a:r>
              <a:t>So give me feet to seek the lost</a:t>
            </a:r>
          </a:p>
          <a:p>
            <a:pPr algn="ctr">
              <a:defRPr sz="3300" b="0"/>
            </a:pPr>
            <a:r>
              <a:t>Just as You searched for me</a:t>
            </a:r>
          </a:p>
          <a:p>
            <a:pPr algn="ctr">
              <a:defRPr sz="3300" b="0"/>
            </a:p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So may all I do, be it great or small</a:t>
            </a:r>
          </a:p>
          <a:p>
            <a:pPr algn="ctr">
              <a:defRPr sz="3300" b="0"/>
            </a:pPr>
            <a:r>
              <a:t>Bring glory to Your name</a:t>
            </a:r>
          </a:p>
          <a:p>
            <a:pPr algn="ctr">
              <a:defRPr sz="3300" b="0"/>
            </a:p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In Your grace alone I will car – ry on</a:t>
            </a:r>
          </a:p>
          <a:p>
            <a:pPr algn="ctr">
              <a:defRPr sz="3300" b="0"/>
            </a:pPr>
            <a:r>
              <a:t>Your promise to me remains</a:t>
            </a:r>
          </a:p>
          <a:p>
            <a:pPr algn="ctr">
              <a:defRPr sz="3300" b="0"/>
            </a:pPr>
            <a:r>
              <a:t>My labour is not in vain</a:t>
            </a:r>
          </a:p>
          <a:p>
            <a:pPr algn="ctr">
              <a:defRPr sz="3300" b="0"/>
            </a:p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Take heart, my soul, and persevere</a:t>
            </a:r>
          </a:p>
          <a:p>
            <a:pPr algn="ctr">
              <a:defRPr sz="3300" b="0"/>
            </a:pPr>
            <a:r>
              <a:t>Just as your Saviour did</a:t>
            </a:r>
          </a:p>
          <a:p>
            <a:pPr algn="ctr">
              <a:defRPr sz="3300" b="0"/>
            </a:pPr>
            <a:r>
              <a:t>For soon you will be home at rest</a:t>
            </a:r>
          </a:p>
          <a:p>
            <a:pPr algn="ctr">
              <a:defRPr sz="3300" b="0"/>
            </a:pPr>
            <a:r>
              <a:t>Your work, complete in Him</a:t>
            </a:r>
          </a:p>
          <a:p>
            <a:pPr algn="ctr">
              <a:defRPr sz="3300" b="0"/>
            </a:p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So may all I do, be it great or small</a:t>
            </a:r>
          </a:p>
          <a:p>
            <a:pPr algn="ctr">
              <a:defRPr sz="3300" b="0"/>
            </a:pPr>
            <a:r>
              <a:t>Bring glory to Your name</a:t>
            </a:r>
          </a:p>
          <a:p>
            <a:pPr algn="ctr">
              <a:defRPr sz="3300" b="0"/>
            </a:p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In Your grace alone I will car – ry on</a:t>
            </a:r>
          </a:p>
          <a:p>
            <a:pPr algn="ctr">
              <a:defRPr sz="3300" b="0"/>
            </a:pPr>
            <a:r>
              <a:t>Your promise to me remains</a:t>
            </a:r>
          </a:p>
          <a:p>
            <a:pPr algn="ctr">
              <a:defRPr sz="3300" b="0"/>
            </a:pPr>
            <a:r>
              <a:t>My labour is not in vain</a:t>
            </a:r>
          </a:p>
          <a:p>
            <a:pPr algn="ctr">
              <a:defRPr sz="3300" b="0"/>
            </a:p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So may all I do, be it great or small</a:t>
            </a:r>
          </a:p>
          <a:p>
            <a:pPr algn="ctr">
              <a:defRPr sz="3300" b="0"/>
            </a:pPr>
            <a:r>
              <a:t>Bring glory to Your name</a:t>
            </a:r>
          </a:p>
          <a:p>
            <a:pPr algn="ctr">
              <a:defRPr sz="3300" b="0"/>
            </a:p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In Your grace alone I will car – ry on</a:t>
            </a:r>
          </a:p>
          <a:p>
            <a:pPr algn="ctr">
              <a:defRPr sz="3300" b="0"/>
            </a:pPr>
            <a:r>
              <a:t>Your promise to me remains</a:t>
            </a:r>
          </a:p>
          <a:p>
            <a:pPr algn="ctr">
              <a:defRPr sz="3300" b="0"/>
            </a:pPr>
            <a:r>
              <a:t>My labour is not in vain</a:t>
            </a:r>
          </a:p>
          <a:p>
            <a:pPr algn="ctr">
              <a:defRPr sz="3300" b="0"/>
            </a:p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685800"/>
            <a:ext cx="4876800" cy="5486400"/>
          </a:xfrm>
          <a:prstGeom prst="rect">
            <a:avLst/>
          </a:prstGeom>
          <a:noFill/>
        </p:spPr>
        <p:txBody>
          <a:bodyPr wrap="square">
            <a:spAutoFit/>
          </a:bodyPr>
          <a:lstStyle/>
          <a:p>
            <a:pPr>
              <a:defRPr sz="4000"/>
            </a:pPr>
            <a:r>
              <a:t>Holy Communion</a:t>
            </a:r>
          </a:p>
        </p:txBody>
      </p:sp>
      <p:pic>
        <p:nvPicPr>
          <p:cNvPr id="7" name="Picture 6" descr="Communion.png"/>
          <p:cNvPicPr>
            <a:picLocks noChangeAspect="1"/>
          </p:cNvPicPr>
          <p:nvPr/>
        </p:nvPicPr>
        <p:blipFill>
          <a:blip r:embed="rId2"/>
          <a:stretch>
            <a:fillRect/>
          </a:stretch>
        </p:blipFill>
        <p:spPr>
          <a:xfrm>
            <a:off x="6019800" y="685800"/>
            <a:ext cx="5486400" cy="54864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685800"/>
            <a:ext cx="4876800" cy="5486400"/>
          </a:xfrm>
          <a:prstGeom prst="rect">
            <a:avLst/>
          </a:prstGeom>
          <a:noFill/>
        </p:spPr>
        <p:txBody>
          <a:bodyPr wrap="square">
            <a:spAutoFit/>
          </a:bodyPr>
          <a:lstStyle/>
          <a:p>
            <a:pPr>
              <a:defRPr sz="4000"/>
            </a:pPr>
            <a:r>
              <a:t>Bible reading</a:t>
            </a:r>
          </a:p>
        </p:txBody>
      </p:sp>
      <p:pic>
        <p:nvPicPr>
          <p:cNvPr id="7" name="Picture 6" descr="Bible.png"/>
          <p:cNvPicPr>
            <a:picLocks noChangeAspect="1"/>
          </p:cNvPicPr>
          <p:nvPr/>
        </p:nvPicPr>
        <p:blipFill>
          <a:blip r:embed="rId2"/>
          <a:stretch>
            <a:fillRect/>
          </a:stretch>
        </p:blipFill>
        <p:spPr>
          <a:xfrm>
            <a:off x="6019800" y="685800"/>
            <a:ext cx="5486400" cy="54864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274320"/>
            <a:ext cx="10972800" cy="1028700"/>
          </a:xfrm>
          <a:prstGeom prst="rect">
            <a:avLst/>
          </a:prstGeom>
          <a:noFill/>
        </p:spPr>
        <p:txBody>
          <a:bodyPr wrap="square">
            <a:spAutoFit/>
          </a:bodyPr>
          <a:lstStyle/>
          <a:p>
            <a:pPr algn="ctr">
              <a:defRPr sz="5000" b="1"/>
            </a:pPr>
            <a:r>
              <a:t>Eph 2:1-10</a:t>
            </a:r>
          </a:p>
        </p:txBody>
      </p:sp>
      <p:sp>
        <p:nvSpPr>
          <p:cNvPr id="7" name="TextBox 6"/>
          <p:cNvSpPr txBox="1"/>
          <p:nvPr/>
        </p:nvSpPr>
        <p:spPr>
          <a:xfrm>
            <a:off x="609600" y="1303020"/>
            <a:ext cx="10972800" cy="5486400"/>
          </a:xfrm>
          <a:prstGeom prst="rect">
            <a:avLst/>
          </a:prstGeom>
          <a:noFill/>
        </p:spPr>
        <p:txBody>
          <a:bodyPr wrap="square">
            <a:spAutoFit/>
          </a:bodyPr>
          <a:lstStyle/>
          <a:p>
            <a:pPr algn="ctr">
              <a:defRPr sz="3200" b="0"/>
            </a:pPr>
            <a:r>
              <a:t>As for you, you were dead in your transgressions and sins, ² in which you used to live when you followed the ways of this world and of the ruler of the kingdom of the air, the spirit who is now at work in those who are disobedient.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274320"/>
            <a:ext cx="10972800" cy="1028700"/>
          </a:xfrm>
          <a:prstGeom prst="rect">
            <a:avLst/>
          </a:prstGeom>
          <a:noFill/>
        </p:spPr>
        <p:txBody>
          <a:bodyPr wrap="square">
            <a:spAutoFit/>
          </a:bodyPr>
          <a:lstStyle/>
          <a:p>
            <a:pPr algn="ctr">
              <a:defRPr sz="5000" b="1"/>
            </a:pPr>
            <a:r>
              <a:t>Eph 2:1-10</a:t>
            </a:r>
          </a:p>
        </p:txBody>
      </p:sp>
      <p:sp>
        <p:nvSpPr>
          <p:cNvPr id="7" name="TextBox 6"/>
          <p:cNvSpPr txBox="1"/>
          <p:nvPr/>
        </p:nvSpPr>
        <p:spPr>
          <a:xfrm>
            <a:off x="609600" y="1303020"/>
            <a:ext cx="10972800" cy="5486400"/>
          </a:xfrm>
          <a:prstGeom prst="rect">
            <a:avLst/>
          </a:prstGeom>
          <a:noFill/>
        </p:spPr>
        <p:txBody>
          <a:bodyPr wrap="square">
            <a:spAutoFit/>
          </a:bodyPr>
          <a:lstStyle/>
          <a:p>
            <a:pPr algn="ctr">
              <a:defRPr sz="3200" b="0"/>
            </a:pPr>
            <a:r>
              <a:t>³ All of us also lived among them at one time, gratifying the cravings of our flesh and following its desires and thoughts. Like the rest, we were by nature deserving of wrath. ⁴ But because of his great love for us, God, who is rich in mercy,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274320"/>
            <a:ext cx="10972800" cy="1028700"/>
          </a:xfrm>
          <a:prstGeom prst="rect">
            <a:avLst/>
          </a:prstGeom>
          <a:noFill/>
        </p:spPr>
        <p:txBody>
          <a:bodyPr wrap="square">
            <a:spAutoFit/>
          </a:bodyPr>
          <a:lstStyle/>
          <a:p>
            <a:pPr algn="ctr">
              <a:defRPr sz="5000" b="1"/>
            </a:pPr>
            <a:r>
              <a:t>Eph 2:1-10</a:t>
            </a:r>
          </a:p>
        </p:txBody>
      </p:sp>
      <p:sp>
        <p:nvSpPr>
          <p:cNvPr id="7" name="TextBox 6"/>
          <p:cNvSpPr txBox="1"/>
          <p:nvPr/>
        </p:nvSpPr>
        <p:spPr>
          <a:xfrm>
            <a:off x="609600" y="1303020"/>
            <a:ext cx="10972800" cy="5486400"/>
          </a:xfrm>
          <a:prstGeom prst="rect">
            <a:avLst/>
          </a:prstGeom>
          <a:noFill/>
        </p:spPr>
        <p:txBody>
          <a:bodyPr wrap="square">
            <a:spAutoFit/>
          </a:bodyPr>
          <a:lstStyle/>
          <a:p>
            <a:pPr algn="ctr">
              <a:defRPr sz="3200" b="0"/>
            </a:pPr>
            <a:r>
              <a:t>⁵ made us alive with Christ even when we were dead in transgressions—it is by grace you have been saved. ⁶ And God raised us up with Christ and seated us with him in the heavenly realms in Christ Jesus,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274320"/>
            <a:ext cx="10972800" cy="1028700"/>
          </a:xfrm>
          <a:prstGeom prst="rect">
            <a:avLst/>
          </a:prstGeom>
          <a:noFill/>
        </p:spPr>
        <p:txBody>
          <a:bodyPr wrap="square">
            <a:spAutoFit/>
          </a:bodyPr>
          <a:lstStyle/>
          <a:p>
            <a:pPr algn="ctr">
              <a:defRPr sz="5000" b="1"/>
            </a:pPr>
            <a:r>
              <a:t>Eph 2:1-10</a:t>
            </a:r>
          </a:p>
        </p:txBody>
      </p:sp>
      <p:sp>
        <p:nvSpPr>
          <p:cNvPr id="7" name="TextBox 6"/>
          <p:cNvSpPr txBox="1"/>
          <p:nvPr/>
        </p:nvSpPr>
        <p:spPr>
          <a:xfrm>
            <a:off x="609600" y="1303020"/>
            <a:ext cx="10972800" cy="5486400"/>
          </a:xfrm>
          <a:prstGeom prst="rect">
            <a:avLst/>
          </a:prstGeom>
          <a:noFill/>
        </p:spPr>
        <p:txBody>
          <a:bodyPr wrap="square">
            <a:spAutoFit/>
          </a:bodyPr>
          <a:lstStyle/>
          <a:p>
            <a:pPr algn="ctr">
              <a:defRPr sz="3200" b="0"/>
            </a:pPr>
            <a:r>
              <a:t>⁷ in order that in the coming ages he might show the incomparable riches of his grace, expressed in his kindness to us in Christ Jesus. ⁸ For it is by grace you have been saved, through faith—and this is not from yourselves, it is the gift of God—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274320"/>
            <a:ext cx="10972800" cy="1028700"/>
          </a:xfrm>
          <a:prstGeom prst="rect">
            <a:avLst/>
          </a:prstGeom>
          <a:noFill/>
        </p:spPr>
        <p:txBody>
          <a:bodyPr wrap="square">
            <a:spAutoFit/>
          </a:bodyPr>
          <a:lstStyle/>
          <a:p>
            <a:pPr algn="ctr">
              <a:defRPr sz="5000" b="1"/>
            </a:pPr>
            <a:r>
              <a:t>Eph 2:1-10</a:t>
            </a:r>
          </a:p>
        </p:txBody>
      </p:sp>
      <p:sp>
        <p:nvSpPr>
          <p:cNvPr id="7" name="TextBox 6"/>
          <p:cNvSpPr txBox="1"/>
          <p:nvPr/>
        </p:nvSpPr>
        <p:spPr>
          <a:xfrm>
            <a:off x="609600" y="1303020"/>
            <a:ext cx="10972800" cy="5486400"/>
          </a:xfrm>
          <a:prstGeom prst="rect">
            <a:avLst/>
          </a:prstGeom>
          <a:noFill/>
        </p:spPr>
        <p:txBody>
          <a:bodyPr wrap="square">
            <a:spAutoFit/>
          </a:bodyPr>
          <a:lstStyle/>
          <a:p>
            <a:pPr algn="ctr">
              <a:defRPr sz="3200" b="0"/>
            </a:pPr>
            <a:r>
              <a:t>⁹ not by works, so that no one can boast. ¹⁰ For we are God’s handiwork, created in Christ Jesus to do good works, which God prepared in advance for us to do.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1219200" y="1371600"/>
            <a:ext cx="9753600" cy="3429000"/>
          </a:xfrm>
          <a:prstGeom prst="rect">
            <a:avLst/>
          </a:prstGeom>
          <a:noFill/>
        </p:spPr>
        <p:txBody>
          <a:bodyPr wrap="square">
            <a:spAutoFit/>
          </a:bodyPr>
          <a:lstStyle/>
          <a:p>
            <a:pPr algn="ctr">
              <a:defRPr sz="5000" b="0" i="0" u="none"/>
            </a:pPr>
            <a:r>
              <a:t>Announcements</a:t>
            </a:r>
          </a:p>
        </p:txBody>
      </p:sp>
      <p:sp>
        <p:nvSpPr>
          <p:cNvPr id="7" name="TextBox 6"/>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914400" y="2514600"/>
            <a:ext cx="3657600" cy="914400"/>
          </a:xfrm>
          <a:prstGeom prst="rect">
            <a:avLst/>
          </a:prstGeom>
          <a:noFill/>
        </p:spPr>
        <p:txBody>
          <a:bodyPr wrap="square" lIns="0">
            <a:spAutoFit/>
          </a:bodyPr>
          <a:lstStyle/>
          <a:p/>
          <a:p>
            <a:pPr>
              <a:defRPr sz="5000"/>
            </a:pPr>
            <a:r>
              <a:t>Offering</a:t>
            </a:r>
          </a:p>
        </p:txBody>
      </p:sp>
      <p:sp>
        <p:nvSpPr>
          <p:cNvPr id="7" name="Rounded Rectangle 6"/>
          <p:cNvSpPr/>
          <p:nvPr/>
        </p:nvSpPr>
        <p:spPr>
          <a:xfrm>
            <a:off x="4038600" y="22860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70714" y="228600"/>
            <a:ext cx="6339840" cy="1143000"/>
          </a:xfrm>
          <a:prstGeom prst="rect">
            <a:avLst/>
          </a:prstGeom>
          <a:noFill/>
        </p:spPr>
        <p:txBody>
          <a:bodyPr wrap="square">
            <a:spAutoFit/>
          </a:bodyPr>
          <a:lstStyle/>
          <a:p/>
          <a:p>
            <a:pPr>
              <a:defRPr sz="2300">
                <a:latin typeface="Gill Sans MT"/>
              </a:defRPr>
            </a:pPr>
            <a:r>
              <a:t>Account name: Blacktown Chinese Christian Church</a:t>
            </a:r>
          </a:p>
        </p:txBody>
      </p:sp>
      <p:pic>
        <p:nvPicPr>
          <p:cNvPr id="9" name="Picture 8" descr="church.png"/>
          <p:cNvPicPr>
            <a:picLocks noChangeAspect="1"/>
          </p:cNvPicPr>
          <p:nvPr/>
        </p:nvPicPr>
        <p:blipFill>
          <a:blip r:embed="rId2"/>
          <a:stretch>
            <a:fillRect/>
          </a:stretch>
        </p:blipFill>
        <p:spPr>
          <a:xfrm>
            <a:off x="4152900" y="342900"/>
            <a:ext cx="914400" cy="914400"/>
          </a:xfrm>
          <a:prstGeom prst="rect">
            <a:avLst/>
          </a:prstGeom>
        </p:spPr>
      </p:pic>
      <p:sp>
        <p:nvSpPr>
          <p:cNvPr id="10" name="Rounded Rectangle 9"/>
          <p:cNvSpPr/>
          <p:nvPr/>
        </p:nvSpPr>
        <p:spPr>
          <a:xfrm>
            <a:off x="4038600" y="154305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70714" y="1543050"/>
            <a:ext cx="6339840" cy="1143000"/>
          </a:xfrm>
          <a:prstGeom prst="rect">
            <a:avLst/>
          </a:prstGeom>
          <a:noFill/>
        </p:spPr>
        <p:txBody>
          <a:bodyPr wrap="square">
            <a:spAutoFit/>
          </a:bodyPr>
          <a:lstStyle/>
          <a:p/>
          <a:p>
            <a:pPr>
              <a:defRPr sz="2300">
                <a:latin typeface="Gill Sans MT"/>
              </a:defRPr>
            </a:pPr>
            <a:r>
              <a:t>Account number: 4216 50263</a:t>
            </a:r>
          </a:p>
        </p:txBody>
      </p:sp>
      <p:pic>
        <p:nvPicPr>
          <p:cNvPr id="12" name="Picture 11" descr="account_number.png"/>
          <p:cNvPicPr>
            <a:picLocks noChangeAspect="1"/>
          </p:cNvPicPr>
          <p:nvPr/>
        </p:nvPicPr>
        <p:blipFill>
          <a:blip r:embed="rId3"/>
          <a:stretch>
            <a:fillRect/>
          </a:stretch>
        </p:blipFill>
        <p:spPr>
          <a:xfrm>
            <a:off x="4152900" y="1657350"/>
            <a:ext cx="914400" cy="914400"/>
          </a:xfrm>
          <a:prstGeom prst="rect">
            <a:avLst/>
          </a:prstGeom>
        </p:spPr>
      </p:pic>
      <p:sp>
        <p:nvSpPr>
          <p:cNvPr id="13" name="Rounded Rectangle 12"/>
          <p:cNvSpPr/>
          <p:nvPr/>
        </p:nvSpPr>
        <p:spPr>
          <a:xfrm>
            <a:off x="4038600" y="285750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70714" y="2857500"/>
            <a:ext cx="6339840" cy="1143000"/>
          </a:xfrm>
          <a:prstGeom prst="rect">
            <a:avLst/>
          </a:prstGeom>
          <a:noFill/>
        </p:spPr>
        <p:txBody>
          <a:bodyPr wrap="square">
            <a:spAutoFit/>
          </a:bodyPr>
          <a:lstStyle/>
          <a:p/>
          <a:p>
            <a:pPr>
              <a:defRPr sz="2300">
                <a:latin typeface="Gill Sans MT"/>
              </a:defRPr>
            </a:pPr>
            <a:r>
              <a:t>BSB: 112 - 879</a:t>
            </a:r>
          </a:p>
        </p:txBody>
      </p:sp>
      <p:pic>
        <p:nvPicPr>
          <p:cNvPr id="15" name="Picture 14" descr="bsb.png"/>
          <p:cNvPicPr>
            <a:picLocks noChangeAspect="1"/>
          </p:cNvPicPr>
          <p:nvPr/>
        </p:nvPicPr>
        <p:blipFill>
          <a:blip r:embed="rId4"/>
          <a:stretch>
            <a:fillRect/>
          </a:stretch>
        </p:blipFill>
        <p:spPr>
          <a:xfrm>
            <a:off x="4152900" y="2971800"/>
            <a:ext cx="914400" cy="914400"/>
          </a:xfrm>
          <a:prstGeom prst="rect">
            <a:avLst/>
          </a:prstGeom>
        </p:spPr>
      </p:pic>
      <p:sp>
        <p:nvSpPr>
          <p:cNvPr id="16" name="Rounded Rectangle 15"/>
          <p:cNvSpPr/>
          <p:nvPr/>
        </p:nvSpPr>
        <p:spPr>
          <a:xfrm>
            <a:off x="4038600" y="417195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70714" y="4171950"/>
            <a:ext cx="6339840" cy="1143000"/>
          </a:xfrm>
          <a:prstGeom prst="rect">
            <a:avLst/>
          </a:prstGeom>
          <a:noFill/>
        </p:spPr>
        <p:txBody>
          <a:bodyPr wrap="square">
            <a:spAutoFit/>
          </a:bodyPr>
          <a:lstStyle/>
          <a:p/>
          <a:p>
            <a:pPr>
              <a:defRPr sz="2300">
                <a:latin typeface="Gill Sans MT"/>
              </a:defRPr>
            </a:pPr>
            <a:r>
              <a:t>Please put in "offering" as the reference</a:t>
            </a:r>
          </a:p>
        </p:txBody>
      </p:sp>
      <p:pic>
        <p:nvPicPr>
          <p:cNvPr id="18" name="Picture 17" descr="hands.png"/>
          <p:cNvPicPr>
            <a:picLocks noChangeAspect="1"/>
          </p:cNvPicPr>
          <p:nvPr/>
        </p:nvPicPr>
        <p:blipFill>
          <a:blip r:embed="rId5"/>
          <a:stretch>
            <a:fillRect/>
          </a:stretch>
        </p:blipFill>
        <p:spPr>
          <a:xfrm>
            <a:off x="4152900" y="4286250"/>
            <a:ext cx="914400" cy="914400"/>
          </a:xfrm>
          <a:prstGeom prst="rect">
            <a:avLst/>
          </a:prstGeom>
        </p:spPr>
      </p:pic>
      <p:sp>
        <p:nvSpPr>
          <p:cNvPr id="19" name="Rounded Rectangle 18"/>
          <p:cNvSpPr/>
          <p:nvPr/>
        </p:nvSpPr>
        <p:spPr>
          <a:xfrm>
            <a:off x="4038600" y="548640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70714" y="5486400"/>
            <a:ext cx="6339840" cy="1143000"/>
          </a:xfrm>
          <a:prstGeom prst="rect">
            <a:avLst/>
          </a:prstGeom>
          <a:noFill/>
        </p:spPr>
        <p:txBody>
          <a:bodyPr wrap="square">
            <a:spAutoFit/>
          </a:bodyPr>
          <a:lstStyle/>
          <a:p/>
          <a:p>
            <a:pPr>
              <a:defRPr sz="2300">
                <a:latin typeface="Gill Sans MT"/>
              </a:defRPr>
            </a:pPr>
            <a:r>
              <a:t>The offering box is available at the back of the hall</a:t>
            </a:r>
          </a:p>
        </p:txBody>
      </p:sp>
      <p:pic>
        <p:nvPicPr>
          <p:cNvPr id="21" name="Picture 20" descr="box.png"/>
          <p:cNvPicPr>
            <a:picLocks noChangeAspect="1"/>
          </p:cNvPicPr>
          <p:nvPr/>
        </p:nvPicPr>
        <p:blipFill>
          <a:blip r:embed="rId6"/>
          <a:stretch>
            <a:fillRect/>
          </a:stretch>
        </p:blipFill>
        <p:spPr>
          <a:xfrm>
            <a:off x="4152900" y="5600700"/>
            <a:ext cx="914400" cy="9144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1219200" y="1371600"/>
            <a:ext cx="9753600" cy="3429000"/>
          </a:xfrm>
          <a:prstGeom prst="rect">
            <a:avLst/>
          </a:prstGeom>
          <a:noFill/>
        </p:spPr>
        <p:txBody>
          <a:bodyPr wrap="square">
            <a:spAutoFit/>
          </a:bodyPr>
          <a:lstStyle/>
          <a:p>
            <a:pPr algn="ctr">
              <a:defRPr sz="5000" b="0" i="0" u="none"/>
            </a:pPr>
            <a:r>
              <a:t>Prayer points</a:t>
            </a:r>
          </a:p>
        </p:txBody>
      </p:sp>
      <p:sp>
        <p:nvSpPr>
          <p:cNvPr id="7" name="TextBox 6"/>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1219200" y="1371600"/>
            <a:ext cx="9753600" cy="3429000"/>
          </a:xfrm>
          <a:prstGeom prst="rect">
            <a:avLst/>
          </a:prstGeom>
          <a:noFill/>
        </p:spPr>
        <p:txBody>
          <a:bodyPr wrap="square">
            <a:spAutoFit/>
          </a:bodyPr>
          <a:lstStyle/>
          <a:p>
            <a:pPr algn="ctr">
              <a:defRPr sz="5000" b="0" i="0" u="none"/>
            </a:pPr>
            <a:r>
              <a:t>Mingle time!</a:t>
            </a:r>
          </a:p>
        </p:txBody>
      </p:sp>
      <p:sp>
        <p:nvSpPr>
          <p:cNvPr id="7" name="TextBox 6"/>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theme/theme1.xml><?xml version="1.0" encoding="utf-8"?>
<a:theme xmlns:a="http://schemas.openxmlformats.org/drawingml/2006/main" name="Office Theme">
  <a:themeElements>
    <a:clrScheme name="Custom 13">
      <a:dk1>
        <a:srgbClr val="010101"/>
      </a:dk1>
      <a:lt1>
        <a:srgbClr val="FFFFFF"/>
      </a:lt1>
      <a:dk2>
        <a:srgbClr val="66484E"/>
      </a:dk2>
      <a:lt2>
        <a:srgbClr val="E6E3E5"/>
      </a:lt2>
      <a:accent1>
        <a:srgbClr val="E4E1DB"/>
      </a:accent1>
      <a:accent2>
        <a:srgbClr val="C08D80"/>
      </a:accent2>
      <a:accent3>
        <a:srgbClr val="D3B9AA"/>
      </a:accent3>
      <a:accent4>
        <a:srgbClr val="C17250"/>
      </a:accent4>
      <a:accent5>
        <a:srgbClr val="6F4838"/>
      </a:accent5>
      <a:accent6>
        <a:srgbClr val="9F5700"/>
      </a:accent6>
      <a:hlink>
        <a:srgbClr val="9F5700"/>
      </a:hlink>
      <a:folHlink>
        <a:srgbClr val="BF8C7F"/>
      </a:folHlink>
    </a:clrScheme>
    <a:fontScheme name="Custom 42">
      <a:majorFont>
        <a:latin typeface="Bodoni MT Condensed"/>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6" ma:contentTypeDescription="Create a new document." ma:contentTypeScope="" ma:versionID="ac37c1753acd5e330d2062ccec26ea66">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340c7101c92c5120abd06486f9454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33CA24C-CD06-4FED-9400-8722D47B2DE8}">
  <ds:schemaRefs>
    <ds:schemaRef ds:uri="http://schemas.microsoft.com/sharepoint/v3/contenttype/forms"/>
  </ds:schemaRefs>
</ds:datastoreItem>
</file>

<file path=customXml/itemProps2.xml><?xml version="1.0" encoding="utf-8"?>
<ds:datastoreItem xmlns:ds="http://schemas.openxmlformats.org/officeDocument/2006/customXml" ds:itemID="{DA8DECC2-4004-45B0-9152-E844B904755D}">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2D7B06D1-7850-46BB-A9CE-FFFBBA2716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TM00089993</Template>
  <TotalTime>0</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0</vt:i4>
      </vt:variant>
    </vt:vector>
  </HeadingPairs>
  <TitlesOfParts>
    <vt:vector size="5" baseType="lpstr">
      <vt:lpstr>Arial</vt:lpstr>
      <vt:lpstr>Avenir Next LT Pro</vt:lpstr>
      <vt:lpstr>Bodoni MT Condensed</vt:lpstr>
      <vt:lpstr>Calibri</vt:lpstr>
      <vt:lpstr>Office Theme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2022-10-31T03:10:14Z</dcterms:created>
  <dcterms:modified xsi:type="dcterms:W3CDTF">2024-07-29T04:59:59Z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