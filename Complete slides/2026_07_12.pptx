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07"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D92787-0673-4784-B1B4-DA8829A55E00}">
  <a:tblStyle styleId="{C7D92787-0673-4784-B1B4-DA8829A55E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2491" autoAdjust="0"/>
    <p:restoredTop sz="94609"/>
  </p:normalViewPr>
  <p:slideViewPr>
    <p:cSldViewPr snapToGrid="0">
      <p:cViewPr varScale="1">
        <p:scale>
          <a:sx n="158" d="100"/>
          <a:sy n="158" d="100"/>
        </p:scale>
        <p:origin x="608"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200150" y="1790058"/>
            <a:ext cx="6743700" cy="1234440"/>
          </a:xfrm>
          <a:prstGeom prst="rect">
            <a:avLst/>
          </a:prstGeo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021396" y="3264408"/>
            <a:ext cx="5101209" cy="929921"/>
          </a:xfrm>
          <a:prstGeom prst="rect">
            <a:avLst/>
          </a:prstGeo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7" name="Date Placeholder 6"/>
          <p:cNvSpPr>
            <a:spLocks noGrp="1"/>
          </p:cNvSpPr>
          <p:nvPr>
            <p:ph type="dt" sz="half" idx="10"/>
          </p:nvPr>
        </p:nvSpPr>
        <p:spPr>
          <a:xfrm>
            <a:off x="5866072" y="4679112"/>
            <a:ext cx="2065310" cy="242976"/>
          </a:xfrm>
          <a:prstGeom prst="rect">
            <a:avLst/>
          </a:prstGeom>
        </p:spPr>
        <p:txBody>
          <a:bodyPr/>
          <a:lstStyle/>
          <a:p>
            <a:fld id="{9AB3A824-1A51-4B26-AD58-A6D8E14F6C04}" type="datetimeFigureOut">
              <a:rPr lang="en-US" smtClean="0"/>
              <a:t>7/29/24</a:t>
            </a:fld>
            <a:endParaRPr lang="en-US" dirty="0"/>
          </a:p>
        </p:txBody>
      </p:sp>
      <p:sp>
        <p:nvSpPr>
          <p:cNvPr id="8" name="Footer Placeholder 7"/>
          <p:cNvSpPr>
            <a:spLocks noGrp="1"/>
          </p:cNvSpPr>
          <p:nvPr>
            <p:ph type="ftr" sz="quarter" idx="11"/>
          </p:nvPr>
        </p:nvSpPr>
        <p:spPr>
          <a:xfrm>
            <a:off x="1200150" y="4677156"/>
            <a:ext cx="4425892" cy="240030"/>
          </a:xfrm>
          <a:prstGeom prst="rect">
            <a:avLst/>
          </a:prstGeom>
        </p:spPr>
        <p:txBody>
          <a:bodyPr/>
          <a:lstStyle/>
          <a:p>
            <a:r>
              <a:rPr lang="en-US"/>
              <a:t>
              </a:t>
            </a:r>
            <a:endParaRPr lang="en-US" dirty="0"/>
          </a:p>
        </p:txBody>
      </p:sp>
      <p:sp>
        <p:nvSpPr>
          <p:cNvPr id="9" name="Slide Number Placeholder 8"/>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0524158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3352" y="723519"/>
            <a:ext cx="5797296" cy="891540"/>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a:xfrm>
            <a:off x="1673352" y="1978534"/>
            <a:ext cx="5797296" cy="232648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a:xfrm>
            <a:off x="5866072" y="4679112"/>
            <a:ext cx="2065310" cy="242976"/>
          </a:xfrm>
          <a:prstGeom prst="rect">
            <a:avLst/>
          </a:prstGeom>
        </p:spPr>
        <p:txBody>
          <a:bodyPr/>
          <a:lstStyle/>
          <a:p>
            <a:fld id="{97D162C4-EDD9-4389-A98B-B87ECEA2A816}" type="datetimeFigureOut">
              <a:rPr lang="en-US" smtClean="0"/>
              <a:t>7/29/24</a:t>
            </a:fld>
            <a:endParaRPr lang="en-US" dirty="0"/>
          </a:p>
        </p:txBody>
      </p:sp>
      <p:sp>
        <p:nvSpPr>
          <p:cNvPr id="8" name="Footer Placeholder 7"/>
          <p:cNvSpPr>
            <a:spLocks noGrp="1"/>
          </p:cNvSpPr>
          <p:nvPr>
            <p:ph type="ftr" sz="quarter" idx="11"/>
          </p:nvPr>
        </p:nvSpPr>
        <p:spPr>
          <a:xfrm>
            <a:off x="1200150" y="4677156"/>
            <a:ext cx="4425892" cy="240030"/>
          </a:xfrm>
          <a:prstGeom prst="rect">
            <a:avLst/>
          </a:prstGeom>
        </p:spPr>
        <p:txBody>
          <a:bodyPr/>
          <a:lstStyle/>
          <a:p>
            <a:r>
              <a:rPr lang="en-US"/>
              <a:t>
              </a:t>
            </a:r>
            <a:endParaRPr lang="en-US" dirty="0"/>
          </a:p>
        </p:txBody>
      </p:sp>
      <p:sp>
        <p:nvSpPr>
          <p:cNvPr id="9" name="Slide Number Placeholder 8"/>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000179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200150" y="1790058"/>
            <a:ext cx="6743700" cy="1234440"/>
          </a:xfrm>
          <a:prstGeom prst="rect">
            <a:avLst/>
          </a:prstGeo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021396" y="3264349"/>
            <a:ext cx="5101209" cy="948812"/>
          </a:xfrm>
          <a:prstGeom prst="rect">
            <a:avLst/>
          </a:prstGeo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a:xfrm>
            <a:off x="5866072" y="4679112"/>
            <a:ext cx="2065310" cy="242976"/>
          </a:xfrm>
          <a:prstGeom prst="rect">
            <a:avLst/>
          </a:prstGeom>
        </p:spPr>
        <p:txBody>
          <a:bodyPr/>
          <a:lstStyle/>
          <a:p>
            <a:fld id="{3E5059C3-6A89-4494-99FF-5A4D6FFD50EB}" type="datetimeFigureOut">
              <a:rPr lang="en-US" smtClean="0"/>
              <a:t>7/29/24</a:t>
            </a:fld>
            <a:endParaRPr lang="en-US" dirty="0"/>
          </a:p>
        </p:txBody>
      </p:sp>
      <p:sp>
        <p:nvSpPr>
          <p:cNvPr id="8" name="Footer Placeholder 7"/>
          <p:cNvSpPr>
            <a:spLocks noGrp="1"/>
          </p:cNvSpPr>
          <p:nvPr>
            <p:ph type="ftr" sz="quarter" idx="11"/>
          </p:nvPr>
        </p:nvSpPr>
        <p:spPr>
          <a:xfrm>
            <a:off x="1200150" y="4677156"/>
            <a:ext cx="4425892" cy="240030"/>
          </a:xfrm>
          <a:prstGeom prst="rect">
            <a:avLst/>
          </a:prstGeom>
        </p:spPr>
        <p:txBody>
          <a:bodyPr/>
          <a:lstStyle/>
          <a:p>
            <a:r>
              <a:rPr lang="en-US"/>
              <a:t>
              </a:t>
            </a:r>
            <a:endParaRPr lang="en-US" dirty="0"/>
          </a:p>
        </p:txBody>
      </p:sp>
      <p:sp>
        <p:nvSpPr>
          <p:cNvPr id="9" name="Slide Number Placeholder 8"/>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8703045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3352" y="723519"/>
            <a:ext cx="5797296" cy="891540"/>
          </a:xfrm>
          <a:prstGeom prst="rect">
            <a:avLst/>
          </a:prstGeom>
        </p:spPr>
        <p:txBody>
          <a:bodyPr/>
          <a:lstStyle/>
          <a:p>
            <a:r>
              <a:rPr lang="en-GB"/>
              <a:t>Click to edit Master title style</a:t>
            </a:r>
            <a:endParaRPr lang="en-US" dirty="0"/>
          </a:p>
        </p:txBody>
      </p:sp>
      <p:sp>
        <p:nvSpPr>
          <p:cNvPr id="3" name="Content Placeholder 2"/>
          <p:cNvSpPr>
            <a:spLocks noGrp="1"/>
          </p:cNvSpPr>
          <p:nvPr>
            <p:ph sz="half" idx="1"/>
          </p:nvPr>
        </p:nvSpPr>
        <p:spPr>
          <a:xfrm>
            <a:off x="1186434" y="1978533"/>
            <a:ext cx="3203828" cy="232648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53737" y="1978533"/>
            <a:ext cx="3202685" cy="232648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a:xfrm>
            <a:off x="5866072" y="4679112"/>
            <a:ext cx="2065310" cy="242976"/>
          </a:xfrm>
          <a:prstGeom prst="rect">
            <a:avLst/>
          </a:prstGeom>
        </p:spPr>
        <p:txBody>
          <a:bodyPr/>
          <a:lstStyle/>
          <a:p>
            <a:fld id="{CA954B2F-12DE-47F5-8894-472B206D2E1E}" type="datetimeFigureOut">
              <a:rPr lang="en-US" smtClean="0"/>
              <a:t>7/29/24</a:t>
            </a:fld>
            <a:endParaRPr lang="en-US" dirty="0"/>
          </a:p>
        </p:txBody>
      </p:sp>
      <p:sp>
        <p:nvSpPr>
          <p:cNvPr id="9" name="Footer Placeholder 8"/>
          <p:cNvSpPr>
            <a:spLocks noGrp="1"/>
          </p:cNvSpPr>
          <p:nvPr>
            <p:ph type="ftr" sz="quarter" idx="11"/>
          </p:nvPr>
        </p:nvSpPr>
        <p:spPr>
          <a:xfrm>
            <a:off x="1200150" y="4677156"/>
            <a:ext cx="4425892" cy="240030"/>
          </a:xfrm>
          <a:prstGeom prst="rect">
            <a:avLst/>
          </a:prstGeom>
        </p:spPr>
        <p:txBody>
          <a:bodyPr/>
          <a:lstStyle/>
          <a:p>
            <a:r>
              <a:rPr lang="en-US"/>
              <a:t>
              </a:t>
            </a:r>
            <a:endParaRPr lang="en-US" dirty="0"/>
          </a:p>
        </p:txBody>
      </p:sp>
      <p:sp>
        <p:nvSpPr>
          <p:cNvPr id="10" name="Slide Number Placeholder 9"/>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6878042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87577" y="1735075"/>
            <a:ext cx="3202686" cy="528065"/>
          </a:xfrm>
          <a:prstGeom prst="rect">
            <a:avLst/>
          </a:prstGeo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1187577" y="2357438"/>
            <a:ext cx="3202686" cy="194758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4753737" y="2357438"/>
            <a:ext cx="3190113" cy="1947582"/>
          </a:xfrm>
          <a:prstGeom prst="rect">
            <a:avLst/>
          </a:prstGeo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4753737" y="1735075"/>
            <a:ext cx="3202686" cy="528065"/>
          </a:xfrm>
          <a:prstGeom prst="rect">
            <a:avLst/>
          </a:prstGeo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7" name="Date Placeholder 6"/>
          <p:cNvSpPr>
            <a:spLocks noGrp="1"/>
          </p:cNvSpPr>
          <p:nvPr>
            <p:ph type="dt" sz="half" idx="10"/>
          </p:nvPr>
        </p:nvSpPr>
        <p:spPr>
          <a:xfrm>
            <a:off x="5866072" y="4679112"/>
            <a:ext cx="2065310" cy="242976"/>
          </a:xfrm>
          <a:prstGeom prst="rect">
            <a:avLst/>
          </a:prstGeom>
        </p:spPr>
        <p:txBody>
          <a:bodyPr/>
          <a:lstStyle/>
          <a:p>
            <a:fld id="{3CBC1C18-307B-4F68-A007-B5B542270E8D}" type="datetimeFigureOut">
              <a:rPr lang="en-US" smtClean="0"/>
              <a:t>7/29/24</a:t>
            </a:fld>
            <a:endParaRPr lang="en-US" dirty="0"/>
          </a:p>
        </p:txBody>
      </p:sp>
      <p:sp>
        <p:nvSpPr>
          <p:cNvPr id="8" name="Footer Placeholder 7"/>
          <p:cNvSpPr>
            <a:spLocks noGrp="1"/>
          </p:cNvSpPr>
          <p:nvPr>
            <p:ph type="ftr" sz="quarter" idx="11"/>
          </p:nvPr>
        </p:nvSpPr>
        <p:spPr>
          <a:xfrm>
            <a:off x="1200150" y="4677156"/>
            <a:ext cx="4425892" cy="240030"/>
          </a:xfrm>
          <a:prstGeom prst="rect">
            <a:avLst/>
          </a:prstGeom>
        </p:spPr>
        <p:txBody>
          <a:bodyPr/>
          <a:lstStyle/>
          <a:p>
            <a:r>
              <a:rPr lang="en-US"/>
              <a:t>
              </a:t>
            </a:r>
            <a:endParaRPr lang="en-US" dirty="0"/>
          </a:p>
        </p:txBody>
      </p:sp>
      <p:sp>
        <p:nvSpPr>
          <p:cNvPr id="9" name="Slide Number Placeholder 8"/>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pPr/>
              <a:t>‹#›</a:t>
            </a:fld>
            <a:endParaRPr lang="en-US" dirty="0"/>
          </a:p>
        </p:txBody>
      </p:sp>
      <p:sp>
        <p:nvSpPr>
          <p:cNvPr id="10" name="Title 9"/>
          <p:cNvSpPr>
            <a:spLocks noGrp="1"/>
          </p:cNvSpPr>
          <p:nvPr>
            <p:ph type="title"/>
          </p:nvPr>
        </p:nvSpPr>
        <p:spPr>
          <a:xfrm>
            <a:off x="1673352" y="723519"/>
            <a:ext cx="5797296" cy="891540"/>
          </a:xfrm>
          <a:prstGeom prst="rect">
            <a:avLst/>
          </a:prstGeom>
        </p:spPr>
        <p:txBody>
          <a:bodyPr/>
          <a:lstStyle/>
          <a:p>
            <a:r>
              <a:rPr lang="en-GB"/>
              <a:t>Click to edit Master title style</a:t>
            </a:r>
            <a:endParaRPr lang="en-US" dirty="0"/>
          </a:p>
        </p:txBody>
      </p:sp>
    </p:spTree>
    <p:extLst>
      <p:ext uri="{BB962C8B-B14F-4D97-AF65-F5344CB8AC3E}">
        <p14:creationId xmlns:p14="http://schemas.microsoft.com/office/powerpoint/2010/main" val="210349559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3352" y="723519"/>
            <a:ext cx="5797296" cy="891540"/>
          </a:xfrm>
          <a:prstGeom prst="rect">
            <a:avLst/>
          </a:prstGeom>
        </p:spPr>
        <p:txBody>
          <a:bodyPr/>
          <a:lstStyle/>
          <a:p>
            <a:r>
              <a:rPr lang="en-GB"/>
              <a:t>Click to edit Master title style</a:t>
            </a:r>
            <a:endParaRPr lang="en-US" dirty="0"/>
          </a:p>
        </p:txBody>
      </p:sp>
      <p:sp>
        <p:nvSpPr>
          <p:cNvPr id="3" name="Date Placeholder 2"/>
          <p:cNvSpPr>
            <a:spLocks noGrp="1"/>
          </p:cNvSpPr>
          <p:nvPr>
            <p:ph type="dt" sz="half" idx="10"/>
          </p:nvPr>
        </p:nvSpPr>
        <p:spPr>
          <a:xfrm>
            <a:off x="5866072" y="4679112"/>
            <a:ext cx="2065310" cy="242976"/>
          </a:xfrm>
          <a:prstGeom prst="rect">
            <a:avLst/>
          </a:prstGeom>
        </p:spPr>
        <p:txBody>
          <a:bodyPr/>
          <a:lstStyle/>
          <a:p>
            <a:fld id="{1FAF3416-4057-4DAA-829D-4CA07428D088}" type="datetimeFigureOut">
              <a:rPr lang="en-US" smtClean="0"/>
              <a:t>7/29/24</a:t>
            </a:fld>
            <a:endParaRPr lang="en-US" dirty="0"/>
          </a:p>
        </p:txBody>
      </p:sp>
      <p:sp>
        <p:nvSpPr>
          <p:cNvPr id="4" name="Footer Placeholder 3"/>
          <p:cNvSpPr>
            <a:spLocks noGrp="1"/>
          </p:cNvSpPr>
          <p:nvPr>
            <p:ph type="ftr" sz="quarter" idx="11"/>
          </p:nvPr>
        </p:nvSpPr>
        <p:spPr>
          <a:xfrm>
            <a:off x="1200150" y="4677156"/>
            <a:ext cx="4425892" cy="240030"/>
          </a:xfrm>
          <a:prstGeom prst="rect">
            <a:avLst/>
          </a:prstGeom>
        </p:spPr>
        <p:txBody>
          <a:bodyPr/>
          <a:lstStyle/>
          <a:p>
            <a:r>
              <a:rPr lang="en-US"/>
              <a:t>
              </a:t>
            </a:r>
            <a:endParaRPr lang="en-US" dirty="0"/>
          </a:p>
        </p:txBody>
      </p:sp>
      <p:sp>
        <p:nvSpPr>
          <p:cNvPr id="5" name="Slide Number Placeholder 4"/>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1078816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866072" y="4679112"/>
            <a:ext cx="2065310" cy="242976"/>
          </a:xfrm>
          <a:prstGeom prst="rect">
            <a:avLst/>
          </a:prstGeom>
        </p:spPr>
        <p:txBody>
          <a:bodyPr/>
          <a:lstStyle/>
          <a:p>
            <a:fld id="{921D9284-D300-4297-87F7-E791DCC15DB1}" type="datetimeFigureOut">
              <a:rPr lang="en-US" smtClean="0"/>
              <a:t>7/29/24</a:t>
            </a:fld>
            <a:endParaRPr lang="en-US" dirty="0"/>
          </a:p>
        </p:txBody>
      </p:sp>
      <p:sp>
        <p:nvSpPr>
          <p:cNvPr id="3" name="Footer Placeholder 2"/>
          <p:cNvSpPr>
            <a:spLocks noGrp="1"/>
          </p:cNvSpPr>
          <p:nvPr>
            <p:ph type="ftr" sz="quarter" idx="11"/>
          </p:nvPr>
        </p:nvSpPr>
        <p:spPr>
          <a:xfrm>
            <a:off x="1200150" y="4677156"/>
            <a:ext cx="4425892" cy="240030"/>
          </a:xfrm>
          <a:prstGeom prst="rect">
            <a:avLst/>
          </a:prstGeom>
        </p:spPr>
        <p:txBody>
          <a:bodyPr/>
          <a:lstStyle/>
          <a:p>
            <a:r>
              <a:rPr lang="en-US"/>
              <a:t>
              </a:t>
            </a:r>
            <a:endParaRPr lang="en-US" dirty="0"/>
          </a:p>
        </p:txBody>
      </p:sp>
      <p:sp>
        <p:nvSpPr>
          <p:cNvPr id="4" name="Slide Number Placeholder 3"/>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70240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prstGeom prst="rect">
            <a:avLst/>
          </a:prstGeom>
          <a:solidFill>
            <a:srgbClr val="FFFFFF"/>
          </a:solidFill>
          <a:ln>
            <a:solidFill>
              <a:srgbClr val="404040"/>
            </a:solidFill>
          </a:ln>
        </p:spPr>
        <p:txBody>
          <a:bodyPr anchor="ctr" anchorCtr="1">
            <a:normAutofit/>
          </a:bodyPr>
          <a:lstStyle>
            <a:lvl1pPr>
              <a:defRPr sz="165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5052060" y="603504"/>
            <a:ext cx="3611880" cy="3936492"/>
          </a:xfrm>
          <a:prstGeom prst="rect">
            <a:avLst/>
          </a:prstGeo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6676" y="2662439"/>
            <a:ext cx="2846070" cy="1645527"/>
          </a:xfrm>
          <a:prstGeom prst="rect">
            <a:avLst/>
          </a:prstGeo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9" name="Date Placeholder 8"/>
          <p:cNvSpPr>
            <a:spLocks noGrp="1"/>
          </p:cNvSpPr>
          <p:nvPr>
            <p:ph type="dt" sz="half" idx="10"/>
          </p:nvPr>
        </p:nvSpPr>
        <p:spPr>
          <a:xfrm>
            <a:off x="5866072" y="4679112"/>
            <a:ext cx="2065310" cy="242976"/>
          </a:xfrm>
          <a:prstGeom prst="rect">
            <a:avLst/>
          </a:prstGeom>
        </p:spPr>
        <p:txBody>
          <a:bodyPr/>
          <a:lstStyle/>
          <a:p>
            <a:fld id="{37D525BB-DA17-4BA0-B3C8-3AC3ABC827E6}" type="datetimeFigureOut">
              <a:rPr lang="en-US" smtClean="0"/>
              <a:t>7/29/24</a:t>
            </a:fld>
            <a:endParaRPr lang="en-US" dirty="0"/>
          </a:p>
        </p:txBody>
      </p:sp>
      <p:sp>
        <p:nvSpPr>
          <p:cNvPr id="10" name="Footer Placeholder 9"/>
          <p:cNvSpPr>
            <a:spLocks noGrp="1"/>
          </p:cNvSpPr>
          <p:nvPr>
            <p:ph type="ftr" sz="quarter" idx="11"/>
          </p:nvPr>
        </p:nvSpPr>
        <p:spPr>
          <a:xfrm>
            <a:off x="603504" y="4677156"/>
            <a:ext cx="3843598" cy="240030"/>
          </a:xfrm>
          <a:prstGeom prst="rect">
            <a:avLst/>
          </a:prstGeom>
        </p:spPr>
        <p:txBody>
          <a:bodyPr/>
          <a:lstStyle>
            <a:lvl1pPr>
              <a:defRPr>
                <a:solidFill>
                  <a:srgbClr val="FFFFFF">
                    <a:alpha val="70000"/>
                  </a:srgbClr>
                </a:solidFill>
              </a:defRPr>
            </a:lvl1pPr>
          </a:lstStyle>
          <a:p>
            <a:r>
              <a:rPr lang="en-US"/>
              <a:t>
              </a:t>
            </a:r>
            <a:endParaRPr lang="en-US" dirty="0"/>
          </a:p>
        </p:txBody>
      </p:sp>
      <p:sp>
        <p:nvSpPr>
          <p:cNvPr id="11" name="Slide Number Placeholder 10"/>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2848327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6392" y="1682871"/>
            <a:ext cx="3371249" cy="850980"/>
          </a:xfrm>
          <a:prstGeom prst="rect">
            <a:avLst/>
          </a:prstGeom>
          <a:solidFill>
            <a:srgbClr val="FFFFFF"/>
          </a:solidFill>
          <a:ln>
            <a:solidFill>
              <a:srgbClr val="404040"/>
            </a:solidFill>
          </a:ln>
        </p:spPr>
        <p:txBody>
          <a:bodyPr anchor="ctr" anchorCtr="1">
            <a:noAutofit/>
          </a:bodyPr>
          <a:lstStyle>
            <a:lvl1pPr>
              <a:defRPr sz="165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572000" y="0"/>
            <a:ext cx="4576573" cy="5143500"/>
          </a:xfrm>
          <a:prstGeom prst="rect">
            <a:avLst/>
          </a:prstGeom>
          <a:solidFill>
            <a:schemeClr val="bg1">
              <a:lumMod val="75000"/>
            </a:schemeClr>
          </a:solidFill>
        </p:spPr>
        <p:txBody>
          <a:bodyPr anchor="t"/>
          <a:lstStyle>
            <a:lvl1pPr marL="0" indent="0">
              <a:buNone/>
              <a:defRPr sz="2400">
                <a:solidFill>
                  <a:schemeClr val="bg1">
                    <a:lumMod val="85000"/>
                    <a:lumOff val="1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836676" y="2662439"/>
            <a:ext cx="2846070" cy="1645528"/>
          </a:xfrm>
          <a:prstGeom prst="rect">
            <a:avLst/>
          </a:prstGeo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8" name="Date Placeholder 7"/>
          <p:cNvSpPr>
            <a:spLocks noGrp="1"/>
          </p:cNvSpPr>
          <p:nvPr>
            <p:ph type="dt" sz="half" idx="10"/>
          </p:nvPr>
        </p:nvSpPr>
        <p:spPr>
          <a:xfrm>
            <a:off x="5866072" y="4679112"/>
            <a:ext cx="2065310" cy="242976"/>
          </a:xfrm>
          <a:prstGeom prst="rect">
            <a:avLst/>
          </a:prstGeom>
        </p:spPr>
        <p:txBody>
          <a:bodyPr/>
          <a:lstStyle>
            <a:lvl1pPr>
              <a:defRPr>
                <a:solidFill>
                  <a:srgbClr val="FFFFFF"/>
                </a:solidFill>
                <a:effectLst>
                  <a:outerShdw blurRad="50800" dist="38100" dir="2700000" algn="tl" rotWithShape="0">
                    <a:prstClr val="black">
                      <a:alpha val="43000"/>
                    </a:prstClr>
                  </a:outerShdw>
                </a:effectLst>
              </a:defRPr>
            </a:lvl1pPr>
          </a:lstStyle>
          <a:p>
            <a:fld id="{B16C4C9A-3960-41CF-A4E9-2A8FB932454B}" type="datetimeFigureOut">
              <a:rPr lang="en-US" smtClean="0"/>
              <a:t>7/29/24</a:t>
            </a:fld>
            <a:endParaRPr lang="en-US" dirty="0"/>
          </a:p>
        </p:txBody>
      </p:sp>
      <p:sp>
        <p:nvSpPr>
          <p:cNvPr id="9" name="Footer Placeholder 8"/>
          <p:cNvSpPr>
            <a:spLocks noGrp="1"/>
          </p:cNvSpPr>
          <p:nvPr>
            <p:ph type="ftr" sz="quarter" idx="11"/>
          </p:nvPr>
        </p:nvSpPr>
        <p:spPr>
          <a:xfrm>
            <a:off x="603504" y="4677156"/>
            <a:ext cx="3843598" cy="240030"/>
          </a:xfrm>
          <a:prstGeom prst="rect">
            <a:avLst/>
          </a:prstGeom>
        </p:spPr>
        <p:txBody>
          <a:bodyPr/>
          <a:lstStyle>
            <a:lvl1pPr>
              <a:defRPr>
                <a:solidFill>
                  <a:srgbClr val="FFFFFF">
                    <a:alpha val="70000"/>
                  </a:srgbClr>
                </a:solidFill>
              </a:defRPr>
            </a:lvl1pPr>
          </a:lstStyle>
          <a:p>
            <a:r>
              <a:rPr lang="en-US"/>
              <a:t>
              </a:t>
            </a:r>
            <a:endParaRPr lang="en-US" dirty="0"/>
          </a:p>
        </p:txBody>
      </p:sp>
      <p:sp>
        <p:nvSpPr>
          <p:cNvPr id="10" name="Slide Number Placeholder 9"/>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6530456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3352" y="723519"/>
            <a:ext cx="5797296" cy="891540"/>
          </a:xfrm>
          <a:prstGeom prst="rect">
            <a:avLst/>
          </a:prstGeo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673352" y="1978534"/>
            <a:ext cx="5797296" cy="2326487"/>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5866072" y="4679112"/>
            <a:ext cx="2065310" cy="242976"/>
          </a:xfrm>
          <a:prstGeom prst="rect">
            <a:avLst/>
          </a:prstGeom>
        </p:spPr>
        <p:txBody>
          <a:bodyPr/>
          <a:lstStyle/>
          <a:p>
            <a:fld id="{D857E33E-8B18-4087-B112-809917729534}" type="datetimeFigureOut">
              <a:rPr lang="en-US" smtClean="0"/>
              <a:t>7/29/24</a:t>
            </a:fld>
            <a:endParaRPr lang="en-US" dirty="0"/>
          </a:p>
        </p:txBody>
      </p:sp>
      <p:sp>
        <p:nvSpPr>
          <p:cNvPr id="5" name="Footer Placeholder 4"/>
          <p:cNvSpPr>
            <a:spLocks noGrp="1"/>
          </p:cNvSpPr>
          <p:nvPr>
            <p:ph type="ftr" sz="quarter" idx="11"/>
          </p:nvPr>
        </p:nvSpPr>
        <p:spPr>
          <a:xfrm>
            <a:off x="1200150" y="4677156"/>
            <a:ext cx="4425892" cy="240030"/>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2772812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702945"/>
            <a:ext cx="973956" cy="3737610"/>
          </a:xfrm>
          <a:prstGeom prst="rect">
            <a:avLst/>
          </a:prstGeo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73352" y="702945"/>
            <a:ext cx="4648867" cy="3737610"/>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5866072" y="4679112"/>
            <a:ext cx="2065310" cy="242976"/>
          </a:xfrm>
          <a:prstGeom prst="rect">
            <a:avLst/>
          </a:prstGeom>
        </p:spPr>
        <p:txBody>
          <a:bodyPr/>
          <a:lstStyle/>
          <a:p>
            <a:fld id="{D3FFE419-2371-464F-8239-3959401C3561}" type="datetimeFigureOut">
              <a:rPr lang="en-US" smtClean="0"/>
              <a:t>7/29/24</a:t>
            </a:fld>
            <a:endParaRPr lang="en-US" dirty="0"/>
          </a:p>
        </p:txBody>
      </p:sp>
      <p:sp>
        <p:nvSpPr>
          <p:cNvPr id="5" name="Footer Placeholder 4"/>
          <p:cNvSpPr>
            <a:spLocks noGrp="1"/>
          </p:cNvSpPr>
          <p:nvPr>
            <p:ph type="ftr" sz="quarter" idx="11"/>
          </p:nvPr>
        </p:nvSpPr>
        <p:spPr>
          <a:xfrm>
            <a:off x="1200150" y="4677156"/>
            <a:ext cx="4425892" cy="240030"/>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69192" y="4663440"/>
            <a:ext cx="274320" cy="274320"/>
          </a:xfrm>
          <a:prstGeom prst="ellipse">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756818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chemeClr val="bg1">
                <a:tint val="97000"/>
                <a:shade val="100000"/>
                <a:satMod val="185000"/>
                <a:lumMod val="85617"/>
              </a:schemeClr>
            </a:gs>
            <a:gs pos="100000">
              <a:schemeClr val="bg1">
                <a:tint val="96000"/>
                <a:shade val="95000"/>
                <a:satMod val="215000"/>
                <a:lumMod val="14622"/>
              </a:schemeClr>
            </a:gs>
          </a:gsLst>
          <a:path path="circle">
            <a:fillToRect l="50000" t="55000" r="125000" b="10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9335977"/>
      </p:ext>
    </p:extLst>
  </p:cSld>
  <p:clrMap bg1="dk1" tx1="lt1" bg2="dk2" tx2="lt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hf sldNum="0" hdr="0" ftr="0" dt="0"/>
  <p:txStyles>
    <p:titleStyle>
      <a:lvl1pPr algn="ctr" defTabSz="685800" rtl="0" eaLnBrk="1" latinLnBrk="0" hangingPunct="1">
        <a:lnSpc>
          <a:spcPct val="90000"/>
        </a:lnSpc>
        <a:spcBef>
          <a:spcPct val="0"/>
        </a:spcBef>
        <a:buNone/>
        <a:defRPr sz="2100" kern="1200" cap="all" spc="150" baseline="0">
          <a:solidFill>
            <a:srgbClr val="262626"/>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7175"/>
            <a:ext cx="7315200" cy="257175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4" name="TextBox 3"/>
          <p:cNvSpPr txBox="1"/>
          <p:nvPr/>
        </p:nvSpPr>
        <p:spPr>
          <a:xfrm>
            <a:off x="914400" y="771525"/>
            <a:ext cx="7315200" cy="2571750"/>
          </a:xfrm>
          <a:prstGeom prst="rect">
            <a:avLst/>
          </a:prstGeom>
          <a:noFill/>
        </p:spPr>
        <p:txBody>
          <a:bodyPr wrap="square">
            <a:spAutoFit/>
          </a:bodyPr>
          <a:lstStyle/>
          <a:p>
            <a:pPr algn="ctr">
              <a:defRPr sz="2300" b="1" i="0" u="none">
                <a:solidFill>
                  <a:srgbClr val="000000"/>
                </a:solidFill>
              </a:defRPr>
            </a:pPr>
            <a:r>
              <a:t>Welcome to Our English Service</a:t>
            </a:r>
            <a:br/>
            <a:r>
              <a:t>12.07.2026</a:t>
            </a:r>
          </a:p>
        </p:txBody>
      </p:sp>
      <p:sp>
        <p:nvSpPr>
          <p:cNvPr id="5" name="TextBox 4"/>
          <p:cNvSpPr txBox="1"/>
          <p:nvPr/>
        </p:nvSpPr>
        <p:spPr>
          <a:xfrm>
            <a:off x="914400" y="1800225"/>
            <a:ext cx="7315200" cy="257175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6" name="TextBox 5"/>
          <p:cNvSpPr txBox="1"/>
          <p:nvPr/>
        </p:nvSpPr>
        <p:spPr>
          <a:xfrm>
            <a:off x="914400" y="2057400"/>
            <a:ext cx="7315200" cy="2571750"/>
          </a:xfrm>
          <a:prstGeom prst="rect">
            <a:avLst/>
          </a:prstGeom>
          <a:noFill/>
        </p:spPr>
        <p:txBody>
          <a:bodyPr wrap="square">
            <a:spAutoFit/>
          </a:bodyPr>
          <a:lstStyle/>
          <a:p>
            <a:pPr algn="l">
              <a:defRPr sz="2000" b="1" i="0" u="none">
                <a:solidFill>
                  <a:srgbClr val="000000"/>
                </a:solidFill>
              </a:defRPr>
            </a:pPr>
            <a:r>
              <a:t>Worship Songs:</a:t>
            </a:r>
            <a:br/>
            <a:r>
              <a:t>Passage:</a:t>
            </a:r>
            <a:br/>
            <a:r>
              <a:t>Speaker:</a:t>
            </a:r>
            <a:br/>
            <a:r>
              <a:t>Topic:</a:t>
            </a:r>
            <a:br/>
            <a:r>
              <a:t>Response Song:</a:t>
            </a:r>
            <a:br/>
            <a:r>
              <a:t>Announcements and Closing Prayer</a:t>
            </a:r>
            <a:br/>
            <a:r>
              <a:t>Benediction</a:t>
            </a:r>
          </a:p>
        </p:txBody>
      </p:sp>
      <p:sp>
        <p:nvSpPr>
          <p:cNvPr id="7" name="TextBox 6"/>
          <p:cNvSpPr txBox="1"/>
          <p:nvPr/>
        </p:nvSpPr>
        <p:spPr>
          <a:xfrm>
            <a:off x="914400" y="2057400"/>
            <a:ext cx="7315200" cy="2571750"/>
          </a:xfrm>
          <a:prstGeom prst="rect">
            <a:avLst/>
          </a:prstGeom>
          <a:noFill/>
        </p:spPr>
        <p:txBody>
          <a:bodyPr wrap="square">
            <a:spAutoFit/>
          </a:bodyPr>
          <a:lstStyle/>
          <a:p>
            <a:pPr algn="ctr">
              <a:defRPr sz="2000" b="0" i="0" u="none">
                <a:solidFill>
                  <a:srgbClr val="000000"/>
                </a:solidFill>
              </a:defRPr>
            </a:pPr>
            <a:r>
              <a:t>nan</a:t>
            </a:r>
            <a:br/>
            <a:r>
              <a:t>Eph 2:11-22</a:t>
            </a:r>
            <a:br/>
            <a:r>
              <a:t>Xavier Lakshmanan</a:t>
            </a:r>
            <a:br/>
            <a:r>
              <a:t>All Made One in Christ</a:t>
            </a:r>
            <a:br/>
            <a:b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BCCC english service</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514350"/>
            <a:ext cx="3657600" cy="4114800"/>
          </a:xfrm>
          <a:prstGeom prst="rect">
            <a:avLst/>
          </a:prstGeom>
          <a:noFill/>
        </p:spPr>
        <p:txBody>
          <a:bodyPr wrap="square">
            <a:spAutoFit/>
          </a:bodyPr>
          <a:lstStyle/>
          <a:p>
            <a:pPr>
              <a:defRPr sz="3000"/>
            </a:pPr>
            <a:r>
              <a:t>Bible reading</a:t>
            </a:r>
          </a:p>
        </p:txBody>
      </p:sp>
      <p:pic>
        <p:nvPicPr>
          <p:cNvPr id="3" name="Picture 2" descr="Bible.png"/>
          <p:cNvPicPr>
            <a:picLocks noChangeAspect="1"/>
          </p:cNvPicPr>
          <p:nvPr/>
        </p:nvPicPr>
        <p:blipFill>
          <a:blip r:embed="rId2"/>
          <a:stretch>
            <a:fillRect/>
          </a:stretch>
        </p:blipFill>
        <p:spPr>
          <a:xfrm>
            <a:off x="4514850" y="514350"/>
            <a:ext cx="41148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Eph 2:11-22</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¹¹ Therefore, remember that formerly you who are Gentiles by birth and called “uncircumcised” by those who call themselves “the circumcision” (which is done in the body by human hands)— ¹² remember that at that time you were separate from Christ, excluded from citizenship in Israel and foreigners to the covenants of the promise, without hope and without God in the world.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Eph 2:11-22</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¹³ But now in Christ Jesus you who once were far away have been brought near by the blood of Christ. </a:t>
            </a:r>
          </a:p>
          <a:p>
            <a:pPr algn="ctr">
              <a:defRPr sz="2300" b="0"/>
            </a:pPr>
            <a:r>
              <a:t>¹⁴ For he himself is our peace, who has made the two groups one and has destroyed the barrier, the dividing wall of hostility,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Eph 2:11-22</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¹⁵ by setting aside in his flesh the law with its commands and regulations. His purpose was to create in himself one new humanity out of the two, thus making peace, ¹⁶ and in one body to reconcile both of them to God through the cross, by which he put to death their hostility.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Eph 2:11-22</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¹⁷ He came and preached peace to you who were far away and peace to those who were near. ¹⁸ For through him we both have access to the Father by one Spirit. </a:t>
            </a:r>
          </a:p>
          <a:p>
            <a:pPr algn="ctr">
              <a:defRPr sz="23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Eph 2:11-22</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¹⁹ Consequently, you are no longer foreigners and strangers, but fellow citizens with God’s people and also members of his household, ²⁰ built on the foundation of the apostles and prophets, with Christ Jesus himself as the chief cornerstone.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Eph 2:11-22</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²¹ In him the whole building is joined together and rises to become a holy temple in the Lord. ²² And in him you too are being built together to become a dwelling in which God lives by his Spirit.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Announcements</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657350"/>
            <a:ext cx="2743200" cy="914400"/>
          </a:xfrm>
          <a:prstGeom prst="rect">
            <a:avLst/>
          </a:prstGeom>
          <a:noFill/>
        </p:spPr>
        <p:txBody>
          <a:bodyPr wrap="square" lIns="0">
            <a:spAutoFit/>
          </a:bodyPr>
          <a:lstStyle/>
          <a:p/>
          <a:p>
            <a:pPr>
              <a:defRPr sz="4000"/>
            </a:pPr>
            <a:r>
              <a:t>Offering</a:t>
            </a:r>
          </a:p>
        </p:txBody>
      </p:sp>
      <p:sp>
        <p:nvSpPr>
          <p:cNvPr id="3" name="Rounded Rectangle 2"/>
          <p:cNvSpPr/>
          <p:nvPr/>
        </p:nvSpPr>
        <p:spPr>
          <a:xfrm>
            <a:off x="3028950" y="171450"/>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78035" y="171450"/>
            <a:ext cx="4754880" cy="857250"/>
          </a:xfrm>
          <a:prstGeom prst="rect">
            <a:avLst/>
          </a:prstGeom>
          <a:noFill/>
        </p:spPr>
        <p:txBody>
          <a:bodyPr wrap="square">
            <a:spAutoFit/>
          </a:bodyPr>
          <a:lstStyle/>
          <a:p/>
          <a:p>
            <a:pPr>
              <a:defRPr sz="1600">
                <a:latin typeface="Gill Sans MT"/>
              </a:defRPr>
            </a:pPr>
            <a:r>
              <a:t>Account name: Blacktown Chinese Christian Church</a:t>
            </a:r>
          </a:p>
        </p:txBody>
      </p:sp>
      <p:pic>
        <p:nvPicPr>
          <p:cNvPr id="5" name="Picture 4" descr="church.png"/>
          <p:cNvPicPr>
            <a:picLocks noChangeAspect="1"/>
          </p:cNvPicPr>
          <p:nvPr/>
        </p:nvPicPr>
        <p:blipFill>
          <a:blip r:embed="rId2"/>
          <a:stretch>
            <a:fillRect/>
          </a:stretch>
        </p:blipFill>
        <p:spPr>
          <a:xfrm>
            <a:off x="3114675" y="257175"/>
            <a:ext cx="685800" cy="685800"/>
          </a:xfrm>
          <a:prstGeom prst="rect">
            <a:avLst/>
          </a:prstGeom>
        </p:spPr>
      </p:pic>
      <p:sp>
        <p:nvSpPr>
          <p:cNvPr id="6" name="Rounded Rectangle 5"/>
          <p:cNvSpPr/>
          <p:nvPr/>
        </p:nvSpPr>
        <p:spPr>
          <a:xfrm>
            <a:off x="3028950" y="1157287"/>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78035" y="1157287"/>
            <a:ext cx="4754880" cy="857250"/>
          </a:xfrm>
          <a:prstGeom prst="rect">
            <a:avLst/>
          </a:prstGeom>
          <a:noFill/>
        </p:spPr>
        <p:txBody>
          <a:bodyPr wrap="square">
            <a:spAutoFit/>
          </a:bodyPr>
          <a:lstStyle/>
          <a:p/>
          <a:p>
            <a:pPr>
              <a:defRPr sz="1600">
                <a:latin typeface="Gill Sans MT"/>
              </a:defRPr>
            </a:pPr>
            <a:r>
              <a:t>Account number: 4216 50263</a:t>
            </a:r>
          </a:p>
        </p:txBody>
      </p:sp>
      <p:pic>
        <p:nvPicPr>
          <p:cNvPr id="8" name="Picture 7" descr="account_number.png"/>
          <p:cNvPicPr>
            <a:picLocks noChangeAspect="1"/>
          </p:cNvPicPr>
          <p:nvPr/>
        </p:nvPicPr>
        <p:blipFill>
          <a:blip r:embed="rId3"/>
          <a:stretch>
            <a:fillRect/>
          </a:stretch>
        </p:blipFill>
        <p:spPr>
          <a:xfrm>
            <a:off x="3114675" y="1243012"/>
            <a:ext cx="685800" cy="685800"/>
          </a:xfrm>
          <a:prstGeom prst="rect">
            <a:avLst/>
          </a:prstGeom>
        </p:spPr>
      </p:pic>
      <p:sp>
        <p:nvSpPr>
          <p:cNvPr id="9" name="Rounded Rectangle 8"/>
          <p:cNvSpPr/>
          <p:nvPr/>
        </p:nvSpPr>
        <p:spPr>
          <a:xfrm>
            <a:off x="3028950" y="2143125"/>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78035" y="2143125"/>
            <a:ext cx="4754880" cy="857250"/>
          </a:xfrm>
          <a:prstGeom prst="rect">
            <a:avLst/>
          </a:prstGeom>
          <a:noFill/>
        </p:spPr>
        <p:txBody>
          <a:bodyPr wrap="square">
            <a:spAutoFit/>
          </a:bodyPr>
          <a:lstStyle/>
          <a:p/>
          <a:p>
            <a:pPr>
              <a:defRPr sz="1600">
                <a:latin typeface="Gill Sans MT"/>
              </a:defRPr>
            </a:pPr>
            <a:r>
              <a:t>BSB: 112 - 879</a:t>
            </a:r>
          </a:p>
        </p:txBody>
      </p:sp>
      <p:pic>
        <p:nvPicPr>
          <p:cNvPr id="11" name="Picture 10" descr="bsb.png"/>
          <p:cNvPicPr>
            <a:picLocks noChangeAspect="1"/>
          </p:cNvPicPr>
          <p:nvPr/>
        </p:nvPicPr>
        <p:blipFill>
          <a:blip r:embed="rId4"/>
          <a:stretch>
            <a:fillRect/>
          </a:stretch>
        </p:blipFill>
        <p:spPr>
          <a:xfrm>
            <a:off x="3114675" y="2228850"/>
            <a:ext cx="685800" cy="685800"/>
          </a:xfrm>
          <a:prstGeom prst="rect">
            <a:avLst/>
          </a:prstGeom>
        </p:spPr>
      </p:pic>
      <p:sp>
        <p:nvSpPr>
          <p:cNvPr id="12" name="Rounded Rectangle 11"/>
          <p:cNvSpPr/>
          <p:nvPr/>
        </p:nvSpPr>
        <p:spPr>
          <a:xfrm>
            <a:off x="3028950" y="3128962"/>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78035" y="3128962"/>
            <a:ext cx="4754880" cy="857250"/>
          </a:xfrm>
          <a:prstGeom prst="rect">
            <a:avLst/>
          </a:prstGeom>
          <a:noFill/>
        </p:spPr>
        <p:txBody>
          <a:bodyPr wrap="square">
            <a:spAutoFit/>
          </a:bodyPr>
          <a:lstStyle/>
          <a:p/>
          <a:p>
            <a:pPr>
              <a:defRPr sz="1600">
                <a:latin typeface="Gill Sans MT"/>
              </a:defRPr>
            </a:pPr>
            <a:r>
              <a:t>Please put in "offering" as the reference</a:t>
            </a:r>
          </a:p>
        </p:txBody>
      </p:sp>
      <p:pic>
        <p:nvPicPr>
          <p:cNvPr id="14" name="Picture 13" descr="hands.png"/>
          <p:cNvPicPr>
            <a:picLocks noChangeAspect="1"/>
          </p:cNvPicPr>
          <p:nvPr/>
        </p:nvPicPr>
        <p:blipFill>
          <a:blip r:embed="rId5"/>
          <a:stretch>
            <a:fillRect/>
          </a:stretch>
        </p:blipFill>
        <p:spPr>
          <a:xfrm>
            <a:off x="3114675" y="3214687"/>
            <a:ext cx="685800" cy="685800"/>
          </a:xfrm>
          <a:prstGeom prst="rect">
            <a:avLst/>
          </a:prstGeom>
        </p:spPr>
      </p:pic>
      <p:sp>
        <p:nvSpPr>
          <p:cNvPr id="15" name="Rounded Rectangle 14"/>
          <p:cNvSpPr/>
          <p:nvPr/>
        </p:nvSpPr>
        <p:spPr>
          <a:xfrm>
            <a:off x="3028950" y="4114800"/>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78035" y="4114800"/>
            <a:ext cx="4754880" cy="857250"/>
          </a:xfrm>
          <a:prstGeom prst="rect">
            <a:avLst/>
          </a:prstGeom>
          <a:noFill/>
        </p:spPr>
        <p:txBody>
          <a:bodyPr wrap="square">
            <a:spAutoFit/>
          </a:bodyPr>
          <a:lstStyle/>
          <a:p/>
          <a:p>
            <a:pPr>
              <a:defRPr sz="1600">
                <a:latin typeface="Gill Sans MT"/>
              </a:defRPr>
            </a:pPr>
            <a:r>
              <a:t>The offering box is available at the back of the hall</a:t>
            </a:r>
          </a:p>
        </p:txBody>
      </p:sp>
      <p:pic>
        <p:nvPicPr>
          <p:cNvPr id="17" name="Picture 16" descr="box.png"/>
          <p:cNvPicPr>
            <a:picLocks noChangeAspect="1"/>
          </p:cNvPicPr>
          <p:nvPr/>
        </p:nvPicPr>
        <p:blipFill>
          <a:blip r:embed="rId6"/>
          <a:stretch>
            <a:fillRect/>
          </a:stretch>
        </p:blipFill>
        <p:spPr>
          <a:xfrm>
            <a:off x="3114675" y="4200525"/>
            <a:ext cx="685800" cy="685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Prayer points</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Mingle time!</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{432DF4B2-9AE7-0142-85A5-3E1043AF3DA7}tf10001120</Template>
  <TotalTime>2108</TotalTime>
  <Words>0</Words>
  <Application>Microsoft Macintosh PowerPoint</Application>
  <PresentationFormat>On-screen Show (16:9)</PresentationFormat>
  <Paragraphs>0</Paragraphs>
  <Slides>0</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0</vt:i4>
      </vt:variant>
    </vt:vector>
  </HeadingPairs>
  <TitlesOfParts>
    <vt:vector size="2" baseType="lpstr">
      <vt:lpstr>Arial</vt:lpstr>
      <vt:lpstr>Parcel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BCCC English service</dc:title>
  <dc:creator>Annabel Lam</dc:creator>
  <cp:lastModifiedBy>Johnny Wu</cp:lastModifiedBy>
  <cp:revision>44</cp:revision>
  <dcterms:modified xsi:type="dcterms:W3CDTF">2024-07-29T04:58:04Z</dcterms:modified>
</cp:coreProperties>
</file>