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1.svg" ContentType="image/svg+xml"/>
  <Override PartName="/ppt/media/image13.svg" ContentType="image/svg+xml"/>
  <Override PartName="/ppt/media/image15.svg" ContentType="image/svg+xml"/>
  <Override PartName="/ppt/media/image17.svg" ContentType="image/svg+xml"/>
  <Override PartName="/ppt/media/image2.svg" ContentType="image/svg+xml"/>
  <Override PartName="/ppt/media/image5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  <p:sldId id="306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D7D9"/>
    <a:srgbClr val="93D3D9"/>
    <a:srgbClr val="AAD6FF"/>
    <a:srgbClr val="B2C8CD"/>
    <a:srgbClr val="CCD8D6"/>
    <a:srgbClr val="4F5945"/>
    <a:srgbClr val="73292A"/>
    <a:srgbClr val="7F867A"/>
    <a:srgbClr val="A65B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0000" autoAdjust="0"/>
    <p:restoredTop sz="94934" autoAdjust="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82" d="100"/>
          <a:sy n="82" d="100"/>
        </p:scale>
        <p:origin x="2784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commentAuthors" Target="commentAuthors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8/10/relationships/authors" Target="author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49852A6-C536-198B-0B36-808C24FAAF6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40B29C-E84A-E4D1-8998-1A961EC23BA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A5AE42-7DC1-8140-9B13-146984FDEF22}" type="datetimeFigureOut">
              <a:rPr lang="en-US" smtClean="0"/>
              <a:t>3/1/25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CE4DE7-ED89-D264-F004-38F2DF4879D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7E8591-FF54-5A00-A703-95ABC16B78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369B77-94AB-0344-9EBF-9DB9EE8D3A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5974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F75F72-8950-AF4F-9381-1D26FB547EA1}" type="datetimeFigureOut">
              <a:rPr lang="en-US" smtClean="0"/>
              <a:t>3/1/25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75476F-A808-1F46-A368-07984F6DA22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4252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3.png"/><Relationship Id="rId5" Type="http://schemas.microsoft.com/office/2007/relationships/hdphoto" Target="../media/hdphoto1.wdp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8.png"/><Relationship Id="rId5" Type="http://schemas.openxmlformats.org/officeDocument/2006/relationships/image" Target="../media/image9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8.png"/><Relationship Id="rId5" Type="http://schemas.openxmlformats.org/officeDocument/2006/relationships/image" Target="../media/image9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8.png"/><Relationship Id="rId5" Type="http://schemas.openxmlformats.org/officeDocument/2006/relationships/image" Target="../media/image9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Relationship Id="rId4" Type="http://schemas.openxmlformats.org/officeDocument/2006/relationships/image" Target="../media/image10.png"/><Relationship Id="rId5" Type="http://schemas.openxmlformats.org/officeDocument/2006/relationships/image" Target="../media/image11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3.png"/><Relationship Id="rId5" Type="http://schemas.microsoft.com/office/2007/relationships/hdphoto" Target="../media/hdphoto1.wdp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6.png"/><Relationship Id="rId5" Type="http://schemas.openxmlformats.org/officeDocument/2006/relationships/image" Target="../media/image17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D90036E-D78E-7995-BEF4-F64DA613C71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lumMod val="50000"/>
              <a:lumOff val="50000"/>
            </a:schemeClr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8176" y="1463040"/>
            <a:ext cx="6327648" cy="2180543"/>
          </a:xfrm>
          <a:noFill/>
        </p:spPr>
        <p:txBody>
          <a:bodyPr anchor="b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11096" y="3995928"/>
            <a:ext cx="5321808" cy="824404"/>
          </a:xfrm>
          <a:noFill/>
        </p:spPr>
        <p:txBody>
          <a:bodyPr anchor="ctr"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9048" y="530352"/>
            <a:ext cx="5385816" cy="1810512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B3132E8-A261-CEAB-129F-0FED7AD8D00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5174458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2" name="Content Placeholder 5">
            <a:extLst>
              <a:ext uri="{FF2B5EF4-FFF2-40B4-BE49-F238E27FC236}">
                <a16:creationId xmlns:a16="http://schemas.microsoft.com/office/drawing/2014/main" id="{9BEB2D80-6263-5794-6A1A-CFF345F7A9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9048" y="2962656"/>
            <a:ext cx="5385816" cy="270662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Clr>
                <a:srgbClr val="73292A"/>
              </a:buClr>
              <a:buNone/>
              <a:defRPr sz="2400"/>
            </a:lvl1pPr>
            <a:lvl2pPr marL="228600">
              <a:buClr>
                <a:srgbClr val="73292A"/>
              </a:buClr>
              <a:defRPr sz="2000"/>
            </a:lvl2pPr>
            <a:lvl3pPr marL="685800">
              <a:buClr>
                <a:srgbClr val="73292A"/>
              </a:buClr>
              <a:defRPr sz="1800"/>
            </a:lvl3pPr>
            <a:lvl4pPr marL="1143000">
              <a:buClr>
                <a:srgbClr val="73292A"/>
              </a:buClr>
              <a:defRPr sz="1600"/>
            </a:lvl4pPr>
            <a:lvl5pPr marL="1600200">
              <a:buClr>
                <a:srgbClr val="73292A"/>
              </a:buCl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9048" y="6356350"/>
            <a:ext cx="4114800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4928" y="6356350"/>
            <a:ext cx="716280" cy="365125"/>
          </a:xfrm>
        </p:spPr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AF8C32-80F8-F614-8280-02F76781F238}"/>
              </a:ext>
            </a:extLst>
          </p:cNvPr>
          <p:cNvSpPr/>
          <p:nvPr userDrawn="1"/>
        </p:nvSpPr>
        <p:spPr>
          <a:xfrm>
            <a:off x="5174459" y="0"/>
            <a:ext cx="4571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2CB607F-27CE-D613-F812-E70C738FA0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723"/>
          <a:stretch/>
        </p:blipFill>
        <p:spPr>
          <a:xfrm>
            <a:off x="9959711" y="738051"/>
            <a:ext cx="2232289" cy="5381892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A689F60-3D32-FD74-24A9-266643081E85}"/>
              </a:ext>
            </a:extLst>
          </p:cNvPr>
          <p:cNvCxnSpPr>
            <a:cxnSpLocks/>
          </p:cNvCxnSpPr>
          <p:nvPr userDrawn="1"/>
        </p:nvCxnSpPr>
        <p:spPr>
          <a:xfrm>
            <a:off x="6189979" y="2649682"/>
            <a:ext cx="332598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picture containing text&#10;&#10;Description automatically generated">
            <a:extLst>
              <a:ext uri="{FF2B5EF4-FFF2-40B4-BE49-F238E27FC236}">
                <a16:creationId xmlns:a16="http://schemas.microsoft.com/office/drawing/2014/main" id="{B827D708-B036-EE04-B213-EC3EAAE0681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29920" y="2509197"/>
            <a:ext cx="972078" cy="285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980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8B802A0-174F-ED42-DB3C-30B25D7D20B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lumMod val="50000"/>
              <a:lumOff val="50000"/>
            </a:schemeClr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5682FAF-43FC-D4B4-4D6A-E5D70198C1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81912" y="2185416"/>
            <a:ext cx="9052560" cy="2487168"/>
          </a:xfrm>
          <a:noFill/>
        </p:spPr>
        <p:txBody>
          <a:bodyPr anchor="ctr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7F691F67-3A33-EA2C-967A-86934DA1D4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401" b="24659"/>
          <a:stretch/>
        </p:blipFill>
        <p:spPr>
          <a:xfrm>
            <a:off x="5856445" y="726334"/>
            <a:ext cx="1898043" cy="54053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722376"/>
            <a:ext cx="6419088" cy="2350008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F6B0D1AB-E9D6-841F-7178-F60F07AF3B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79" y="3931920"/>
            <a:ext cx="6419088" cy="1389888"/>
          </a:xfrm>
        </p:spPr>
        <p:txBody>
          <a:bodyPr>
            <a:normAutofit/>
          </a:bodyPr>
          <a:lstStyle>
            <a:lvl1pPr marL="0" indent="0" algn="ctr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B3132E8-A261-CEAB-129F-0FED7AD8D00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54488" y="0"/>
            <a:ext cx="4434464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41B1E5-0891-6540-C6C6-2E4CF929E2D5}"/>
              </a:ext>
            </a:extLst>
          </p:cNvPr>
          <p:cNvCxnSpPr>
            <a:cxnSpLocks/>
          </p:cNvCxnSpPr>
          <p:nvPr userDrawn="1"/>
        </p:nvCxnSpPr>
        <p:spPr>
          <a:xfrm>
            <a:off x="1679972" y="3432325"/>
            <a:ext cx="4376421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picture containing text&#10;&#10;Description automatically generated">
            <a:extLst>
              <a:ext uri="{FF2B5EF4-FFF2-40B4-BE49-F238E27FC236}">
                <a16:creationId xmlns:a16="http://schemas.microsoft.com/office/drawing/2014/main" id="{2CA6CDBD-54C9-2154-A4D6-F432B3CF27F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43169" y="3291840"/>
            <a:ext cx="972078" cy="285381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7541814-983F-1B1C-1D5D-EBAC0D9BEB4C}"/>
              </a:ext>
            </a:extLst>
          </p:cNvPr>
          <p:cNvSpPr/>
          <p:nvPr userDrawn="1"/>
        </p:nvSpPr>
        <p:spPr>
          <a:xfrm>
            <a:off x="7711438" y="0"/>
            <a:ext cx="45719" cy="6858000"/>
          </a:xfrm>
          <a:prstGeom prst="rect">
            <a:avLst/>
          </a:prstGeom>
          <a:solidFill>
            <a:schemeClr val="tx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173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6865A83-7754-90AF-ABA5-0759C2C7476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D338C08-B5A9-DA78-1FE4-12BEFEB61B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136" t="6121"/>
          <a:stretch/>
        </p:blipFill>
        <p:spPr>
          <a:xfrm rot="16200000" flipH="1" flipV="1">
            <a:off x="9551222" y="-2094169"/>
            <a:ext cx="3225262" cy="610116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230C4EDD-E959-BB97-7574-864A6EDFD3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32292"/>
          <a:stretch/>
        </p:blipFill>
        <p:spPr>
          <a:xfrm>
            <a:off x="602251" y="4944272"/>
            <a:ext cx="3848748" cy="1913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53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6865A83-7754-90AF-ABA5-0759C2C7476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D338C08-B5A9-DA78-1FE4-12BEFEB61B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136" t="6121"/>
          <a:stretch/>
        </p:blipFill>
        <p:spPr>
          <a:xfrm rot="16200000" flipH="1" flipV="1">
            <a:off x="9551222" y="-2147957"/>
            <a:ext cx="3225262" cy="610116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230C4EDD-E959-BB97-7574-864A6EDFD3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32292"/>
          <a:stretch/>
        </p:blipFill>
        <p:spPr>
          <a:xfrm>
            <a:off x="602251" y="4944272"/>
            <a:ext cx="3848748" cy="1913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29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6865A83-7754-90AF-ABA5-0759C2C7476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D338C08-B5A9-DA78-1FE4-12BEFEB61B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136" t="6121"/>
          <a:stretch/>
        </p:blipFill>
        <p:spPr>
          <a:xfrm rot="16200000" flipH="1" flipV="1">
            <a:off x="9529707" y="-2126442"/>
            <a:ext cx="3225262" cy="610116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230C4EDD-E959-BB97-7574-864A6EDFD3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32292"/>
          <a:stretch/>
        </p:blipFill>
        <p:spPr>
          <a:xfrm>
            <a:off x="602251" y="4944272"/>
            <a:ext cx="3848748" cy="1913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067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8B802A0-174F-ED42-DB3C-30B25D7D20B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lumMod val="50000"/>
              <a:lumOff val="50000"/>
            </a:schemeClr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5682FAF-43FC-D4B4-4D6A-E5D70198C1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7048" y="2276856"/>
            <a:ext cx="9144000" cy="1508760"/>
          </a:xfrm>
          <a:noFill/>
        </p:spPr>
        <p:txBody>
          <a:bodyPr anchor="ctr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FB724EDC-0FF4-BC78-C7CF-5B31189CB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3858768"/>
            <a:ext cx="9144000" cy="841248"/>
          </a:xfrm>
          <a:noFill/>
        </p:spPr>
        <p:txBody>
          <a:bodyPr anchor="t"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3911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6865A83-7754-90AF-ABA5-0759C2C74767}"/>
              </a:ext>
            </a:extLst>
          </p:cNvPr>
          <p:cNvSpPr/>
          <p:nvPr userDrawn="1"/>
        </p:nvSpPr>
        <p:spPr>
          <a:xfrm>
            <a:off x="-1" y="0"/>
            <a:ext cx="12188952" cy="204825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10998D-17F5-CC68-2E37-9789F050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2688" y="228600"/>
            <a:ext cx="9528048" cy="1600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DBC944E-6F68-C409-3596-8B6F50E09B9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32688" y="2523744"/>
            <a:ext cx="4864608" cy="3694176"/>
          </a:xfrm>
        </p:spPr>
        <p:txBody>
          <a:bodyPr/>
          <a:lstStyle>
            <a:lvl1pPr marL="0" indent="0">
              <a:spcAft>
                <a:spcPts val="0"/>
              </a:spcAft>
              <a:buClr>
                <a:schemeClr val="accent2"/>
              </a:buClr>
              <a:buNone/>
              <a:defRPr sz="2400">
                <a:solidFill>
                  <a:schemeClr val="tx2">
                    <a:lumMod val="25000"/>
                  </a:schemeClr>
                </a:solidFill>
              </a:defRPr>
            </a:lvl1pPr>
            <a:lvl2pPr marL="228600">
              <a:spcBef>
                <a:spcPts val="1000"/>
              </a:spcBef>
              <a:buClr>
                <a:schemeClr val="accent2"/>
              </a:buClr>
              <a:defRPr sz="2400">
                <a:solidFill>
                  <a:schemeClr val="tx2">
                    <a:lumMod val="25000"/>
                  </a:schemeClr>
                </a:solidFill>
              </a:defRPr>
            </a:lvl2pPr>
            <a:lvl3pPr marL="685800">
              <a:buClr>
                <a:schemeClr val="accent2"/>
              </a:buClr>
              <a:defRPr sz="2000">
                <a:solidFill>
                  <a:schemeClr val="tx2">
                    <a:lumMod val="25000"/>
                  </a:schemeClr>
                </a:solidFill>
              </a:defRPr>
            </a:lvl3pPr>
            <a:lvl4pPr marL="1143000">
              <a:buClr>
                <a:schemeClr val="accent2"/>
              </a:buClr>
              <a:defRPr sz="1800">
                <a:solidFill>
                  <a:schemeClr val="tx2">
                    <a:lumMod val="25000"/>
                  </a:schemeClr>
                </a:solidFill>
              </a:defRPr>
            </a:lvl4pPr>
            <a:lvl5pPr marL="1600200">
              <a:buClr>
                <a:schemeClr val="accent2"/>
              </a:buClr>
              <a:defRPr sz="1600">
                <a:solidFill>
                  <a:schemeClr val="tx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450D1A9C-4404-2909-F0C4-B7571474C94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84264" y="2523744"/>
            <a:ext cx="4864608" cy="3694176"/>
          </a:xfrm>
        </p:spPr>
        <p:txBody>
          <a:bodyPr/>
          <a:lstStyle>
            <a:lvl1pPr marL="0" indent="0">
              <a:spcAft>
                <a:spcPts val="0"/>
              </a:spcAft>
              <a:buClr>
                <a:schemeClr val="accent2"/>
              </a:buClr>
              <a:buNone/>
              <a:defRPr sz="2400">
                <a:solidFill>
                  <a:schemeClr val="tx2">
                    <a:lumMod val="25000"/>
                  </a:schemeClr>
                </a:solidFill>
              </a:defRPr>
            </a:lvl1pPr>
            <a:lvl2pPr marL="228600">
              <a:spcBef>
                <a:spcPts val="1000"/>
              </a:spcBef>
              <a:buClr>
                <a:schemeClr val="accent2"/>
              </a:buClr>
              <a:defRPr sz="2400">
                <a:solidFill>
                  <a:schemeClr val="tx2">
                    <a:lumMod val="25000"/>
                  </a:schemeClr>
                </a:solidFill>
              </a:defRPr>
            </a:lvl2pPr>
            <a:lvl3pPr marL="685800">
              <a:buClr>
                <a:schemeClr val="accent2"/>
              </a:buClr>
              <a:defRPr sz="2000">
                <a:solidFill>
                  <a:schemeClr val="tx2">
                    <a:lumMod val="25000"/>
                  </a:schemeClr>
                </a:solidFill>
              </a:defRPr>
            </a:lvl3pPr>
            <a:lvl4pPr marL="1143000">
              <a:buClr>
                <a:schemeClr val="accent2"/>
              </a:buClr>
              <a:defRPr sz="1800">
                <a:solidFill>
                  <a:schemeClr val="tx2">
                    <a:lumMod val="25000"/>
                  </a:schemeClr>
                </a:solidFill>
              </a:defRPr>
            </a:lvl4pPr>
            <a:lvl5pPr marL="1600200">
              <a:buClr>
                <a:schemeClr val="accent2"/>
              </a:buClr>
              <a:defRPr sz="1600">
                <a:solidFill>
                  <a:schemeClr val="tx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FE570D-F390-097A-83FE-FB9C9CD92E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932688" y="6356350"/>
            <a:ext cx="4114800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119F3A-839F-70D5-1136-F47387FBF6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635996" y="6356350"/>
            <a:ext cx="784860" cy="365125"/>
          </a:xfrm>
        </p:spPr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1885D14-9B48-E0B1-43FF-B19F5005FD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32292"/>
          <a:stretch/>
        </p:blipFill>
        <p:spPr>
          <a:xfrm>
            <a:off x="8472405" y="132047"/>
            <a:ext cx="3848748" cy="191372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7ECFC8-50F2-4F2A-960A-F4F79E198620}"/>
              </a:ext>
            </a:extLst>
          </p:cNvPr>
          <p:cNvSpPr/>
          <p:nvPr userDrawn="1"/>
        </p:nvSpPr>
        <p:spPr>
          <a:xfrm>
            <a:off x="0" y="2022420"/>
            <a:ext cx="12192000" cy="4571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0989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B7F52C37-6A33-FD57-31EC-516F581DF1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7420" b="36176"/>
          <a:stretch/>
        </p:blipFill>
        <p:spPr>
          <a:xfrm>
            <a:off x="0" y="2510651"/>
            <a:ext cx="2841744" cy="43473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6865A83-7754-90AF-ABA5-0759C2C74767}"/>
              </a:ext>
            </a:extLst>
          </p:cNvPr>
          <p:cNvSpPr/>
          <p:nvPr userDrawn="1"/>
        </p:nvSpPr>
        <p:spPr>
          <a:xfrm>
            <a:off x="7397496" y="0"/>
            <a:ext cx="47909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10998D-17F5-CC68-2E37-9789F050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1584" y="1408176"/>
            <a:ext cx="3392424" cy="40142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DBC944E-6F68-C409-3596-8B6F50E09B9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32688" y="685800"/>
            <a:ext cx="5276088" cy="1563624"/>
          </a:xfrm>
        </p:spPr>
        <p:txBody>
          <a:bodyPr>
            <a:noAutofit/>
          </a:bodyPr>
          <a:lstStyle>
            <a:lvl1pPr marL="457200" indent="-4572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+mj-lt"/>
              <a:buAutoNum type="arabicPeriod"/>
              <a:defRPr sz="2400">
                <a:solidFill>
                  <a:schemeClr val="tx2">
                    <a:lumMod val="25000"/>
                  </a:schemeClr>
                </a:solidFill>
              </a:defRPr>
            </a:lvl1pPr>
            <a:lvl2pPr marL="914400" indent="-457200">
              <a:buClr>
                <a:schemeClr val="accent2"/>
              </a:buClr>
              <a:buFont typeface="+mj-lt"/>
              <a:buAutoNum type="alphaLcPeriod"/>
              <a:defRPr sz="2400">
                <a:solidFill>
                  <a:schemeClr val="tx2">
                    <a:lumMod val="25000"/>
                  </a:schemeClr>
                </a:solidFill>
              </a:defRPr>
            </a:lvl2pPr>
            <a:lvl3pPr marL="1371600" indent="-457200">
              <a:buClr>
                <a:schemeClr val="accent2"/>
              </a:buClr>
              <a:buFont typeface="+mj-lt"/>
              <a:buAutoNum type="romanLcPeriod"/>
              <a:defRPr sz="2000">
                <a:solidFill>
                  <a:schemeClr val="tx2">
                    <a:lumMod val="25000"/>
                  </a:schemeClr>
                </a:solidFill>
              </a:defRPr>
            </a:lvl3pPr>
            <a:lvl4pPr marL="1714500" indent="-342900">
              <a:buClr>
                <a:schemeClr val="accent2"/>
              </a:buClr>
              <a:buFont typeface="+mj-lt"/>
              <a:buAutoNum type="arabicParenR"/>
              <a:defRPr sz="1800">
                <a:solidFill>
                  <a:schemeClr val="tx2">
                    <a:lumMod val="25000"/>
                  </a:schemeClr>
                </a:solidFill>
              </a:defRPr>
            </a:lvl4pPr>
            <a:lvl5pPr marL="2171700" indent="-342900">
              <a:buClr>
                <a:schemeClr val="accent2"/>
              </a:buClr>
              <a:buFont typeface="+mj-lt"/>
              <a:buAutoNum type="alphaLcParenR"/>
              <a:defRPr sz="1600">
                <a:solidFill>
                  <a:schemeClr val="tx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EC526101-2775-A309-0B4A-DB278C3974D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32688" y="2697480"/>
            <a:ext cx="5276088" cy="3483864"/>
          </a:xfrm>
        </p:spPr>
        <p:txBody>
          <a:bodyPr/>
          <a:lstStyle>
            <a:lvl1pPr marL="0" indent="0">
              <a:spcAft>
                <a:spcPts val="0"/>
              </a:spcAft>
              <a:buClr>
                <a:schemeClr val="accent2"/>
              </a:buClr>
              <a:buNone/>
              <a:defRPr sz="2400">
                <a:solidFill>
                  <a:schemeClr val="tx2">
                    <a:lumMod val="25000"/>
                  </a:schemeClr>
                </a:solidFill>
              </a:defRPr>
            </a:lvl1pPr>
            <a:lvl2pPr marL="228600">
              <a:spcBef>
                <a:spcPts val="1000"/>
              </a:spcBef>
              <a:buClr>
                <a:schemeClr val="accent2"/>
              </a:buClr>
              <a:defRPr sz="2400">
                <a:solidFill>
                  <a:schemeClr val="tx2">
                    <a:lumMod val="25000"/>
                  </a:schemeClr>
                </a:solidFill>
              </a:defRPr>
            </a:lvl2pPr>
            <a:lvl3pPr marL="685800">
              <a:buClr>
                <a:schemeClr val="accent2"/>
              </a:buClr>
              <a:defRPr sz="1800">
                <a:solidFill>
                  <a:schemeClr val="tx2">
                    <a:lumMod val="25000"/>
                  </a:schemeClr>
                </a:solidFill>
              </a:defRPr>
            </a:lvl3pPr>
            <a:lvl4pPr marL="1143000">
              <a:buClr>
                <a:schemeClr val="accent2"/>
              </a:buClr>
              <a:defRPr sz="1600">
                <a:solidFill>
                  <a:schemeClr val="tx2">
                    <a:lumMod val="25000"/>
                  </a:schemeClr>
                </a:solidFill>
              </a:defRPr>
            </a:lvl4pPr>
            <a:lvl5pPr marL="1600200">
              <a:buClr>
                <a:schemeClr val="accent2"/>
              </a:buClr>
              <a:defRPr sz="1400">
                <a:solidFill>
                  <a:schemeClr val="tx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FE570D-F390-097A-83FE-FB9C9CD92E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932688" y="6356350"/>
            <a:ext cx="4114800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119F3A-839F-70D5-1136-F47387FBF6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635996" y="6356350"/>
            <a:ext cx="78486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5719EF3-43BC-5F74-7396-273F72ED3C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32292"/>
          <a:stretch/>
        </p:blipFill>
        <p:spPr>
          <a:xfrm>
            <a:off x="8001534" y="4944272"/>
            <a:ext cx="3848748" cy="191372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37D205C-32E5-5A54-8D89-CB56198B06E5}"/>
              </a:ext>
            </a:extLst>
          </p:cNvPr>
          <p:cNvSpPr/>
          <p:nvPr userDrawn="1"/>
        </p:nvSpPr>
        <p:spPr>
          <a:xfrm rot="5400000">
            <a:off x="3949200" y="3406143"/>
            <a:ext cx="6857999" cy="4571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71824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16D97AE-EB24-C3DA-21A1-E8EE4631ACE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118" r="47395" b="22709"/>
          <a:stretch/>
        </p:blipFill>
        <p:spPr>
          <a:xfrm flipH="1">
            <a:off x="4448831" y="805912"/>
            <a:ext cx="1464735" cy="496143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CBF43B9-3946-05E6-521F-EE4BB59B49D0}"/>
              </a:ext>
            </a:extLst>
          </p:cNvPr>
          <p:cNvSpPr/>
          <p:nvPr userDrawn="1"/>
        </p:nvSpPr>
        <p:spPr>
          <a:xfrm>
            <a:off x="4434840" y="0"/>
            <a:ext cx="45719" cy="6858000"/>
          </a:xfrm>
          <a:prstGeom prst="rect">
            <a:avLst/>
          </a:prstGeom>
          <a:solidFill>
            <a:schemeClr val="tx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4DEF57-E0D6-D7CA-5D3C-FC97EAB06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3792" y="557784"/>
            <a:ext cx="6419088" cy="1929384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930B4666-31C5-1F2B-27D9-2A9F6EC970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434464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DBC944E-6F68-C409-3596-8B6F50E09B9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193792" y="3328416"/>
            <a:ext cx="6419088" cy="2441448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1200"/>
              </a:spcAft>
              <a:buClr>
                <a:schemeClr val="accent2"/>
              </a:buClr>
              <a:buNone/>
              <a:defRPr sz="2400">
                <a:solidFill>
                  <a:schemeClr val="tx2">
                    <a:lumMod val="25000"/>
                  </a:schemeClr>
                </a:solidFill>
              </a:defRPr>
            </a:lvl1pPr>
            <a:lvl2pPr algn="ctr">
              <a:buClr>
                <a:schemeClr val="accent2"/>
              </a:buClr>
              <a:defRPr sz="2000">
                <a:solidFill>
                  <a:schemeClr val="tx2">
                    <a:lumMod val="25000"/>
                  </a:schemeClr>
                </a:solidFill>
              </a:defRPr>
            </a:lvl2pPr>
            <a:lvl3pPr algn="ctr">
              <a:buClr>
                <a:schemeClr val="accent2"/>
              </a:buClr>
              <a:defRPr sz="1800">
                <a:solidFill>
                  <a:schemeClr val="tx2">
                    <a:lumMod val="25000"/>
                  </a:schemeClr>
                </a:solidFill>
              </a:defRPr>
            </a:lvl3pPr>
            <a:lvl4pPr algn="ctr">
              <a:buClr>
                <a:schemeClr val="accent2"/>
              </a:buClr>
              <a:defRPr sz="1600">
                <a:solidFill>
                  <a:schemeClr val="tx2">
                    <a:lumMod val="25000"/>
                  </a:schemeClr>
                </a:solidFill>
              </a:defRPr>
            </a:lvl4pPr>
            <a:lvl5pPr algn="ctr">
              <a:buClr>
                <a:schemeClr val="accent2"/>
              </a:buClr>
              <a:defRPr sz="1400">
                <a:solidFill>
                  <a:schemeClr val="tx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FE570D-F390-097A-83FE-FB9C9CD92E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193792" y="6356350"/>
            <a:ext cx="4114800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119F3A-839F-70D5-1136-F47387FBF6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635996" y="6356350"/>
            <a:ext cx="784860" cy="365125"/>
          </a:xfrm>
        </p:spPr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89EEBF9-800C-88AE-FE83-60B5F47AFC14}"/>
              </a:ext>
            </a:extLst>
          </p:cNvPr>
          <p:cNvCxnSpPr>
            <a:cxnSpLocks/>
          </p:cNvCxnSpPr>
          <p:nvPr userDrawn="1"/>
        </p:nvCxnSpPr>
        <p:spPr>
          <a:xfrm>
            <a:off x="6174481" y="2843389"/>
            <a:ext cx="4376421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picture containing text&#10;&#10;Description automatically generated">
            <a:extLst>
              <a:ext uri="{FF2B5EF4-FFF2-40B4-BE49-F238E27FC236}">
                <a16:creationId xmlns:a16="http://schemas.microsoft.com/office/drawing/2014/main" id="{301D77B6-9ED1-094C-66A3-7D5AB0CDEA4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14042" y="2702904"/>
            <a:ext cx="972078" cy="285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6491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6865A83-7754-90AF-ABA5-0759C2C74767}"/>
              </a:ext>
            </a:extLst>
          </p:cNvPr>
          <p:cNvSpPr/>
          <p:nvPr userDrawn="1"/>
        </p:nvSpPr>
        <p:spPr>
          <a:xfrm>
            <a:off x="-1" y="0"/>
            <a:ext cx="12188952" cy="204825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10998D-17F5-CC68-2E37-9789F050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2688" y="228600"/>
            <a:ext cx="9528048" cy="1600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DBC944E-6F68-C409-3596-8B6F50E09B9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32688" y="2770632"/>
            <a:ext cx="2487168" cy="3502152"/>
          </a:xfrm>
        </p:spPr>
        <p:txBody>
          <a:bodyPr lIns="91440" rIns="91440"/>
          <a:lstStyle>
            <a:lvl1pPr marL="0" indent="0">
              <a:spcAft>
                <a:spcPts val="1200"/>
              </a:spcAft>
              <a:buClr>
                <a:schemeClr val="accent2"/>
              </a:buClr>
              <a:buNone/>
              <a:defRPr sz="2400">
                <a:solidFill>
                  <a:schemeClr val="tx2">
                    <a:lumMod val="25000"/>
                  </a:schemeClr>
                </a:solidFill>
              </a:defRPr>
            </a:lvl1pPr>
            <a:lvl2pPr marL="228600">
              <a:spcBef>
                <a:spcPts val="1000"/>
              </a:spcBef>
              <a:buClr>
                <a:schemeClr val="accent2"/>
              </a:buClr>
              <a:defRPr sz="2400">
                <a:solidFill>
                  <a:schemeClr val="tx2">
                    <a:lumMod val="25000"/>
                  </a:schemeClr>
                </a:solidFill>
              </a:defRPr>
            </a:lvl2pPr>
            <a:lvl3pPr marL="685800">
              <a:buClr>
                <a:schemeClr val="accent2"/>
              </a:buClr>
              <a:defRPr sz="2000">
                <a:solidFill>
                  <a:schemeClr val="tx2">
                    <a:lumMod val="25000"/>
                  </a:schemeClr>
                </a:solidFill>
              </a:defRPr>
            </a:lvl3pPr>
            <a:lvl4pPr marL="1143000">
              <a:buClr>
                <a:schemeClr val="accent2"/>
              </a:buClr>
              <a:defRPr sz="1800">
                <a:solidFill>
                  <a:schemeClr val="tx2">
                    <a:lumMod val="25000"/>
                  </a:schemeClr>
                </a:solidFill>
              </a:defRPr>
            </a:lvl4pPr>
            <a:lvl5pPr marL="1600200">
              <a:buClr>
                <a:schemeClr val="accent2"/>
              </a:buClr>
              <a:defRPr sz="1600">
                <a:solidFill>
                  <a:schemeClr val="tx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450D1A9C-4404-2909-F0C4-B7571474C94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85616" y="2770632"/>
            <a:ext cx="7571232" cy="3392424"/>
          </a:xfrm>
        </p:spPr>
        <p:txBody>
          <a:bodyPr/>
          <a:lstStyle>
            <a:lvl1pPr marL="0" indent="0">
              <a:spcAft>
                <a:spcPts val="0"/>
              </a:spcAft>
              <a:buClr>
                <a:schemeClr val="accent2"/>
              </a:buClr>
              <a:buNone/>
              <a:defRPr sz="2400">
                <a:solidFill>
                  <a:schemeClr val="tx2">
                    <a:lumMod val="25000"/>
                  </a:schemeClr>
                </a:solidFill>
              </a:defRPr>
            </a:lvl1pPr>
            <a:lvl2pPr marL="228600">
              <a:spcBef>
                <a:spcPts val="1000"/>
              </a:spcBef>
              <a:buClr>
                <a:schemeClr val="accent2"/>
              </a:buClr>
              <a:defRPr sz="2400">
                <a:solidFill>
                  <a:schemeClr val="tx2">
                    <a:lumMod val="25000"/>
                  </a:schemeClr>
                </a:solidFill>
              </a:defRPr>
            </a:lvl2pPr>
            <a:lvl3pPr marL="685800">
              <a:buClr>
                <a:schemeClr val="accent2"/>
              </a:buClr>
              <a:defRPr sz="2000">
                <a:solidFill>
                  <a:schemeClr val="tx2">
                    <a:lumMod val="25000"/>
                  </a:schemeClr>
                </a:solidFill>
              </a:defRPr>
            </a:lvl3pPr>
            <a:lvl4pPr marL="1143000">
              <a:buClr>
                <a:schemeClr val="accent2"/>
              </a:buClr>
              <a:defRPr sz="1800">
                <a:solidFill>
                  <a:schemeClr val="tx2">
                    <a:lumMod val="25000"/>
                  </a:schemeClr>
                </a:solidFill>
              </a:defRPr>
            </a:lvl4pPr>
            <a:lvl5pPr marL="1600200">
              <a:buClr>
                <a:schemeClr val="accent2"/>
              </a:buClr>
              <a:defRPr sz="1600">
                <a:solidFill>
                  <a:schemeClr val="tx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FE570D-F390-097A-83FE-FB9C9CD92E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932688" y="6356350"/>
            <a:ext cx="4114800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119F3A-839F-70D5-1136-F47387FBF6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635996" y="6356350"/>
            <a:ext cx="784860" cy="365125"/>
          </a:xfrm>
        </p:spPr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1885D14-9B48-E0B1-43FF-B19F5005FD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32292"/>
          <a:stretch/>
        </p:blipFill>
        <p:spPr>
          <a:xfrm>
            <a:off x="8472405" y="132047"/>
            <a:ext cx="3848748" cy="191372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7ECFC8-50F2-4F2A-960A-F4F79E198620}"/>
              </a:ext>
            </a:extLst>
          </p:cNvPr>
          <p:cNvSpPr/>
          <p:nvPr userDrawn="1"/>
        </p:nvSpPr>
        <p:spPr>
          <a:xfrm>
            <a:off x="0" y="2022420"/>
            <a:ext cx="12192000" cy="4571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9906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6865A83-7754-90AF-ABA5-0759C2C74767}"/>
              </a:ext>
            </a:extLst>
          </p:cNvPr>
          <p:cNvSpPr/>
          <p:nvPr userDrawn="1"/>
        </p:nvSpPr>
        <p:spPr>
          <a:xfrm>
            <a:off x="-1" y="0"/>
            <a:ext cx="12188952" cy="204825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10998D-17F5-CC68-2E37-9789F050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2688" y="228600"/>
            <a:ext cx="9528048" cy="1600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DBC944E-6F68-C409-3596-8B6F50E09B9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32688" y="2432304"/>
            <a:ext cx="6163056" cy="3739896"/>
          </a:xfrm>
        </p:spPr>
        <p:txBody>
          <a:bodyPr lIns="91440" rIns="91440"/>
          <a:lstStyle>
            <a:lvl1pPr marL="228600" indent="-228600"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400">
                <a:solidFill>
                  <a:schemeClr val="tx2">
                    <a:lumMod val="25000"/>
                  </a:schemeClr>
                </a:solidFill>
              </a:defRPr>
            </a:lvl1pPr>
            <a:lvl2pPr marL="685800">
              <a:spcBef>
                <a:spcPts val="500"/>
              </a:spcBef>
              <a:buClr>
                <a:schemeClr val="accent2"/>
              </a:buClr>
              <a:defRPr sz="2400">
                <a:solidFill>
                  <a:schemeClr val="tx2">
                    <a:lumMod val="25000"/>
                  </a:schemeClr>
                </a:solidFill>
              </a:defRPr>
            </a:lvl2pPr>
            <a:lvl3pPr marL="1143000">
              <a:buClr>
                <a:schemeClr val="accent2"/>
              </a:buClr>
              <a:defRPr sz="2000">
                <a:solidFill>
                  <a:schemeClr val="tx2">
                    <a:lumMod val="25000"/>
                  </a:schemeClr>
                </a:solidFill>
              </a:defRPr>
            </a:lvl3pPr>
            <a:lvl4pPr marL="1600200">
              <a:buClr>
                <a:schemeClr val="accent2"/>
              </a:buClr>
              <a:defRPr sz="1800">
                <a:solidFill>
                  <a:schemeClr val="tx2">
                    <a:lumMod val="25000"/>
                  </a:schemeClr>
                </a:solidFill>
              </a:defRPr>
            </a:lvl4pPr>
            <a:lvl5pPr marL="2057400">
              <a:buClr>
                <a:schemeClr val="accent2"/>
              </a:buClr>
              <a:defRPr sz="1600">
                <a:solidFill>
                  <a:schemeClr val="tx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450D1A9C-4404-2909-F0C4-B7571474C94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424928" y="2441448"/>
            <a:ext cx="4169664" cy="3703320"/>
          </a:xfrm>
        </p:spPr>
        <p:txBody>
          <a:bodyPr/>
          <a:lstStyle>
            <a:lvl1pPr marL="0" indent="0">
              <a:spcAft>
                <a:spcPts val="0"/>
              </a:spcAft>
              <a:buClr>
                <a:schemeClr val="accent2"/>
              </a:buClr>
              <a:buNone/>
              <a:defRPr sz="2400">
                <a:solidFill>
                  <a:schemeClr val="tx2">
                    <a:lumMod val="25000"/>
                  </a:schemeClr>
                </a:solidFill>
              </a:defRPr>
            </a:lvl1pPr>
            <a:lvl2pPr marL="228600">
              <a:spcBef>
                <a:spcPts val="1000"/>
              </a:spcBef>
              <a:buClr>
                <a:schemeClr val="accent2"/>
              </a:buClr>
              <a:defRPr sz="2400">
                <a:solidFill>
                  <a:schemeClr val="tx2">
                    <a:lumMod val="25000"/>
                  </a:schemeClr>
                </a:solidFill>
              </a:defRPr>
            </a:lvl2pPr>
            <a:lvl3pPr marL="685800">
              <a:buClr>
                <a:schemeClr val="accent2"/>
              </a:buClr>
              <a:defRPr sz="2000">
                <a:solidFill>
                  <a:schemeClr val="tx2">
                    <a:lumMod val="25000"/>
                  </a:schemeClr>
                </a:solidFill>
              </a:defRPr>
            </a:lvl3pPr>
            <a:lvl4pPr marL="1143000">
              <a:buClr>
                <a:schemeClr val="accent2"/>
              </a:buClr>
              <a:defRPr sz="1800">
                <a:solidFill>
                  <a:schemeClr val="tx2">
                    <a:lumMod val="25000"/>
                  </a:schemeClr>
                </a:solidFill>
              </a:defRPr>
            </a:lvl4pPr>
            <a:lvl5pPr marL="1600200">
              <a:buClr>
                <a:schemeClr val="accent2"/>
              </a:buClr>
              <a:defRPr sz="1600">
                <a:solidFill>
                  <a:schemeClr val="tx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FE570D-F390-097A-83FE-FB9C9CD92E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932688" y="6356350"/>
            <a:ext cx="4114800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119F3A-839F-70D5-1136-F47387FBF6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635996" y="6356350"/>
            <a:ext cx="784860" cy="365125"/>
          </a:xfrm>
        </p:spPr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1885D14-9B48-E0B1-43FF-B19F5005FD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32292"/>
          <a:stretch/>
        </p:blipFill>
        <p:spPr>
          <a:xfrm>
            <a:off x="8472405" y="132047"/>
            <a:ext cx="3848748" cy="191372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7ECFC8-50F2-4F2A-960A-F4F79E198620}"/>
              </a:ext>
            </a:extLst>
          </p:cNvPr>
          <p:cNvSpPr/>
          <p:nvPr userDrawn="1"/>
        </p:nvSpPr>
        <p:spPr>
          <a:xfrm>
            <a:off x="0" y="2022420"/>
            <a:ext cx="12192000" cy="4571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EB1C5A3-22FF-382D-3801-B6D9C4AC53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52051"/>
          <a:stretch/>
        </p:blipFill>
        <p:spPr>
          <a:xfrm>
            <a:off x="4629335" y="1815780"/>
            <a:ext cx="5586493" cy="5042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7676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6865A83-7754-90AF-ABA5-0759C2C74767}"/>
              </a:ext>
            </a:extLst>
          </p:cNvPr>
          <p:cNvSpPr/>
          <p:nvPr userDrawn="1"/>
        </p:nvSpPr>
        <p:spPr>
          <a:xfrm>
            <a:off x="-1" y="0"/>
            <a:ext cx="12188952" cy="204825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10998D-17F5-CC68-2E37-9789F050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2688" y="228600"/>
            <a:ext cx="9528048" cy="1600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450D1A9C-4404-2909-F0C4-B7571474C94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2770632"/>
            <a:ext cx="10515600" cy="3392424"/>
          </a:xfrm>
        </p:spPr>
        <p:txBody>
          <a:bodyPr/>
          <a:lstStyle>
            <a:lvl1pPr marL="0" indent="0">
              <a:spcAft>
                <a:spcPts val="0"/>
              </a:spcAft>
              <a:buClr>
                <a:schemeClr val="accent2"/>
              </a:buClr>
              <a:buNone/>
              <a:defRPr sz="2400">
                <a:solidFill>
                  <a:schemeClr val="tx2">
                    <a:lumMod val="25000"/>
                  </a:schemeClr>
                </a:solidFill>
              </a:defRPr>
            </a:lvl1pPr>
            <a:lvl2pPr marL="228600">
              <a:spcBef>
                <a:spcPts val="1000"/>
              </a:spcBef>
              <a:buClr>
                <a:schemeClr val="accent2"/>
              </a:buClr>
              <a:defRPr sz="2400">
                <a:solidFill>
                  <a:schemeClr val="tx2">
                    <a:lumMod val="25000"/>
                  </a:schemeClr>
                </a:solidFill>
              </a:defRPr>
            </a:lvl2pPr>
            <a:lvl3pPr marL="685800">
              <a:buClr>
                <a:schemeClr val="accent2"/>
              </a:buClr>
              <a:defRPr sz="2000">
                <a:solidFill>
                  <a:schemeClr val="tx2">
                    <a:lumMod val="25000"/>
                  </a:schemeClr>
                </a:solidFill>
              </a:defRPr>
            </a:lvl3pPr>
            <a:lvl4pPr marL="1143000">
              <a:buClr>
                <a:schemeClr val="accent2"/>
              </a:buClr>
              <a:defRPr sz="1800">
                <a:solidFill>
                  <a:schemeClr val="tx2">
                    <a:lumMod val="25000"/>
                  </a:schemeClr>
                </a:solidFill>
              </a:defRPr>
            </a:lvl4pPr>
            <a:lvl5pPr marL="1600200">
              <a:buClr>
                <a:schemeClr val="accent2"/>
              </a:buClr>
              <a:defRPr sz="1600">
                <a:solidFill>
                  <a:schemeClr val="tx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FE570D-F390-097A-83FE-FB9C9CD92E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932688" y="6356350"/>
            <a:ext cx="4114800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119F3A-839F-70D5-1136-F47387FBF6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635996" y="6356350"/>
            <a:ext cx="784860" cy="365125"/>
          </a:xfrm>
        </p:spPr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1885D14-9B48-E0B1-43FF-B19F5005FD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32292"/>
          <a:stretch/>
        </p:blipFill>
        <p:spPr>
          <a:xfrm>
            <a:off x="8472405" y="132047"/>
            <a:ext cx="3848748" cy="191372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7ECFC8-50F2-4F2A-960A-F4F79E198620}"/>
              </a:ext>
            </a:extLst>
          </p:cNvPr>
          <p:cNvSpPr/>
          <p:nvPr userDrawn="1"/>
        </p:nvSpPr>
        <p:spPr>
          <a:xfrm>
            <a:off x="0" y="2022420"/>
            <a:ext cx="12192000" cy="4571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9998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8B802A0-174F-ED42-DB3C-30B25D7D20B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lumMod val="50000"/>
              <a:lumOff val="50000"/>
            </a:schemeClr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5682FAF-43FC-D4B4-4D6A-E5D70198C1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27632" y="822960"/>
            <a:ext cx="6327648" cy="2221992"/>
          </a:xfrm>
          <a:noFill/>
        </p:spPr>
        <p:txBody>
          <a:bodyPr anchor="b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FB724EDC-0FF4-BC78-C7CF-5B31189CB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27632" y="3428999"/>
            <a:ext cx="6309360" cy="1703439"/>
          </a:xfrm>
          <a:noFill/>
        </p:spPr>
        <p:txBody>
          <a:bodyPr anchor="t">
            <a:normAutofit/>
          </a:bodyPr>
          <a:lstStyle>
            <a:lvl1pPr marL="0" indent="0" algn="l">
              <a:lnSpc>
                <a:spcPct val="130000"/>
              </a:lnSpc>
              <a:spcBef>
                <a:spcPts val="0"/>
              </a:spcBef>
              <a:buNone/>
              <a:defRPr sz="22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60061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26140" y="6356350"/>
            <a:ext cx="7848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76" r:id="rId4"/>
    <p:sldLayoutId id="2147483687" r:id="rId5"/>
    <p:sldLayoutId id="2147483690" r:id="rId6"/>
    <p:sldLayoutId id="2147483691" r:id="rId7"/>
    <p:sldLayoutId id="2147483684" r:id="rId8"/>
    <p:sldLayoutId id="2147483677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5" r:id="rId1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28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400" kern="1200">
          <a:solidFill>
            <a:schemeClr val="accent3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000" kern="1200">
          <a:solidFill>
            <a:schemeClr val="accent3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accent3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accent3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200" y="3429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 u="none">
                <a:solidFill>
                  <a:srgbClr val="000000"/>
                </a:solidFill>
              </a:defRPr>
            </a:pPr>
            <a:r>
              <a:t>Blacktown Chinese Christian Church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200" y="10287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 i="0" u="none">
                <a:solidFill>
                  <a:srgbClr val="000000"/>
                </a:solidFill>
              </a:defRPr>
            </a:pPr>
            <a:r>
              <a:t>Welcome to Our English Service</a:t>
            </a:r>
            <a:br/>
            <a:r>
              <a:t>18.01.2026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24003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 u="sng">
                <a:solidFill>
                  <a:srgbClr val="7030A0"/>
                </a:solidFill>
              </a:defRPr>
            </a:pPr>
            <a:r>
              <a:t>English Service 9:45 – 11:00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200" y="27432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 u="none">
                <a:solidFill>
                  <a:srgbClr val="000000"/>
                </a:solidFill>
              </a:defRPr>
            </a:pPr>
            <a:r>
              <a:t>Worship Songs:</a:t>
            </a:r>
            <a:br/>
            <a:r>
              <a:t>Passage:</a:t>
            </a:r>
            <a:br/>
            <a:r>
              <a:t>Speaker:</a:t>
            </a:r>
            <a:br/>
            <a:r>
              <a:t>Topic:</a:t>
            </a:r>
            <a:br/>
            <a:r>
              <a:t>Response Song:</a:t>
            </a:r>
            <a:br/>
            <a:r>
              <a:t>Announcements and Closing Prayer</a:t>
            </a:r>
            <a:br/>
            <a:r>
              <a:t>Benediction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27432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 algn="ctr">
              <a:defRPr sz="2000" b="0" i="0" u="none">
                <a:solidFill>
                  <a:srgbClr val="000000"/>
                </a:solidFill>
              </a:defRPr>
            </a:pPr>
            <a:r>
              <a:t>Galatians 1:1-5</a:t>
            </a:r>
            <a:br/>
            <a:r>
              <a:t>Xavier Lakshmanan</a:t>
            </a:r>
            <a:br/>
            <a:r>
              <a:t>God's Auhtority Vs Human</a:t>
            </a:r>
            <a:br/>
            <a:r>
              <a:t>TBA</a:t>
            </a:r>
            <a:br/>
            <a:b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9200" y="13716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0" i="0" u="none"/>
            </a:pPr>
            <a:r>
              <a:t>BCCC english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41148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 u="none"/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9200" y="13716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0" i="0" u="none"/>
            </a:pPr>
            <a:r>
              <a:t>How Great Thou 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41148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 u="none"/>
            </a:pPr>
            <a:r>
              <a:t>CCLI Licence No: 5485849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Oh Lord my God, when I in awesome wonder</a:t>
            </a:r>
          </a:p>
          <a:p>
            <a:pPr algn="ctr">
              <a:defRPr sz="3300" b="0"/>
            </a:pPr>
            <a:r>
              <a:t>Consider all the works Thy hands have made</a:t>
            </a:r>
          </a:p>
          <a:p>
            <a:pPr algn="ctr">
              <a:defRPr sz="3300" b="0"/>
            </a:pPr>
            <a:r>
              <a:t>And I see the stars, and I hear the rolling thunder</a:t>
            </a:r>
          </a:p>
          <a:p>
            <a:pPr algn="ctr">
              <a:defRPr sz="3300" b="0"/>
            </a:pPr>
            <a:r>
              <a:t>Thy power throughout the universe displays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Then sings my soul</a:t>
            </a:r>
          </a:p>
          <a:p>
            <a:pPr algn="ctr">
              <a:defRPr sz="3300" b="0"/>
            </a:pPr>
            <a:r>
              <a:t>My Saviour, God, to Thee</a:t>
            </a:r>
          </a:p>
          <a:p>
            <a:pPr algn="ctr">
              <a:defRPr sz="3300" b="0"/>
            </a:pPr>
            <a:r>
              <a:t>How great Thou art</a:t>
            </a:r>
          </a:p>
          <a:p>
            <a:pPr algn="ctr">
              <a:defRPr sz="3300" b="0"/>
            </a:pPr>
            <a:r>
              <a:t>How great Thou art (x2)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And when I think that God, His Son not sparing</a:t>
            </a:r>
          </a:p>
          <a:p>
            <a:pPr algn="ctr">
              <a:defRPr sz="3300" b="0"/>
            </a:pPr>
            <a:r>
              <a:t>Sent Him to die, I scarce can take it in</a:t>
            </a:r>
          </a:p>
          <a:p>
            <a:pPr algn="ctr">
              <a:defRPr sz="3300" b="0"/>
            </a:pPr>
            <a:r>
              <a:t>That on the cross, my burden gladly bearing</a:t>
            </a:r>
          </a:p>
          <a:p>
            <a:pPr algn="ctr">
              <a:defRPr sz="3300" b="0"/>
            </a:pPr>
            <a:r>
              <a:t>He bled and died to take away my sin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Then sings my soul</a:t>
            </a:r>
          </a:p>
          <a:p>
            <a:pPr algn="ctr">
              <a:defRPr sz="3300" b="0"/>
            </a:pPr>
            <a:r>
              <a:t>My Saviour, God, to Thee</a:t>
            </a:r>
          </a:p>
          <a:p>
            <a:pPr algn="ctr">
              <a:defRPr sz="3300" b="0"/>
            </a:pPr>
            <a:r>
              <a:t>How great Thou art</a:t>
            </a:r>
          </a:p>
          <a:p>
            <a:pPr algn="ctr">
              <a:defRPr sz="3300" b="0"/>
            </a:pPr>
            <a:r>
              <a:t>How great Thou art (x2)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When Christ shall come, with shouts of acclamation</a:t>
            </a:r>
          </a:p>
          <a:p>
            <a:pPr algn="ctr">
              <a:defRPr sz="3300" b="0"/>
            </a:pPr>
            <a:r>
              <a:t>And take me home, what joy shall fill my heart</a:t>
            </a:r>
          </a:p>
          <a:p>
            <a:pPr algn="ctr">
              <a:defRPr sz="3300" b="0"/>
            </a:pPr>
            <a:r>
              <a:t>Then I shall bow in humble adoration</a:t>
            </a:r>
          </a:p>
          <a:p>
            <a:pPr algn="ctr">
              <a:defRPr sz="3300" b="0"/>
            </a:pPr>
            <a:r>
              <a:t>And there proclaim, My God, how great You are!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Then sings my soul</a:t>
            </a:r>
          </a:p>
          <a:p>
            <a:pPr algn="ctr">
              <a:defRPr sz="3300" b="0"/>
            </a:pPr>
            <a:r>
              <a:t>My Saviour, God, to Thee</a:t>
            </a:r>
          </a:p>
          <a:p>
            <a:pPr algn="ctr">
              <a:defRPr sz="3300" b="0"/>
            </a:pPr>
            <a:r>
              <a:t>How great Thou art</a:t>
            </a:r>
          </a:p>
          <a:p>
            <a:pPr algn="ctr">
              <a:defRPr sz="3300" b="0"/>
            </a:pPr>
            <a:r>
              <a:t>How great Thou art (x2)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How great Thou art (x2)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9200" y="13716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0" i="0" u="none"/>
            </a:pPr>
            <a:r>
              <a:t>Worthy Of It 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41148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 u="none"/>
            </a:pPr>
            <a:r>
              <a:t>CCLI Licence No: 5485849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All the saints and angels, they bow before Your throne</a:t>
            </a:r>
          </a:p>
          <a:p>
            <a:pPr algn="ctr">
              <a:defRPr sz="3300" b="0"/>
            </a:pPr>
            <a:r>
              <a:t>All the elders cast their crowns before the Lamb of God and sing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You are worthy of it all</a:t>
            </a:r>
          </a:p>
          <a:p>
            <a:pPr algn="ctr">
              <a:defRPr sz="3300" b="0"/>
            </a:pPr>
            <a:r>
              <a:t>You are worthy of it all, Jesus</a:t>
            </a:r>
          </a:p>
          <a:p>
            <a:pPr algn="ctr">
              <a:defRPr sz="3300" b="0"/>
            </a:pPr>
          </a:p>
          <a:p>
            <a:pPr algn="ctr">
              <a:defRPr sz="3300" b="0"/>
            </a:pP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For from You are all things</a:t>
            </a:r>
          </a:p>
          <a:p>
            <a:pPr algn="ctr">
              <a:defRPr sz="3300" b="0"/>
            </a:pPr>
            <a:r>
              <a:t>And to You are all things</a:t>
            </a:r>
          </a:p>
          <a:p>
            <a:pPr algn="ctr">
              <a:defRPr sz="3300" b="0"/>
            </a:pPr>
            <a:r>
              <a:t>You deserve the glory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All the saints and angels, they bow before Your throne</a:t>
            </a:r>
          </a:p>
          <a:p>
            <a:pPr algn="ctr">
              <a:defRPr sz="3300" b="0"/>
            </a:pPr>
            <a:r>
              <a:t>All the elders cast their crowns before the Lamb of God and sing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You are worthy of it all</a:t>
            </a:r>
          </a:p>
          <a:p>
            <a:pPr algn="ctr">
              <a:defRPr sz="3300" b="0"/>
            </a:pPr>
            <a:r>
              <a:t>You are worthy of it all, Jesus</a:t>
            </a:r>
          </a:p>
          <a:p>
            <a:pPr algn="ctr">
              <a:defRPr sz="3300" b="0"/>
            </a:pPr>
            <a:r>
              <a:t>For from You are all things</a:t>
            </a:r>
          </a:p>
          <a:p>
            <a:pPr algn="ctr">
              <a:defRPr sz="3300" b="0"/>
            </a:pPr>
            <a:r>
              <a:t>And to You are all things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You deserve the glory!</a:t>
            </a:r>
          </a:p>
          <a:p>
            <a:pPr algn="ctr">
              <a:defRPr sz="3300" b="0"/>
            </a:pPr>
            <a:r>
              <a:t>You are worthy of it all</a:t>
            </a:r>
          </a:p>
          <a:p>
            <a:pPr algn="ctr">
              <a:defRPr sz="3300" b="0"/>
            </a:pPr>
            <a:r>
              <a:t>You are worthy of it all</a:t>
            </a:r>
          </a:p>
          <a:p>
            <a:pPr algn="ctr">
              <a:defRPr sz="3300" b="0"/>
            </a:pPr>
            <a:r>
              <a:t>For from You are all things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And to You are all things</a:t>
            </a:r>
          </a:p>
          <a:p>
            <a:pPr algn="ctr">
              <a:defRPr sz="3300" b="0"/>
            </a:pPr>
            <a:r>
              <a:t>You deserve the glory!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Day and night, night and day, let incense arise</a:t>
            </a:r>
          </a:p>
          <a:p>
            <a:pPr algn="ctr">
              <a:defRPr sz="3300" b="0"/>
            </a:pPr>
            <a:r>
              <a:t>Day and night, night and day, let incense arise!</a:t>
            </a:r>
          </a:p>
          <a:p>
            <a:pPr algn="ctr">
              <a:defRPr sz="3300" b="0"/>
            </a:pPr>
            <a:r>
              <a:t>Day and night, night and day, let incense arise!</a:t>
            </a:r>
          </a:p>
          <a:p>
            <a:pPr algn="ctr">
              <a:defRPr sz="3300" b="0"/>
            </a:pPr>
            <a:r>
              <a:t>Day and night, night and day, let incense arise!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Day and night, night and day, let incense arise</a:t>
            </a:r>
          </a:p>
          <a:p>
            <a:pPr algn="ctr">
              <a:defRPr sz="3300" b="0"/>
            </a:pPr>
            <a:r>
              <a:t>Day and night, night and day, let incense arise!</a:t>
            </a:r>
          </a:p>
          <a:p>
            <a:pPr algn="ctr">
              <a:defRPr sz="3300" b="0"/>
            </a:pPr>
            <a:r>
              <a:t>Day and night, night and day, let incense arise!</a:t>
            </a:r>
          </a:p>
          <a:p>
            <a:pPr algn="ctr">
              <a:defRPr sz="3300" b="0"/>
            </a:pPr>
            <a:r>
              <a:t>Day and night, night and day, let incense arise!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You are worthy of it all,  Jesus!</a:t>
            </a:r>
          </a:p>
          <a:p>
            <a:pPr algn="ctr">
              <a:defRPr sz="3300" b="0"/>
            </a:pPr>
            <a:r>
              <a:t>You are worthy of it all</a:t>
            </a:r>
          </a:p>
          <a:p>
            <a:pPr algn="ctr">
              <a:defRPr sz="3300" b="0"/>
            </a:pPr>
            <a:r>
              <a:t>For from You are all things</a:t>
            </a:r>
          </a:p>
          <a:p>
            <a:pPr algn="ctr">
              <a:defRPr sz="3300" b="0"/>
            </a:pPr>
            <a:r>
              <a:t>And to You are all things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You deserve the glory!</a:t>
            </a:r>
          </a:p>
          <a:p>
            <a:pPr algn="ctr">
              <a:defRPr sz="3300" b="0"/>
            </a:pPr>
            <a:r>
              <a:t>You are worthy of it all</a:t>
            </a:r>
          </a:p>
          <a:p>
            <a:pPr algn="ctr">
              <a:defRPr sz="3300" b="0"/>
            </a:pPr>
            <a:r>
              <a:t>You are worthy of it all, always</a:t>
            </a:r>
          </a:p>
          <a:p>
            <a:pPr algn="ctr">
              <a:defRPr sz="3300" b="0"/>
            </a:pPr>
            <a:r>
              <a:t>For from You are all things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And to You are all things</a:t>
            </a:r>
          </a:p>
          <a:p>
            <a:pPr algn="ctr">
              <a:defRPr sz="3300" b="0"/>
            </a:pPr>
            <a:r>
              <a:t>You deserve the glory!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9200" y="13716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0" i="0" u="none"/>
            </a:pPr>
            <a:r>
              <a:t>Battle Belongs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41148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 u="none"/>
            </a:pPr>
            <a:r>
              <a:t>CCLI Licence No: 5485849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When all I see is the battle</a:t>
            </a:r>
          </a:p>
          <a:p>
            <a:pPr algn="ctr">
              <a:defRPr sz="3300" b="0"/>
            </a:pPr>
            <a:r>
              <a:t>You see my victory</a:t>
            </a:r>
          </a:p>
          <a:p>
            <a:pPr algn="ctr">
              <a:defRPr sz="3300" b="0"/>
            </a:pPr>
            <a:r>
              <a:t>When all I see is the mountain</a:t>
            </a:r>
          </a:p>
          <a:p>
            <a:pPr algn="ctr">
              <a:defRPr sz="3300" b="0"/>
            </a:pPr>
            <a:r>
              <a:t>You see a mountain moved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And as I walk through the shadow</a:t>
            </a:r>
          </a:p>
          <a:p>
            <a:pPr algn="ctr">
              <a:defRPr sz="3300" b="0"/>
            </a:pPr>
            <a:r>
              <a:t>Your love surrounds me</a:t>
            </a:r>
          </a:p>
          <a:p>
            <a:pPr algn="ctr">
              <a:defRPr sz="3300" b="0"/>
            </a:pPr>
            <a:r>
              <a:t>There's nothing to fear now</a:t>
            </a:r>
          </a:p>
          <a:p>
            <a:pPr algn="ctr">
              <a:defRPr sz="3300" b="0"/>
            </a:pPr>
            <a:r>
              <a:t>for I am safe with You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So when I fight, I'll fight on my knees</a:t>
            </a:r>
          </a:p>
          <a:p>
            <a:pPr algn="ctr">
              <a:defRPr sz="3300" b="0"/>
            </a:pPr>
            <a:r>
              <a:t>With my hands lifted high</a:t>
            </a:r>
          </a:p>
          <a:p>
            <a:pPr algn="ctr">
              <a:defRPr sz="3300" b="0"/>
            </a:pPr>
            <a:r>
              <a:t>Oh God, the battle belongs to You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And every fear I lay at Your feet</a:t>
            </a:r>
          </a:p>
          <a:p>
            <a:pPr algn="ctr">
              <a:defRPr sz="3300" b="0"/>
            </a:pPr>
            <a:r>
              <a:t>I'll sing through the night</a:t>
            </a:r>
          </a:p>
          <a:p>
            <a:pPr algn="ctr">
              <a:defRPr sz="3300" b="0"/>
            </a:pPr>
            <a:r>
              <a:t>Oh God, the battle belongs to You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And if You are for me, who can be against me?</a:t>
            </a:r>
          </a:p>
          <a:p>
            <a:pPr algn="ctr">
              <a:defRPr sz="3300" b="0"/>
            </a:pPr>
            <a:r>
              <a:t>For Jesus, there's nothing impossible for You</a:t>
            </a:r>
          </a:p>
          <a:p>
            <a:pPr algn="ctr">
              <a:defRPr sz="3300" b="0"/>
            </a:pPr>
            <a:r>
              <a:t>When all I see are the ashes, You see the beauty</a:t>
            </a:r>
          </a:p>
          <a:p>
            <a:pPr algn="ctr">
              <a:defRPr sz="3300" b="0"/>
            </a:pPr>
            <a:r>
              <a:t>When all I see is a cross, God, You see the empty tomb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So when I fight, I'll fight on my knees</a:t>
            </a:r>
          </a:p>
          <a:p>
            <a:pPr algn="ctr">
              <a:defRPr sz="3300" b="0"/>
            </a:pPr>
            <a:r>
              <a:t>With my hands lifted high</a:t>
            </a:r>
          </a:p>
          <a:p>
            <a:pPr algn="ctr">
              <a:defRPr sz="3300" b="0"/>
            </a:pPr>
            <a:r>
              <a:t>Oh God, the battle belongs to You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And every fear I lay at Your feet</a:t>
            </a:r>
          </a:p>
          <a:p>
            <a:pPr algn="ctr">
              <a:defRPr sz="3300" b="0"/>
            </a:pPr>
            <a:r>
              <a:t>I'll sing through the night</a:t>
            </a:r>
          </a:p>
          <a:p>
            <a:pPr algn="ctr">
              <a:defRPr sz="3300" b="0"/>
            </a:pPr>
            <a:r>
              <a:t>Oh God, the battle belongs to You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Almighty fortress, You go before us</a:t>
            </a:r>
          </a:p>
          <a:p>
            <a:pPr algn="ctr">
              <a:defRPr sz="3300" b="0"/>
            </a:pPr>
            <a:r>
              <a:t>Nothing can stand against the power of our God</a:t>
            </a:r>
          </a:p>
          <a:p>
            <a:pPr algn="ctr">
              <a:defRPr sz="3300" b="0"/>
            </a:pPr>
            <a:r>
              <a:t>You shine in the shadow, You win every battle</a:t>
            </a:r>
          </a:p>
          <a:p>
            <a:pPr algn="ctr">
              <a:defRPr sz="3300" b="0"/>
            </a:pPr>
            <a:r>
              <a:t>Nothing can stand against the power of our God (x3)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So when I fight, I'll fight on my knees</a:t>
            </a:r>
          </a:p>
          <a:p>
            <a:pPr algn="ctr">
              <a:defRPr sz="3300" b="0"/>
            </a:pPr>
            <a:r>
              <a:t>With my hands lifted high</a:t>
            </a:r>
          </a:p>
          <a:p>
            <a:pPr algn="ctr">
              <a:defRPr sz="3300" b="0"/>
            </a:pPr>
            <a:r>
              <a:t>Oh God, the battle belongs to You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And every fear I lay at Your feet</a:t>
            </a:r>
          </a:p>
          <a:p>
            <a:pPr algn="ctr">
              <a:defRPr sz="3300" b="0"/>
            </a:pPr>
            <a:r>
              <a:t>I'll sing through the night</a:t>
            </a:r>
          </a:p>
          <a:p>
            <a:pPr algn="ctr">
              <a:defRPr sz="3300" b="0"/>
            </a:pPr>
            <a:r>
              <a:t>Oh God, the battle belongs to You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Oh God, the battle belongs to You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685800"/>
            <a:ext cx="4876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/>
            </a:pPr>
            <a:r>
              <a:t>Bible reading</a:t>
            </a:r>
          </a:p>
        </p:txBody>
      </p:sp>
      <p:pic>
        <p:nvPicPr>
          <p:cNvPr id="3" name="Picture 2" descr="B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685800"/>
            <a:ext cx="54864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4320"/>
            <a:ext cx="109728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/>
            </a:pPr>
            <a:r>
              <a:t>Galatians 1:1-5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030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/>
            </a:pPr>
            <a:r>
              <a:t>Paul, an apostle—sent not from men nor by a man, but by Jesus Christ and God the Father, who raised him from the dead— ² and all the brothers and sisters with me,</a:t>
            </a:r>
          </a:p>
          <a:p>
            <a:pPr algn="ctr">
              <a:defRPr sz="3200" b="0"/>
            </a:pPr>
            <a:r>
              <a:t>To the churches in Galatia: </a:t>
            </a:r>
          </a:p>
          <a:p>
            <a:pPr algn="ctr">
              <a:defRPr sz="3200" b="0"/>
            </a:p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4320"/>
            <a:ext cx="109728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/>
            </a:pPr>
            <a:r>
              <a:t>Galatians 1:1-5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030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/>
            </a:pPr>
            <a:r>
              <a:t>³ Grace and peace to you from God our Father and the Lord Jesus Christ, ⁴ who gave himself for our sins to rescue us from the present evil age, according to the will of our God and Father, 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4320"/>
            <a:ext cx="109728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/>
            </a:pPr>
            <a:r>
              <a:t>Galatians 1:1-5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030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/>
            </a:pPr>
            <a:r>
              <a:t>⁵ to whom be glory for ever and ever. Amen.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9200" y="13716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0" i="0" u="none"/>
            </a:pPr>
            <a:r>
              <a:t>Still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41148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 u="none"/>
            </a:pPr>
            <a:r>
              <a:t>CCLI Licence No: 5485849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Hide me now</a:t>
            </a:r>
          </a:p>
          <a:p>
            <a:pPr algn="ctr">
              <a:defRPr sz="3300" b="0"/>
            </a:pPr>
            <a:r>
              <a:t>Under Your wings</a:t>
            </a:r>
          </a:p>
          <a:p>
            <a:pPr algn="ctr">
              <a:defRPr sz="3300" b="0"/>
            </a:pPr>
            <a:r>
              <a:t>Cover me</a:t>
            </a:r>
          </a:p>
          <a:p>
            <a:pPr algn="ctr">
              <a:defRPr sz="3300" b="0"/>
            </a:pPr>
            <a:r>
              <a:t>Within Your mighty hand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When the oceans rise and thunders roar</a:t>
            </a:r>
          </a:p>
          <a:p>
            <a:pPr algn="ctr">
              <a:defRPr sz="3300" b="0"/>
            </a:pPr>
            <a:r>
              <a:t>I will soar with You above the storm</a:t>
            </a:r>
          </a:p>
          <a:p>
            <a:pPr algn="ctr">
              <a:defRPr sz="3300" b="0"/>
            </a:pPr>
            <a:r>
              <a:t>Father, You are King over the flood</a:t>
            </a:r>
          </a:p>
          <a:p>
            <a:pPr algn="ctr">
              <a:defRPr sz="3300" b="0"/>
            </a:pPr>
            <a:r>
              <a:t>I will be still, know You are God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Find rest my soul</a:t>
            </a:r>
          </a:p>
          <a:p>
            <a:pPr algn="ctr">
              <a:defRPr sz="3300" b="0"/>
            </a:pPr>
            <a:r>
              <a:t>In Christ alone</a:t>
            </a:r>
          </a:p>
          <a:p>
            <a:pPr algn="ctr">
              <a:defRPr sz="3300" b="0"/>
            </a:pPr>
            <a:r>
              <a:t>Know His power</a:t>
            </a:r>
          </a:p>
          <a:p>
            <a:pPr algn="ctr">
              <a:defRPr sz="3300" b="0"/>
            </a:pPr>
            <a:r>
              <a:t>In quietness and trust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When the oceans rise and thunders roar</a:t>
            </a:r>
          </a:p>
          <a:p>
            <a:pPr algn="ctr">
              <a:defRPr sz="3300" b="0"/>
            </a:pPr>
            <a:r>
              <a:t>I will soar with You above the storm</a:t>
            </a:r>
          </a:p>
          <a:p>
            <a:pPr algn="ctr">
              <a:defRPr sz="3300" b="0"/>
            </a:pPr>
            <a:r>
              <a:t>Father, You are King over the flood</a:t>
            </a:r>
          </a:p>
          <a:p>
            <a:pPr algn="ctr">
              <a:defRPr sz="3300" b="0"/>
            </a:pPr>
            <a:r>
              <a:t>I will be still, know You are God (x2)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Find rest my soul</a:t>
            </a:r>
          </a:p>
          <a:p>
            <a:pPr algn="ctr">
              <a:defRPr sz="3300" b="0"/>
            </a:pPr>
            <a:r>
              <a:t>In Christ alone</a:t>
            </a:r>
          </a:p>
          <a:p>
            <a:pPr algn="ctr">
              <a:defRPr sz="3300" b="0"/>
            </a:pPr>
            <a:r>
              <a:t>Know His power</a:t>
            </a:r>
          </a:p>
          <a:p>
            <a:pPr algn="ctr">
              <a:defRPr sz="3300" b="0"/>
            </a:pPr>
            <a:r>
              <a:t>In quietness and trust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When the oceans rise and thunders roar</a:t>
            </a:r>
          </a:p>
          <a:p>
            <a:pPr algn="ctr">
              <a:defRPr sz="3300" b="0"/>
            </a:pPr>
            <a:r>
              <a:t>I will soar with You above the storm</a:t>
            </a:r>
          </a:p>
          <a:p>
            <a:pPr algn="ctr">
              <a:defRPr sz="3300" b="0"/>
            </a:pPr>
            <a:r>
              <a:t>Father, You are King over the flood</a:t>
            </a:r>
          </a:p>
          <a:p>
            <a:pPr algn="ctr">
              <a:defRPr sz="3300" b="0"/>
            </a:pPr>
            <a:r>
              <a:t>And I will be still, know You are God (x2)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10287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300" b="0"/>
            </a:pPr>
            <a:r>
              <a:t>When the oceans rise and thunders roar</a:t>
            </a:r>
          </a:p>
          <a:p>
            <a:pPr algn="ctr">
              <a:defRPr sz="3300" b="0"/>
            </a:pPr>
            <a:r>
              <a:t>I will soar with You above the storm</a:t>
            </a:r>
          </a:p>
          <a:p>
            <a:pPr algn="ctr">
              <a:defRPr sz="3300" b="0"/>
            </a:pPr>
            <a:r>
              <a:t>Father, You are King over the flood</a:t>
            </a:r>
          </a:p>
          <a:p>
            <a:pPr algn="ctr">
              <a:defRPr sz="3300" b="0"/>
            </a:pPr>
            <a:r>
              <a:t>I will be still, know You are God</a:t>
            </a:r>
          </a:p>
          <a:p>
            <a:pPr algn="ctr">
              <a:defRPr sz="3300" b="0"/>
            </a:p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9200" y="13716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0" i="0" u="none"/>
            </a:pPr>
            <a:r>
              <a:t>Announcements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41148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 u="none"/>
            </a:p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14600"/>
            <a:ext cx="365760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/>
          <a:p>
            <a:pPr>
              <a:defRPr sz="5000"/>
            </a:pPr>
            <a:r>
              <a:t>Offering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038600" y="228600"/>
            <a:ext cx="7924800" cy="1143000"/>
          </a:xfrm>
          <a:prstGeom prst="roundRect">
            <a:avLst/>
          </a:prstGeom>
          <a:solidFill>
            <a:schemeClr val="bg2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70714" y="228600"/>
            <a:ext cx="633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300">
                <a:latin typeface="Gill Sans MT"/>
              </a:defRPr>
            </a:pPr>
            <a:r>
              <a:t>Account name: Blacktown Chinese Christian Church</a:t>
            </a:r>
          </a:p>
        </p:txBody>
      </p:sp>
      <p:pic>
        <p:nvPicPr>
          <p:cNvPr id="5" name="Picture 4" descr="chu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0" y="34290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038600" y="1543050"/>
            <a:ext cx="7924800" cy="1143000"/>
          </a:xfrm>
          <a:prstGeom prst="roundRect">
            <a:avLst/>
          </a:prstGeom>
          <a:solidFill>
            <a:schemeClr val="bg2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0714" y="1543050"/>
            <a:ext cx="633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300">
                <a:latin typeface="Gill Sans MT"/>
              </a:defRPr>
            </a:pPr>
            <a:r>
              <a:t>Account number: 4216 50263</a:t>
            </a:r>
          </a:p>
        </p:txBody>
      </p:sp>
      <p:pic>
        <p:nvPicPr>
          <p:cNvPr id="8" name="Picture 7" descr="account_nu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900" y="1657350"/>
            <a:ext cx="914400" cy="914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038600" y="2857500"/>
            <a:ext cx="7924800" cy="1143000"/>
          </a:xfrm>
          <a:prstGeom prst="roundRect">
            <a:avLst/>
          </a:prstGeom>
          <a:solidFill>
            <a:schemeClr val="bg2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70714" y="2857500"/>
            <a:ext cx="633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300">
                <a:latin typeface="Gill Sans MT"/>
              </a:defRPr>
            </a:pPr>
            <a:r>
              <a:t>BSB: 112 - 879</a:t>
            </a:r>
          </a:p>
        </p:txBody>
      </p:sp>
      <p:pic>
        <p:nvPicPr>
          <p:cNvPr id="11" name="Picture 10" descr="bs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2900" y="2971800"/>
            <a:ext cx="914400" cy="9144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038600" y="4171950"/>
            <a:ext cx="7924800" cy="1143000"/>
          </a:xfrm>
          <a:prstGeom prst="roundRect">
            <a:avLst/>
          </a:prstGeom>
          <a:solidFill>
            <a:schemeClr val="bg2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70714" y="4171950"/>
            <a:ext cx="633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300">
                <a:latin typeface="Gill Sans MT"/>
              </a:defRPr>
            </a:pPr>
            <a:r>
              <a:t>Please put in "offering" as the reference</a:t>
            </a:r>
          </a:p>
        </p:txBody>
      </p:sp>
      <p:pic>
        <p:nvPicPr>
          <p:cNvPr id="14" name="Picture 13" descr="hand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2900" y="4286250"/>
            <a:ext cx="914400" cy="9144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038600" y="5486400"/>
            <a:ext cx="7924800" cy="1143000"/>
          </a:xfrm>
          <a:prstGeom prst="roundRect">
            <a:avLst/>
          </a:prstGeom>
          <a:solidFill>
            <a:schemeClr val="bg2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70714" y="5486400"/>
            <a:ext cx="633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300">
                <a:latin typeface="Gill Sans MT"/>
              </a:defRPr>
            </a:pPr>
            <a:r>
              <a:t>The offering box is available at the back of the hall</a:t>
            </a:r>
          </a:p>
        </p:txBody>
      </p:sp>
      <p:pic>
        <p:nvPicPr>
          <p:cNvPr id="17" name="Picture 16" descr="bo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2900" y="56007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9200" y="13716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0" i="0" u="none"/>
            </a:pPr>
            <a:r>
              <a:t>Prayer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41148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 u="none"/>
            </a:p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19200" y="13716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0" i="0" u="none"/>
            </a:pPr>
            <a:r>
              <a:t>Mingle time!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4114800"/>
            <a:ext cx="97536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 u="none"/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29">
      <a:dk1>
        <a:srgbClr val="353E1E"/>
      </a:dk1>
      <a:lt1>
        <a:srgbClr val="FFFFFF"/>
      </a:lt1>
      <a:dk2>
        <a:srgbClr val="CAD8D6"/>
      </a:dk2>
      <a:lt2>
        <a:srgbClr val="E7E6E6"/>
      </a:lt2>
      <a:accent1>
        <a:srgbClr val="7E8679"/>
      </a:accent1>
      <a:accent2>
        <a:srgbClr val="72292A"/>
      </a:accent2>
      <a:accent3>
        <a:srgbClr val="4A3A1C"/>
      </a:accent3>
      <a:accent4>
        <a:srgbClr val="E47D60"/>
      </a:accent4>
      <a:accent5>
        <a:srgbClr val="CEBBAF"/>
      </a:accent5>
      <a:accent6>
        <a:srgbClr val="E8DAC4"/>
      </a:accent6>
      <a:hlink>
        <a:srgbClr val="3968F6"/>
      </a:hlink>
      <a:folHlink>
        <a:srgbClr val="954F72"/>
      </a:folHlink>
    </a:clrScheme>
    <a:fontScheme name="Constantia-Franklin Gothic Book">
      <a:majorFont>
        <a:latin typeface="Constantia" panose="02030602050306030303"/>
        <a:ea typeface=""/>
        <a:cs typeface=""/>
        <a:font script="Jpan" typeface="HG明朝E"/>
        <a:font script="Hang" typeface="궁서"/>
        <a:font script="Hans" typeface="华文新魏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loral flourish_win32_CP_v3" id="{3BF332BF-22B8-49D8-950E-E9BBBBF59833}" vid="{E4E7F1DC-3AF4-489F-A450-0CED11A8EBA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384BFC8-02DA-464F-AE97-4951BE47415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71E6BC5B-F32E-483D-A6CB-100D6BCB78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9915FD3-F777-4046-A12C-BE3860E324B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Calibri</vt:lpstr>
      <vt:lpstr>Constantia</vt:lpstr>
      <vt:lpstr>Franklin Gothic Book</vt:lpstr>
      <vt:lpstr>Gill Sans Nova Light</vt:lpstr>
      <vt:lpstr>Custom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cp:lastModifiedBy>Johnny Wu</cp:lastModifiedBy>
  <cp:revision>8</cp:revision>
  <dcterms:created xsi:type="dcterms:W3CDTF">2022-07-27T06:38:31Z</dcterms:created>
  <dcterms:modified xsi:type="dcterms:W3CDTF">2025-02-28T15:03:28Z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