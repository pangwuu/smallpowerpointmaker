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66" r:id="rId4"/>
  </p:sldMasterIdLst>
  <p:notesMasterIdLst>
    <p:notesMasterId r:id="rId5"/>
  </p:notesMasterIdLst>
  <p:handoutMasterIdLst>
    <p:handoutMasterId r:id="rId6"/>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151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FD0F851-EC5A-4D38-B0AD-8093EC10F338}">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83" autoAdjust="0"/>
    <p:restoredTop sz="96012" autoAdjust="0"/>
  </p:normalViewPr>
  <p:slideViewPr>
    <p:cSldViewPr snapToGrid="0">
      <p:cViewPr varScale="1">
        <p:scale>
          <a:sx n="118" d="100"/>
          <a:sy n="118" d="100"/>
        </p:scale>
        <p:origin x="496" y="208"/>
      </p:cViewPr>
      <p:guideLst>
        <p:guide orient="horz" pos="2928"/>
        <p:guide pos="3840"/>
      </p:guideLst>
    </p:cSldViewPr>
  </p:slideViewPr>
  <p:outlineViewPr>
    <p:cViewPr>
      <p:scale>
        <a:sx n="33" d="100"/>
        <a:sy n="33" d="100"/>
      </p:scale>
      <p:origin x="0" y="-5184"/>
    </p:cViewPr>
  </p:outlineViewPr>
  <p:notesTextViewPr>
    <p:cViewPr>
      <p:scale>
        <a:sx n="1" d="1"/>
        <a:sy n="1" d="1"/>
      </p:scale>
      <p:origin x="0" y="0"/>
    </p:cViewPr>
  </p:notesTextViewPr>
  <p:sorterViewPr>
    <p:cViewPr>
      <p:scale>
        <a:sx n="100" d="100"/>
        <a:sy n="100" d="100"/>
      </p:scale>
      <p:origin x="0" y="-5933"/>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8/10/relationships/authors" Target="authors.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8A188-91E3-4091-B70E-E1E6D807C522}" type="datetimeFigureOut">
              <a:rPr lang="en-US" smtClean="0"/>
              <a:t>7/29/24</a:t>
            </a:fld>
            <a:endParaRPr lang="en-US" dirty="0"/>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4EE72E-E5A5-44ED-A736-DB8D8EE9B4C6}" type="slidenum">
              <a:rPr lang="en-US" smtClean="0"/>
              <a:t>‹#›</a:t>
            </a:fld>
            <a:endParaRPr lang="en-US" dirty="0"/>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02412-B176-4E06-823F-C66FEB3E21FB}" type="datetimeFigureOut">
              <a:rPr lang="en-US" smtClean="0"/>
              <a:t>7/29/24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942FC2-A162-47B3-989B-571A62414964}" type="slidenum">
              <a:rPr lang="en-US" smtClean="0"/>
              <a:t>‹#›</a:t>
            </a:fld>
            <a:endParaRPr lang="en-US" dirty="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F982E0B2-AA9C-441C-A08E-A9DF9CF12116}"/>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34325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hasCustomPrompt="1"/>
          </p:nvPr>
        </p:nvSpPr>
        <p:spPr>
          <a:xfrm>
            <a:off x="2197100" y="1079500"/>
            <a:ext cx="7797799" cy="2543594"/>
          </a:xfrm>
          <a:prstGeom prst="rect">
            <a:avLst/>
          </a:prstGeom>
        </p:spPr>
        <p:txBody>
          <a:bodyPr anchor="b">
            <a:normAutofit/>
          </a:bodyPr>
          <a:lstStyle>
            <a:lvl1pPr algn="ctr">
              <a:defRPr sz="2800"/>
            </a:lvl1pPr>
          </a:lstStyle>
          <a:p>
            <a:r>
              <a:rPr lang="en-US" dirty="0"/>
              <a:t>Click to add title</a:t>
            </a:r>
          </a:p>
        </p:txBody>
      </p:sp>
      <p:grpSp>
        <p:nvGrpSpPr>
          <p:cNvPr id="7" name="Group 6">
            <a:extLst>
              <a:ext uri="{FF2B5EF4-FFF2-40B4-BE49-F238E27FC236}">
                <a16:creationId xmlns:a16="http://schemas.microsoft.com/office/drawing/2014/main" id="{A8224D70-2CA9-3DC4-F002-EC470A48EB82}"/>
              </a:ext>
              <a:ext uri="{C183D7F6-B498-43B3-948B-1728B52AA6E4}">
                <adec:decorative xmlns:adec="http://schemas.microsoft.com/office/drawing/2017/decorative" val="1"/>
              </a:ext>
            </a:extLst>
          </p:cNvPr>
          <p:cNvGrpSpPr/>
          <p:nvPr userDrawn="1"/>
        </p:nvGrpSpPr>
        <p:grpSpPr>
          <a:xfrm>
            <a:off x="9728046" y="4869342"/>
            <a:ext cx="1623711" cy="630920"/>
            <a:chOff x="9588346" y="4824892"/>
            <a:chExt cx="1623711" cy="630920"/>
          </a:xfrm>
        </p:grpSpPr>
        <p:sp>
          <p:nvSpPr>
            <p:cNvPr id="8" name="Freeform: Shape 15">
              <a:extLst>
                <a:ext uri="{FF2B5EF4-FFF2-40B4-BE49-F238E27FC236}">
                  <a16:creationId xmlns:a16="http://schemas.microsoft.com/office/drawing/2014/main" id="{C0B1F33F-4201-2B4E-E8EC-1D07263083EB}"/>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2ED5B178-0506-30BE-93BB-73C02006B988}"/>
                </a:ext>
              </a:extLst>
            </p:cNvPr>
            <p:cNvGrpSpPr/>
            <p:nvPr/>
          </p:nvGrpSpPr>
          <p:grpSpPr>
            <a:xfrm rot="2700000" flipH="1">
              <a:off x="10112436" y="4359902"/>
              <a:ext cx="571820" cy="1620000"/>
              <a:chOff x="8482785" y="4330454"/>
              <a:chExt cx="571820" cy="1620000"/>
            </a:xfrm>
          </p:grpSpPr>
          <p:sp>
            <p:nvSpPr>
              <p:cNvPr id="10" name="Freeform: Shape 17">
                <a:extLst>
                  <a:ext uri="{FF2B5EF4-FFF2-40B4-BE49-F238E27FC236}">
                    <a16:creationId xmlns:a16="http://schemas.microsoft.com/office/drawing/2014/main" id="{B3F854F0-E9B7-2C32-CA3C-FA9719440768}"/>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 name="Straight Connector 10">
                <a:extLst>
                  <a:ext uri="{FF2B5EF4-FFF2-40B4-BE49-F238E27FC236}">
                    <a16:creationId xmlns:a16="http://schemas.microsoft.com/office/drawing/2014/main" id="{E8224CDA-DD93-0DF6-7DD9-8328D1606037}"/>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2" name="Straight Connector 11">
            <a:extLst>
              <a:ext uri="{FF2B5EF4-FFF2-40B4-BE49-F238E27FC236}">
                <a16:creationId xmlns:a16="http://schemas.microsoft.com/office/drawing/2014/main" id="{A3FA5F65-B2C5-BB65-83E3-F195EEE49001}"/>
              </a:ext>
              <a:ext uri="{C183D7F6-B498-43B3-948B-1728B52AA6E4}">
                <adec:decorative xmlns:adec="http://schemas.microsoft.com/office/drawing/2017/decorative" val="1"/>
              </a:ext>
            </a:extLst>
          </p:cNvPr>
          <p:cNvCxnSpPr>
            <a:cxnSpLocks/>
          </p:cNvCxnSpPr>
          <p:nvPr userDrawn="1"/>
        </p:nvCxnSpPr>
        <p:spPr>
          <a:xfrm>
            <a:off x="5826000" y="409908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2300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D0C49A9B-EBDE-4047-884B-0860623D6391}"/>
              </a:ext>
            </a:extLst>
          </p:cNvPr>
          <p:cNvSpPr>
            <a:spLocks noGrp="1"/>
          </p:cNvSpPr>
          <p:nvPr>
            <p:ph type="ctrTitle" hasCustomPrompt="1"/>
          </p:nvPr>
        </p:nvSpPr>
        <p:spPr>
          <a:xfrm>
            <a:off x="1085851" y="2165174"/>
            <a:ext cx="6118224" cy="1554480"/>
          </a:xfrm>
          <a:prstGeom prst="rect">
            <a:avLst/>
          </a:prstGeom>
        </p:spPr>
        <p:txBody>
          <a:bodyPr anchor="b">
            <a:noAutofit/>
          </a:bodyPr>
          <a:lstStyle>
            <a:lvl1pPr algn="ctr">
              <a:defRPr/>
            </a:lvl1pPr>
          </a:lstStyle>
          <a:p>
            <a:r>
              <a:rPr lang="en-US" dirty="0"/>
              <a:t>Click to add title</a:t>
            </a:r>
          </a:p>
        </p:txBody>
      </p:sp>
      <p:sp>
        <p:nvSpPr>
          <p:cNvPr id="35" name="Picture Placeholder 31">
            <a:extLst>
              <a:ext uri="{FF2B5EF4-FFF2-40B4-BE49-F238E27FC236}">
                <a16:creationId xmlns:a16="http://schemas.microsoft.com/office/drawing/2014/main" id="{99CD77F7-3095-4517-B300-DE93875DE53E}"/>
              </a:ext>
            </a:extLst>
          </p:cNvPr>
          <p:cNvSpPr>
            <a:spLocks noGrp="1"/>
          </p:cNvSpPr>
          <p:nvPr>
            <p:ph type="pic" sz="quarter" idx="13" hasCustomPrompt="1"/>
          </p:nvPr>
        </p:nvSpPr>
        <p:spPr>
          <a:xfrm>
            <a:off x="8329613" y="0"/>
            <a:ext cx="3862387" cy="2286000"/>
          </a:xfrm>
          <a:prstGeom prst="rect">
            <a:avLst/>
          </a:prstGeom>
        </p:spPr>
        <p:txBody>
          <a:bodyPr>
            <a:normAutofit/>
          </a:bodyPr>
          <a:lstStyle>
            <a:lvl1pPr marL="0" indent="0" algn="ctr">
              <a:buNone/>
              <a:defRPr sz="1800"/>
            </a:lvl1pPr>
          </a:lstStyle>
          <a:p>
            <a:r>
              <a:rPr lang="en-US" dirty="0"/>
              <a:t>Click icon to add photo</a:t>
            </a:r>
          </a:p>
        </p:txBody>
      </p:sp>
      <p:sp>
        <p:nvSpPr>
          <p:cNvPr id="36" name="Picture Placeholder 31">
            <a:extLst>
              <a:ext uri="{FF2B5EF4-FFF2-40B4-BE49-F238E27FC236}">
                <a16:creationId xmlns:a16="http://schemas.microsoft.com/office/drawing/2014/main" id="{F31ECFCC-4520-48AB-A8A1-AF9FC0C055B8}"/>
              </a:ext>
            </a:extLst>
          </p:cNvPr>
          <p:cNvSpPr>
            <a:spLocks noGrp="1"/>
          </p:cNvSpPr>
          <p:nvPr>
            <p:ph type="pic" sz="quarter" idx="14" hasCustomPrompt="1"/>
          </p:nvPr>
        </p:nvSpPr>
        <p:spPr>
          <a:xfrm>
            <a:off x="8329200" y="2286000"/>
            <a:ext cx="3862387" cy="2286000"/>
          </a:xfrm>
          <a:prstGeom prst="rect">
            <a:avLst/>
          </a:prstGeom>
        </p:spPr>
        <p:txBody>
          <a:bodyPr>
            <a:normAutofit/>
          </a:bodyPr>
          <a:lstStyle>
            <a:lvl1pPr marL="0" indent="0" algn="ctr">
              <a:buNone/>
              <a:defRPr sz="1800"/>
            </a:lvl1pPr>
          </a:lstStyle>
          <a:p>
            <a:r>
              <a:rPr lang="en-US" dirty="0"/>
              <a:t>Click icon to add photo</a:t>
            </a:r>
          </a:p>
        </p:txBody>
      </p:sp>
      <p:sp>
        <p:nvSpPr>
          <p:cNvPr id="37" name="Picture Placeholder 31">
            <a:extLst>
              <a:ext uri="{FF2B5EF4-FFF2-40B4-BE49-F238E27FC236}">
                <a16:creationId xmlns:a16="http://schemas.microsoft.com/office/drawing/2014/main" id="{0FDBD13C-46E7-4BB9-957D-DE2A5925521A}"/>
              </a:ext>
            </a:extLst>
          </p:cNvPr>
          <p:cNvSpPr>
            <a:spLocks noGrp="1"/>
          </p:cNvSpPr>
          <p:nvPr>
            <p:ph type="pic" sz="quarter" idx="15" hasCustomPrompt="1"/>
          </p:nvPr>
        </p:nvSpPr>
        <p:spPr>
          <a:xfrm>
            <a:off x="8329200" y="4572000"/>
            <a:ext cx="3862387" cy="2286000"/>
          </a:xfrm>
          <a:prstGeom prst="rect">
            <a:avLst/>
          </a:prstGeom>
        </p:spPr>
        <p:txBody>
          <a:bodyPr>
            <a:normAutofit/>
          </a:bodyPr>
          <a:lstStyle>
            <a:lvl1pPr marL="0" indent="0" algn="ctr">
              <a:buNone/>
              <a:defRPr sz="1800"/>
            </a:lvl1pPr>
          </a:lstStyle>
          <a:p>
            <a:r>
              <a:rPr lang="en-US" dirty="0"/>
              <a:t>Click icon to add photo</a:t>
            </a:r>
          </a:p>
        </p:txBody>
      </p:sp>
      <p:grpSp>
        <p:nvGrpSpPr>
          <p:cNvPr id="12" name="Group 11">
            <a:extLst>
              <a:ext uri="{FF2B5EF4-FFF2-40B4-BE49-F238E27FC236}">
                <a16:creationId xmlns:a16="http://schemas.microsoft.com/office/drawing/2014/main" id="{85B40728-32E0-44CE-8C68-1E68245C2999}"/>
              </a:ext>
              <a:ext uri="{C183D7F6-B498-43B3-948B-1728B52AA6E4}">
                <adec:decorative xmlns:adec="http://schemas.microsoft.com/office/drawing/2017/decorative" val="1"/>
              </a:ext>
            </a:extLst>
          </p:cNvPr>
          <p:cNvGrpSpPr/>
          <p:nvPr userDrawn="1"/>
        </p:nvGrpSpPr>
        <p:grpSpPr>
          <a:xfrm>
            <a:off x="3400874" y="4194521"/>
            <a:ext cx="1481845" cy="787628"/>
            <a:chOff x="4987925" y="2840038"/>
            <a:chExt cx="2216150" cy="1177924"/>
          </a:xfrm>
        </p:grpSpPr>
        <p:sp>
          <p:nvSpPr>
            <p:cNvPr id="13" name="Rectangle 12">
              <a:extLst>
                <a:ext uri="{FF2B5EF4-FFF2-40B4-BE49-F238E27FC236}">
                  <a16:creationId xmlns:a16="http://schemas.microsoft.com/office/drawing/2014/main" id="{40A6D99A-68F3-4E08-BB89-083CE0299CE2}"/>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14" name="Rectangle 13">
              <a:extLst>
                <a:ext uri="{FF2B5EF4-FFF2-40B4-BE49-F238E27FC236}">
                  <a16:creationId xmlns:a16="http://schemas.microsoft.com/office/drawing/2014/main" id="{8B4F5556-21F4-4E26-9504-49ADE7D84749}"/>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15" name="Rectangle 14">
              <a:extLst>
                <a:ext uri="{FF2B5EF4-FFF2-40B4-BE49-F238E27FC236}">
                  <a16:creationId xmlns:a16="http://schemas.microsoft.com/office/drawing/2014/main" id="{E0E1118C-DFA4-410C-961C-BE0488441C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16" name="Group 15">
              <a:extLst>
                <a:ext uri="{FF2B5EF4-FFF2-40B4-BE49-F238E27FC236}">
                  <a16:creationId xmlns:a16="http://schemas.microsoft.com/office/drawing/2014/main" id="{B5A8ECE6-B3E3-4761-A6AD-711AF71EEA0D}"/>
                </a:ext>
              </a:extLst>
            </p:cNvPr>
            <p:cNvGrpSpPr/>
            <p:nvPr/>
          </p:nvGrpSpPr>
          <p:grpSpPr>
            <a:xfrm>
              <a:off x="5614944" y="3117662"/>
              <a:ext cx="1009280" cy="464739"/>
              <a:chOff x="4432859" y="3200647"/>
              <a:chExt cx="1009280" cy="464739"/>
            </a:xfrm>
          </p:grpSpPr>
          <p:sp>
            <p:nvSpPr>
              <p:cNvPr id="24" name="Freeform: Shape 23">
                <a:extLst>
                  <a:ext uri="{FF2B5EF4-FFF2-40B4-BE49-F238E27FC236}">
                    <a16:creationId xmlns:a16="http://schemas.microsoft.com/office/drawing/2014/main" id="{5B1F0E3F-4B5E-4F5B-93A6-CE1017521BF1}"/>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B20599F0-ACFC-4223-A598-8FFAF21406AB}"/>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17" name="Group 16">
              <a:extLst>
                <a:ext uri="{FF2B5EF4-FFF2-40B4-BE49-F238E27FC236}">
                  <a16:creationId xmlns:a16="http://schemas.microsoft.com/office/drawing/2014/main" id="{C6703144-DA66-4EFB-B790-4E044756FF37}"/>
                </a:ext>
              </a:extLst>
            </p:cNvPr>
            <p:cNvGrpSpPr/>
            <p:nvPr/>
          </p:nvGrpSpPr>
          <p:grpSpPr>
            <a:xfrm>
              <a:off x="5679979" y="2915338"/>
              <a:ext cx="1080000" cy="1080000"/>
              <a:chOff x="4497894" y="2998323"/>
              <a:chExt cx="1080000" cy="1080000"/>
            </a:xfrm>
          </p:grpSpPr>
          <p:grpSp>
            <p:nvGrpSpPr>
              <p:cNvPr id="18" name="Group 17">
                <a:extLst>
                  <a:ext uri="{FF2B5EF4-FFF2-40B4-BE49-F238E27FC236}">
                    <a16:creationId xmlns:a16="http://schemas.microsoft.com/office/drawing/2014/main" id="{63371BE5-97EB-4365-8EDA-4C634155E79F}"/>
                  </a:ext>
                </a:extLst>
              </p:cNvPr>
              <p:cNvGrpSpPr/>
              <p:nvPr/>
            </p:nvGrpSpPr>
            <p:grpSpPr>
              <a:xfrm rot="13500000">
                <a:off x="4805524" y="2998323"/>
                <a:ext cx="464739" cy="1080000"/>
                <a:chOff x="4511184" y="2470620"/>
                <a:chExt cx="464739" cy="1080000"/>
              </a:xfrm>
            </p:grpSpPr>
            <p:sp>
              <p:nvSpPr>
                <p:cNvPr id="22" name="Freeform: Shape 21">
                  <a:extLst>
                    <a:ext uri="{FF2B5EF4-FFF2-40B4-BE49-F238E27FC236}">
                      <a16:creationId xmlns:a16="http://schemas.microsoft.com/office/drawing/2014/main" id="{533C4D53-A668-4609-B338-E2D33C24A811}"/>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23" name="Straight Connector 22">
                  <a:extLst>
                    <a:ext uri="{FF2B5EF4-FFF2-40B4-BE49-F238E27FC236}">
                      <a16:creationId xmlns:a16="http://schemas.microsoft.com/office/drawing/2014/main" id="{A487C5A9-C4B3-4A68-8DFB-43F4CDB4073A}"/>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2E4A2F3-57A7-4529-A621-A36F1E777A4E}"/>
                  </a:ext>
                </a:extLst>
              </p:cNvPr>
              <p:cNvGrpSpPr/>
              <p:nvPr/>
            </p:nvGrpSpPr>
            <p:grpSpPr>
              <a:xfrm rot="8100000" flipH="1">
                <a:off x="4542572" y="2998323"/>
                <a:ext cx="464739" cy="1080000"/>
                <a:chOff x="4511184" y="2470620"/>
                <a:chExt cx="464739" cy="1080000"/>
              </a:xfrm>
            </p:grpSpPr>
            <p:sp>
              <p:nvSpPr>
                <p:cNvPr id="20" name="Freeform: Shape 19">
                  <a:extLst>
                    <a:ext uri="{FF2B5EF4-FFF2-40B4-BE49-F238E27FC236}">
                      <a16:creationId xmlns:a16="http://schemas.microsoft.com/office/drawing/2014/main" id="{1482263E-6A78-46B7-8AB8-845C9C9103B4}"/>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21" name="Straight Connector 20">
                  <a:extLst>
                    <a:ext uri="{FF2B5EF4-FFF2-40B4-BE49-F238E27FC236}">
                      <a16:creationId xmlns:a16="http://schemas.microsoft.com/office/drawing/2014/main" id="{3C7B34F9-7954-4950-ABEA-DDBFF4A4CC9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403539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a:prstGeom prst="rect">
            <a:avLst/>
          </a:prstGeo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502818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grpSp>
        <p:nvGrpSpPr>
          <p:cNvPr id="23" name="Group 22">
            <a:extLst>
              <a:ext uri="{FF2B5EF4-FFF2-40B4-BE49-F238E27FC236}">
                <a16:creationId xmlns:a16="http://schemas.microsoft.com/office/drawing/2014/main" id="{80A7F6E7-9860-92EA-5B67-56E14B616E48}"/>
              </a:ext>
              <a:ext uri="{C183D7F6-B498-43B3-948B-1728B52AA6E4}">
                <adec:decorative xmlns:adec="http://schemas.microsoft.com/office/drawing/2017/decorative" val="1"/>
              </a:ext>
            </a:extLst>
          </p:cNvPr>
          <p:cNvGrpSpPr/>
          <p:nvPr userDrawn="1"/>
        </p:nvGrpSpPr>
        <p:grpSpPr>
          <a:xfrm>
            <a:off x="5355076" y="6069944"/>
            <a:ext cx="1481845" cy="787628"/>
            <a:chOff x="4987925" y="2840038"/>
            <a:chExt cx="2216150" cy="1177924"/>
          </a:xfrm>
        </p:grpSpPr>
        <p:sp>
          <p:nvSpPr>
            <p:cNvPr id="24" name="Rectangle 23">
              <a:extLst>
                <a:ext uri="{FF2B5EF4-FFF2-40B4-BE49-F238E27FC236}">
                  <a16:creationId xmlns:a16="http://schemas.microsoft.com/office/drawing/2014/main" id="{9AB3D408-4007-1DD4-6810-806C09A4B828}"/>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5" name="Rectangle 24">
              <a:extLst>
                <a:ext uri="{FF2B5EF4-FFF2-40B4-BE49-F238E27FC236}">
                  <a16:creationId xmlns:a16="http://schemas.microsoft.com/office/drawing/2014/main" id="{A5E9F70F-BB42-9DBC-6EE6-682CFA6F8B04}"/>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6" name="Rectangle 25">
              <a:extLst>
                <a:ext uri="{FF2B5EF4-FFF2-40B4-BE49-F238E27FC236}">
                  <a16:creationId xmlns:a16="http://schemas.microsoft.com/office/drawing/2014/main" id="{C6E6E9FD-5F25-A766-7DB5-D4B20F00AE80}"/>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27" name="Group 26">
              <a:extLst>
                <a:ext uri="{FF2B5EF4-FFF2-40B4-BE49-F238E27FC236}">
                  <a16:creationId xmlns:a16="http://schemas.microsoft.com/office/drawing/2014/main" id="{221E8B9E-E065-B495-A216-CD595D99287D}"/>
                </a:ext>
              </a:extLst>
            </p:cNvPr>
            <p:cNvGrpSpPr/>
            <p:nvPr/>
          </p:nvGrpSpPr>
          <p:grpSpPr>
            <a:xfrm>
              <a:off x="5614944" y="3117662"/>
              <a:ext cx="1009280" cy="464739"/>
              <a:chOff x="4432859" y="3200647"/>
              <a:chExt cx="1009280" cy="464739"/>
            </a:xfrm>
          </p:grpSpPr>
          <p:sp>
            <p:nvSpPr>
              <p:cNvPr id="35" name="Freeform: Shape 23">
                <a:extLst>
                  <a:ext uri="{FF2B5EF4-FFF2-40B4-BE49-F238E27FC236}">
                    <a16:creationId xmlns:a16="http://schemas.microsoft.com/office/drawing/2014/main" id="{386974DA-4F19-9FCA-9327-0F598C5B08F5}"/>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6" name="Freeform: Shape 24">
                <a:extLst>
                  <a:ext uri="{FF2B5EF4-FFF2-40B4-BE49-F238E27FC236}">
                    <a16:creationId xmlns:a16="http://schemas.microsoft.com/office/drawing/2014/main" id="{39111C5B-8D5E-BD8D-9E91-D7CD38F7434A}"/>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28" name="Group 27">
              <a:extLst>
                <a:ext uri="{FF2B5EF4-FFF2-40B4-BE49-F238E27FC236}">
                  <a16:creationId xmlns:a16="http://schemas.microsoft.com/office/drawing/2014/main" id="{597F1758-8A39-578E-0D55-90BD3DA6F269}"/>
                </a:ext>
              </a:extLst>
            </p:cNvPr>
            <p:cNvGrpSpPr/>
            <p:nvPr/>
          </p:nvGrpSpPr>
          <p:grpSpPr>
            <a:xfrm>
              <a:off x="5679979" y="2915338"/>
              <a:ext cx="1080000" cy="1080000"/>
              <a:chOff x="4497894" y="2998323"/>
              <a:chExt cx="1080000" cy="1080000"/>
            </a:xfrm>
          </p:grpSpPr>
          <p:grpSp>
            <p:nvGrpSpPr>
              <p:cNvPr id="29" name="Group 28">
                <a:extLst>
                  <a:ext uri="{FF2B5EF4-FFF2-40B4-BE49-F238E27FC236}">
                    <a16:creationId xmlns:a16="http://schemas.microsoft.com/office/drawing/2014/main" id="{B2B34500-F7AA-417F-4A2B-5A041E05E0FB}"/>
                  </a:ext>
                </a:extLst>
              </p:cNvPr>
              <p:cNvGrpSpPr/>
              <p:nvPr/>
            </p:nvGrpSpPr>
            <p:grpSpPr>
              <a:xfrm rot="13500000">
                <a:off x="4805524" y="2998323"/>
                <a:ext cx="464739" cy="1080000"/>
                <a:chOff x="4511184" y="2470620"/>
                <a:chExt cx="464739" cy="1080000"/>
              </a:xfrm>
            </p:grpSpPr>
            <p:sp>
              <p:nvSpPr>
                <p:cNvPr id="33" name="Freeform: Shape 21">
                  <a:extLst>
                    <a:ext uri="{FF2B5EF4-FFF2-40B4-BE49-F238E27FC236}">
                      <a16:creationId xmlns:a16="http://schemas.microsoft.com/office/drawing/2014/main" id="{64CB3861-7A05-E933-F70F-4ECA0D2377A1}"/>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4" name="Straight Connector 33">
                  <a:extLst>
                    <a:ext uri="{FF2B5EF4-FFF2-40B4-BE49-F238E27FC236}">
                      <a16:creationId xmlns:a16="http://schemas.microsoft.com/office/drawing/2014/main" id="{10B38A25-B6EE-48F7-03F2-DB63B69937D8}"/>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6A967FFB-B0EF-8274-ADB4-CD56E46CD77D}"/>
                  </a:ext>
                </a:extLst>
              </p:cNvPr>
              <p:cNvGrpSpPr/>
              <p:nvPr/>
            </p:nvGrpSpPr>
            <p:grpSpPr>
              <a:xfrm rot="8100000" flipH="1">
                <a:off x="4542572" y="2998323"/>
                <a:ext cx="464739" cy="1080000"/>
                <a:chOff x="4511184" y="2470620"/>
                <a:chExt cx="464739" cy="1080000"/>
              </a:xfrm>
            </p:grpSpPr>
            <p:sp>
              <p:nvSpPr>
                <p:cNvPr id="31" name="Freeform: Shape 19">
                  <a:extLst>
                    <a:ext uri="{FF2B5EF4-FFF2-40B4-BE49-F238E27FC236}">
                      <a16:creationId xmlns:a16="http://schemas.microsoft.com/office/drawing/2014/main" id="{C3612FE0-0A56-40D4-FBE5-E4AA9CFA1D7A}"/>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2" name="Straight Connector 31">
                  <a:extLst>
                    <a:ext uri="{FF2B5EF4-FFF2-40B4-BE49-F238E27FC236}">
                      <a16:creationId xmlns:a16="http://schemas.microsoft.com/office/drawing/2014/main" id="{932DBAF5-E3F0-EE31-C92E-8A642F6AF687}"/>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7" name="Rectangle 6">
            <a:extLst>
              <a:ext uri="{FF2B5EF4-FFF2-40B4-BE49-F238E27FC236}">
                <a16:creationId xmlns:a16="http://schemas.microsoft.com/office/drawing/2014/main" id="{EDAEE94D-6CE4-F29C-5601-FC2C53BA834C}"/>
              </a:ext>
              <a:ext uri="{C183D7F6-B498-43B3-948B-1728B52AA6E4}">
                <adec:decorative xmlns:adec="http://schemas.microsoft.com/office/drawing/2017/decorative" val="1"/>
              </a:ext>
            </a:extLst>
          </p:cNvPr>
          <p:cNvSpPr/>
          <p:nvPr userDrawn="1"/>
        </p:nvSpPr>
        <p:spPr>
          <a:xfrm>
            <a:off x="0" y="5117124"/>
            <a:ext cx="12192000" cy="174087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3976083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grpSp>
        <p:nvGrpSpPr>
          <p:cNvPr id="23" name="Group 22">
            <a:extLst>
              <a:ext uri="{FF2B5EF4-FFF2-40B4-BE49-F238E27FC236}">
                <a16:creationId xmlns:a16="http://schemas.microsoft.com/office/drawing/2014/main" id="{80A7F6E7-9860-92EA-5B67-56E14B616E48}"/>
              </a:ext>
              <a:ext uri="{C183D7F6-B498-43B3-948B-1728B52AA6E4}">
                <adec:decorative xmlns:adec="http://schemas.microsoft.com/office/drawing/2017/decorative" val="1"/>
              </a:ext>
            </a:extLst>
          </p:cNvPr>
          <p:cNvGrpSpPr/>
          <p:nvPr userDrawn="1"/>
        </p:nvGrpSpPr>
        <p:grpSpPr>
          <a:xfrm>
            <a:off x="5355076" y="6069944"/>
            <a:ext cx="1481845" cy="787628"/>
            <a:chOff x="4987925" y="2840038"/>
            <a:chExt cx="2216150" cy="1177924"/>
          </a:xfrm>
        </p:grpSpPr>
        <p:sp>
          <p:nvSpPr>
            <p:cNvPr id="24" name="Rectangle 23">
              <a:extLst>
                <a:ext uri="{FF2B5EF4-FFF2-40B4-BE49-F238E27FC236}">
                  <a16:creationId xmlns:a16="http://schemas.microsoft.com/office/drawing/2014/main" id="{9AB3D408-4007-1DD4-6810-806C09A4B828}"/>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5" name="Rectangle 24">
              <a:extLst>
                <a:ext uri="{FF2B5EF4-FFF2-40B4-BE49-F238E27FC236}">
                  <a16:creationId xmlns:a16="http://schemas.microsoft.com/office/drawing/2014/main" id="{A5E9F70F-BB42-9DBC-6EE6-682CFA6F8B04}"/>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6" name="Rectangle 25">
              <a:extLst>
                <a:ext uri="{FF2B5EF4-FFF2-40B4-BE49-F238E27FC236}">
                  <a16:creationId xmlns:a16="http://schemas.microsoft.com/office/drawing/2014/main" id="{C6E6E9FD-5F25-A766-7DB5-D4B20F00AE80}"/>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27" name="Group 26">
              <a:extLst>
                <a:ext uri="{FF2B5EF4-FFF2-40B4-BE49-F238E27FC236}">
                  <a16:creationId xmlns:a16="http://schemas.microsoft.com/office/drawing/2014/main" id="{221E8B9E-E065-B495-A216-CD595D99287D}"/>
                </a:ext>
              </a:extLst>
            </p:cNvPr>
            <p:cNvGrpSpPr/>
            <p:nvPr/>
          </p:nvGrpSpPr>
          <p:grpSpPr>
            <a:xfrm>
              <a:off x="5614944" y="3117662"/>
              <a:ext cx="1009280" cy="464739"/>
              <a:chOff x="4432859" y="3200647"/>
              <a:chExt cx="1009280" cy="464739"/>
            </a:xfrm>
          </p:grpSpPr>
          <p:sp>
            <p:nvSpPr>
              <p:cNvPr id="35" name="Freeform: Shape 23">
                <a:extLst>
                  <a:ext uri="{FF2B5EF4-FFF2-40B4-BE49-F238E27FC236}">
                    <a16:creationId xmlns:a16="http://schemas.microsoft.com/office/drawing/2014/main" id="{386974DA-4F19-9FCA-9327-0F598C5B08F5}"/>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6" name="Freeform: Shape 24">
                <a:extLst>
                  <a:ext uri="{FF2B5EF4-FFF2-40B4-BE49-F238E27FC236}">
                    <a16:creationId xmlns:a16="http://schemas.microsoft.com/office/drawing/2014/main" id="{39111C5B-8D5E-BD8D-9E91-D7CD38F7434A}"/>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28" name="Group 27">
              <a:extLst>
                <a:ext uri="{FF2B5EF4-FFF2-40B4-BE49-F238E27FC236}">
                  <a16:creationId xmlns:a16="http://schemas.microsoft.com/office/drawing/2014/main" id="{597F1758-8A39-578E-0D55-90BD3DA6F269}"/>
                </a:ext>
              </a:extLst>
            </p:cNvPr>
            <p:cNvGrpSpPr/>
            <p:nvPr/>
          </p:nvGrpSpPr>
          <p:grpSpPr>
            <a:xfrm>
              <a:off x="5679979" y="2915338"/>
              <a:ext cx="1080000" cy="1080000"/>
              <a:chOff x="4497894" y="2998323"/>
              <a:chExt cx="1080000" cy="1080000"/>
            </a:xfrm>
          </p:grpSpPr>
          <p:grpSp>
            <p:nvGrpSpPr>
              <p:cNvPr id="29" name="Group 28">
                <a:extLst>
                  <a:ext uri="{FF2B5EF4-FFF2-40B4-BE49-F238E27FC236}">
                    <a16:creationId xmlns:a16="http://schemas.microsoft.com/office/drawing/2014/main" id="{B2B34500-F7AA-417F-4A2B-5A041E05E0FB}"/>
                  </a:ext>
                </a:extLst>
              </p:cNvPr>
              <p:cNvGrpSpPr/>
              <p:nvPr/>
            </p:nvGrpSpPr>
            <p:grpSpPr>
              <a:xfrm rot="13500000">
                <a:off x="4805524" y="2998323"/>
                <a:ext cx="464739" cy="1080000"/>
                <a:chOff x="4511184" y="2470620"/>
                <a:chExt cx="464739" cy="1080000"/>
              </a:xfrm>
            </p:grpSpPr>
            <p:sp>
              <p:nvSpPr>
                <p:cNvPr id="33" name="Freeform: Shape 21">
                  <a:extLst>
                    <a:ext uri="{FF2B5EF4-FFF2-40B4-BE49-F238E27FC236}">
                      <a16:creationId xmlns:a16="http://schemas.microsoft.com/office/drawing/2014/main" id="{64CB3861-7A05-E933-F70F-4ECA0D2377A1}"/>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4" name="Straight Connector 33">
                  <a:extLst>
                    <a:ext uri="{FF2B5EF4-FFF2-40B4-BE49-F238E27FC236}">
                      <a16:creationId xmlns:a16="http://schemas.microsoft.com/office/drawing/2014/main" id="{10B38A25-B6EE-48F7-03F2-DB63B69937D8}"/>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6A967FFB-B0EF-8274-ADB4-CD56E46CD77D}"/>
                  </a:ext>
                </a:extLst>
              </p:cNvPr>
              <p:cNvGrpSpPr/>
              <p:nvPr/>
            </p:nvGrpSpPr>
            <p:grpSpPr>
              <a:xfrm rot="8100000" flipH="1">
                <a:off x="4542572" y="2998323"/>
                <a:ext cx="464739" cy="1080000"/>
                <a:chOff x="4511184" y="2470620"/>
                <a:chExt cx="464739" cy="1080000"/>
              </a:xfrm>
            </p:grpSpPr>
            <p:sp>
              <p:nvSpPr>
                <p:cNvPr id="31" name="Freeform: Shape 19">
                  <a:extLst>
                    <a:ext uri="{FF2B5EF4-FFF2-40B4-BE49-F238E27FC236}">
                      <a16:creationId xmlns:a16="http://schemas.microsoft.com/office/drawing/2014/main" id="{C3612FE0-0A56-40D4-FBE5-E4AA9CFA1D7A}"/>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2" name="Straight Connector 31">
                  <a:extLst>
                    <a:ext uri="{FF2B5EF4-FFF2-40B4-BE49-F238E27FC236}">
                      <a16:creationId xmlns:a16="http://schemas.microsoft.com/office/drawing/2014/main" id="{932DBAF5-E3F0-EE31-C92E-8A642F6AF687}"/>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7" name="Rectangle 6">
            <a:extLst>
              <a:ext uri="{FF2B5EF4-FFF2-40B4-BE49-F238E27FC236}">
                <a16:creationId xmlns:a16="http://schemas.microsoft.com/office/drawing/2014/main" id="{F5A05E34-BFE0-3DD8-0CF4-374ACED97CE1}"/>
              </a:ext>
              <a:ext uri="{C183D7F6-B498-43B3-948B-1728B52AA6E4}">
                <adec:decorative xmlns:adec="http://schemas.microsoft.com/office/drawing/2017/decorative" val="1"/>
              </a:ext>
            </a:extLst>
          </p:cNvPr>
          <p:cNvSpPr/>
          <p:nvPr userDrawn="1"/>
        </p:nvSpPr>
        <p:spPr>
          <a:xfrm>
            <a:off x="0" y="5117124"/>
            <a:ext cx="12192000" cy="174087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545019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r>
              <a:rPr lang="en-US"/>
              <a:t>20XX</a:t>
            </a:r>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pPr/>
              <a:t>‹#›</a:t>
            </a:fld>
            <a:endParaRPr lang="en-US" dirty="0"/>
          </a:p>
        </p:txBody>
      </p:sp>
      <p:grpSp>
        <p:nvGrpSpPr>
          <p:cNvPr id="23" name="Group 22">
            <a:extLst>
              <a:ext uri="{FF2B5EF4-FFF2-40B4-BE49-F238E27FC236}">
                <a16:creationId xmlns:a16="http://schemas.microsoft.com/office/drawing/2014/main" id="{80A7F6E7-9860-92EA-5B67-56E14B616E48}"/>
              </a:ext>
              <a:ext uri="{C183D7F6-B498-43B3-948B-1728B52AA6E4}">
                <adec:decorative xmlns:adec="http://schemas.microsoft.com/office/drawing/2017/decorative" val="1"/>
              </a:ext>
            </a:extLst>
          </p:cNvPr>
          <p:cNvGrpSpPr/>
          <p:nvPr userDrawn="1"/>
        </p:nvGrpSpPr>
        <p:grpSpPr>
          <a:xfrm>
            <a:off x="5355076" y="6069944"/>
            <a:ext cx="1481845" cy="787628"/>
            <a:chOff x="4987925" y="2840038"/>
            <a:chExt cx="2216150" cy="1177924"/>
          </a:xfrm>
        </p:grpSpPr>
        <p:sp>
          <p:nvSpPr>
            <p:cNvPr id="24" name="Rectangle 23">
              <a:extLst>
                <a:ext uri="{FF2B5EF4-FFF2-40B4-BE49-F238E27FC236}">
                  <a16:creationId xmlns:a16="http://schemas.microsoft.com/office/drawing/2014/main" id="{9AB3D408-4007-1DD4-6810-806C09A4B828}"/>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5" name="Rectangle 24">
              <a:extLst>
                <a:ext uri="{FF2B5EF4-FFF2-40B4-BE49-F238E27FC236}">
                  <a16:creationId xmlns:a16="http://schemas.microsoft.com/office/drawing/2014/main" id="{A5E9F70F-BB42-9DBC-6EE6-682CFA6F8B04}"/>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6" name="Rectangle 25">
              <a:extLst>
                <a:ext uri="{FF2B5EF4-FFF2-40B4-BE49-F238E27FC236}">
                  <a16:creationId xmlns:a16="http://schemas.microsoft.com/office/drawing/2014/main" id="{C6E6E9FD-5F25-A766-7DB5-D4B20F00AE80}"/>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27" name="Group 26">
              <a:extLst>
                <a:ext uri="{FF2B5EF4-FFF2-40B4-BE49-F238E27FC236}">
                  <a16:creationId xmlns:a16="http://schemas.microsoft.com/office/drawing/2014/main" id="{221E8B9E-E065-B495-A216-CD595D99287D}"/>
                </a:ext>
              </a:extLst>
            </p:cNvPr>
            <p:cNvGrpSpPr/>
            <p:nvPr/>
          </p:nvGrpSpPr>
          <p:grpSpPr>
            <a:xfrm>
              <a:off x="5614944" y="3117662"/>
              <a:ext cx="1009280" cy="464739"/>
              <a:chOff x="4432859" y="3200647"/>
              <a:chExt cx="1009280" cy="464739"/>
            </a:xfrm>
          </p:grpSpPr>
          <p:sp>
            <p:nvSpPr>
              <p:cNvPr id="35" name="Freeform: Shape 23">
                <a:extLst>
                  <a:ext uri="{FF2B5EF4-FFF2-40B4-BE49-F238E27FC236}">
                    <a16:creationId xmlns:a16="http://schemas.microsoft.com/office/drawing/2014/main" id="{386974DA-4F19-9FCA-9327-0F598C5B08F5}"/>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6" name="Freeform: Shape 24">
                <a:extLst>
                  <a:ext uri="{FF2B5EF4-FFF2-40B4-BE49-F238E27FC236}">
                    <a16:creationId xmlns:a16="http://schemas.microsoft.com/office/drawing/2014/main" id="{39111C5B-8D5E-BD8D-9E91-D7CD38F7434A}"/>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28" name="Group 27">
              <a:extLst>
                <a:ext uri="{FF2B5EF4-FFF2-40B4-BE49-F238E27FC236}">
                  <a16:creationId xmlns:a16="http://schemas.microsoft.com/office/drawing/2014/main" id="{597F1758-8A39-578E-0D55-90BD3DA6F269}"/>
                </a:ext>
              </a:extLst>
            </p:cNvPr>
            <p:cNvGrpSpPr/>
            <p:nvPr/>
          </p:nvGrpSpPr>
          <p:grpSpPr>
            <a:xfrm>
              <a:off x="5679979" y="2915338"/>
              <a:ext cx="1080000" cy="1080000"/>
              <a:chOff x="4497894" y="2998323"/>
              <a:chExt cx="1080000" cy="1080000"/>
            </a:xfrm>
          </p:grpSpPr>
          <p:grpSp>
            <p:nvGrpSpPr>
              <p:cNvPr id="29" name="Group 28">
                <a:extLst>
                  <a:ext uri="{FF2B5EF4-FFF2-40B4-BE49-F238E27FC236}">
                    <a16:creationId xmlns:a16="http://schemas.microsoft.com/office/drawing/2014/main" id="{B2B34500-F7AA-417F-4A2B-5A041E05E0FB}"/>
                  </a:ext>
                </a:extLst>
              </p:cNvPr>
              <p:cNvGrpSpPr/>
              <p:nvPr/>
            </p:nvGrpSpPr>
            <p:grpSpPr>
              <a:xfrm rot="13500000">
                <a:off x="4805524" y="2998323"/>
                <a:ext cx="464739" cy="1080000"/>
                <a:chOff x="4511184" y="2470620"/>
                <a:chExt cx="464739" cy="1080000"/>
              </a:xfrm>
            </p:grpSpPr>
            <p:sp>
              <p:nvSpPr>
                <p:cNvPr id="33" name="Freeform: Shape 21">
                  <a:extLst>
                    <a:ext uri="{FF2B5EF4-FFF2-40B4-BE49-F238E27FC236}">
                      <a16:creationId xmlns:a16="http://schemas.microsoft.com/office/drawing/2014/main" id="{64CB3861-7A05-E933-F70F-4ECA0D2377A1}"/>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4" name="Straight Connector 33">
                  <a:extLst>
                    <a:ext uri="{FF2B5EF4-FFF2-40B4-BE49-F238E27FC236}">
                      <a16:creationId xmlns:a16="http://schemas.microsoft.com/office/drawing/2014/main" id="{10B38A25-B6EE-48F7-03F2-DB63B69937D8}"/>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6A967FFB-B0EF-8274-ADB4-CD56E46CD77D}"/>
                  </a:ext>
                </a:extLst>
              </p:cNvPr>
              <p:cNvGrpSpPr/>
              <p:nvPr/>
            </p:nvGrpSpPr>
            <p:grpSpPr>
              <a:xfrm rot="8100000" flipH="1">
                <a:off x="4542572" y="2998323"/>
                <a:ext cx="464739" cy="1080000"/>
                <a:chOff x="4511184" y="2470620"/>
                <a:chExt cx="464739" cy="1080000"/>
              </a:xfrm>
            </p:grpSpPr>
            <p:sp>
              <p:nvSpPr>
                <p:cNvPr id="31" name="Freeform: Shape 19">
                  <a:extLst>
                    <a:ext uri="{FF2B5EF4-FFF2-40B4-BE49-F238E27FC236}">
                      <a16:creationId xmlns:a16="http://schemas.microsoft.com/office/drawing/2014/main" id="{C3612FE0-0A56-40D4-FBE5-E4AA9CFA1D7A}"/>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2" name="Straight Connector 31">
                  <a:extLst>
                    <a:ext uri="{FF2B5EF4-FFF2-40B4-BE49-F238E27FC236}">
                      <a16:creationId xmlns:a16="http://schemas.microsoft.com/office/drawing/2014/main" id="{932DBAF5-E3F0-EE31-C92E-8A642F6AF687}"/>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7" name="Rectangle 36">
            <a:extLst>
              <a:ext uri="{FF2B5EF4-FFF2-40B4-BE49-F238E27FC236}">
                <a16:creationId xmlns:a16="http://schemas.microsoft.com/office/drawing/2014/main" id="{7CEFCEC1-D9DC-4989-D016-23EFD6D4CD20}"/>
              </a:ext>
              <a:ext uri="{C183D7F6-B498-43B3-948B-1728B52AA6E4}">
                <adec:decorative xmlns:adec="http://schemas.microsoft.com/office/drawing/2017/decorative" val="1"/>
              </a:ext>
            </a:extLst>
          </p:cNvPr>
          <p:cNvSpPr/>
          <p:nvPr userDrawn="1"/>
        </p:nvSpPr>
        <p:spPr>
          <a:xfrm>
            <a:off x="0" y="6069944"/>
            <a:ext cx="12192000" cy="78805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352896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s 2">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a:prstGeom prst="rect">
            <a:avLst/>
          </a:prstGeo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23985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A45527-A259-1C6D-E8B4-514715484B30}"/>
              </a:ext>
              <a:ext uri="{C183D7F6-B498-43B3-948B-1728B52AA6E4}">
                <adec:decorative xmlns:adec="http://schemas.microsoft.com/office/drawing/2017/decorative" val="1"/>
              </a:ext>
            </a:extLst>
          </p:cNvPr>
          <p:cNvSpPr/>
          <p:nvPr userDrawn="1"/>
        </p:nvSpPr>
        <p:spPr>
          <a:xfrm>
            <a:off x="0" y="3245608"/>
            <a:ext cx="12192000" cy="3612392"/>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548640" y="548640"/>
            <a:ext cx="3886200" cy="2304288"/>
          </a:xfrm>
          <a:prstGeom prst="rect">
            <a:avLst/>
          </a:prstGeom>
        </p:spPr>
        <p:txBody>
          <a:bodyPr wrap="square" anchor="ctr" anchorCtr="0">
            <a:normAutofit/>
          </a:bodyPr>
          <a:lstStyle>
            <a:lvl1pPr algn="ctr">
              <a:defRPr/>
            </a:lvl1pPr>
          </a:lstStyle>
          <a:p>
            <a:pPr algn="ctr"/>
            <a:r>
              <a:rPr lang="en-US" dirty="0"/>
              <a:t>Click to add title</a:t>
            </a:r>
          </a:p>
        </p:txBody>
      </p:sp>
      <p:sp>
        <p:nvSpPr>
          <p:cNvPr id="4" name="Content Placeholder 3">
            <a:extLst>
              <a:ext uri="{FF2B5EF4-FFF2-40B4-BE49-F238E27FC236}">
                <a16:creationId xmlns:a16="http://schemas.microsoft.com/office/drawing/2014/main" id="{FE4ACBDB-D54B-994A-AD88-E89D37245FAD}"/>
              </a:ext>
            </a:extLst>
          </p:cNvPr>
          <p:cNvSpPr>
            <a:spLocks noGrp="1"/>
          </p:cNvSpPr>
          <p:nvPr>
            <p:ph sz="quarter" idx="17" hasCustomPrompt="1"/>
          </p:nvPr>
        </p:nvSpPr>
        <p:spPr>
          <a:xfrm>
            <a:off x="5534660" y="548641"/>
            <a:ext cx="6130625" cy="2304288"/>
          </a:xfrm>
          <a:prstGeom prst="rect">
            <a:avLst/>
          </a:prstGeom>
        </p:spPr>
        <p:txBody>
          <a:bodyPr anchor="ctr">
            <a:noAutofit/>
          </a:bodyPr>
          <a:lstStyle>
            <a:lvl1pPr marL="512064" indent="-512064">
              <a:lnSpc>
                <a:spcPct val="100000"/>
              </a:lnSpc>
              <a:spcBef>
                <a:spcPts val="1000"/>
              </a:spcBef>
              <a:buClr>
                <a:schemeClr val="accent5">
                  <a:lumMod val="60000"/>
                  <a:lumOff val="40000"/>
                </a:schemeClr>
              </a:buClr>
              <a:buFont typeface="+mj-lt"/>
              <a:buAutoNum type="arabicPeriod"/>
              <a:defRPr sz="1800"/>
            </a:lvl1pPr>
            <a:lvl2pPr marL="702900" indent="-342900">
              <a:lnSpc>
                <a:spcPct val="100000"/>
              </a:lnSpc>
              <a:spcBef>
                <a:spcPts val="1000"/>
              </a:spcBef>
              <a:buClr>
                <a:schemeClr val="accent5">
                  <a:lumMod val="60000"/>
                  <a:lumOff val="40000"/>
                </a:schemeClr>
              </a:buClr>
              <a:buFont typeface="+mj-lt"/>
              <a:buAutoNum type="arabicPeriod"/>
              <a:defRPr sz="1800"/>
            </a:lvl2pPr>
            <a:lvl3pPr marL="1139436" indent="-342900">
              <a:lnSpc>
                <a:spcPct val="100000"/>
              </a:lnSpc>
              <a:spcBef>
                <a:spcPts val="1000"/>
              </a:spcBef>
              <a:buClr>
                <a:schemeClr val="accent5">
                  <a:lumMod val="60000"/>
                  <a:lumOff val="40000"/>
                </a:schemeClr>
              </a:buClr>
              <a:buFont typeface="+mj-lt"/>
              <a:buAutoNum type="arabicPeriod"/>
              <a:defRPr sz="1800"/>
            </a:lvl3pPr>
            <a:lvl4pPr marL="1422900" indent="-342900">
              <a:lnSpc>
                <a:spcPct val="100000"/>
              </a:lnSpc>
              <a:spcBef>
                <a:spcPts val="1000"/>
              </a:spcBef>
              <a:buClr>
                <a:schemeClr val="accent5">
                  <a:lumMod val="60000"/>
                  <a:lumOff val="40000"/>
                </a:schemeClr>
              </a:buClr>
              <a:buFont typeface="+mj-lt"/>
              <a:buAutoNum type="arabicPeriod"/>
              <a:defRPr sz="1800"/>
            </a:lvl4pPr>
            <a:lvl5pPr marL="1859436" indent="-342900">
              <a:lnSpc>
                <a:spcPct val="100000"/>
              </a:lnSpc>
              <a:spcBef>
                <a:spcPts val="1000"/>
              </a:spcBef>
              <a:buClr>
                <a:schemeClr val="accent5">
                  <a:lumMod val="60000"/>
                  <a:lumOff val="40000"/>
                </a:schemeClr>
              </a:buClr>
              <a:buFont typeface="+mj-lt"/>
              <a:buAutoNum type="arabicPeriod"/>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ED8447B1-F82E-026F-7FF0-7E95D361E7A9}"/>
              </a:ext>
            </a:extLst>
          </p:cNvPr>
          <p:cNvSpPr>
            <a:spLocks noGrp="1"/>
          </p:cNvSpPr>
          <p:nvPr>
            <p:ph sz="quarter" idx="18" hasCustomPrompt="1"/>
          </p:nvPr>
        </p:nvSpPr>
        <p:spPr>
          <a:xfrm>
            <a:off x="5520387" y="3735238"/>
            <a:ext cx="6130625" cy="2574120"/>
          </a:xfrm>
          <a:prstGeom prst="rect">
            <a:avLst/>
          </a:prstGeom>
        </p:spPr>
        <p:txBody>
          <a:bodyPr>
            <a:noAutofit/>
          </a:bodyPr>
          <a:lstStyle>
            <a:lvl1pPr marL="0" indent="0">
              <a:lnSpc>
                <a:spcPct val="100000"/>
              </a:lnSpc>
              <a:spcBef>
                <a:spcPts val="1000"/>
              </a:spcBef>
              <a:buNone/>
              <a:defRPr sz="1800"/>
            </a:lvl1pPr>
            <a:lvl2pPr marL="283464" indent="-285750">
              <a:lnSpc>
                <a:spcPct val="100000"/>
              </a:lnSpc>
              <a:spcBef>
                <a:spcPts val="1000"/>
              </a:spcBef>
              <a:buClr>
                <a:schemeClr val="accent5">
                  <a:lumMod val="60000"/>
                  <a:lumOff val="40000"/>
                </a:schemeClr>
              </a:buClr>
              <a:buFont typeface="Wingdings" panose="05000000000000000000" pitchFamily="2" charset="2"/>
              <a:buChar char=""/>
              <a:defRPr sz="1800" i="0"/>
            </a:lvl2pPr>
            <a:lvl3pPr marL="685800" indent="-283464">
              <a:lnSpc>
                <a:spcPct val="100000"/>
              </a:lnSpc>
              <a:spcBef>
                <a:spcPts val="1000"/>
              </a:spcBef>
              <a:buClr>
                <a:schemeClr val="accent5">
                  <a:lumMod val="60000"/>
                  <a:lumOff val="40000"/>
                </a:schemeClr>
              </a:buClr>
              <a:defRPr sz="1800" i="0"/>
            </a:lvl3pPr>
            <a:lvl4pPr marL="685800">
              <a:lnSpc>
                <a:spcPct val="100000"/>
              </a:lnSpc>
              <a:spcBef>
                <a:spcPts val="1000"/>
              </a:spcBef>
              <a:defRPr sz="1800" i="0"/>
            </a:lvl4pPr>
            <a:lvl5pPr indent="-283464">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a:prstGeom prst="rect">
            <a:avLst/>
          </a:prstGeo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914252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745F42-F11E-4295-BA16-71120E66B951}"/>
              </a:ext>
              <a:ext uri="{C183D7F6-B498-43B3-948B-1728B52AA6E4}">
                <adec:decorative xmlns:adec="http://schemas.microsoft.com/office/drawing/2017/decorative" val="1"/>
              </a:ext>
            </a:extLst>
          </p:cNvPr>
          <p:cNvSpPr/>
          <p:nvPr userDrawn="1"/>
        </p:nvSpPr>
        <p:spPr>
          <a:xfrm>
            <a:off x="0" y="2980706"/>
            <a:ext cx="12192000" cy="3877293"/>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30000"/>
                </a:prstClr>
              </a:solidFill>
              <a:effectLst/>
              <a:uLnTx/>
              <a:uFillTx/>
              <a:latin typeface="Avenir Next LT Pro Light"/>
              <a:ea typeface="+mn-ea"/>
              <a:cs typeface="+mn-cs"/>
            </a:endParaRPr>
          </a:p>
        </p:txBody>
      </p:sp>
      <p:sp>
        <p:nvSpPr>
          <p:cNvPr id="7" name="Title 1">
            <a:extLst>
              <a:ext uri="{FF2B5EF4-FFF2-40B4-BE49-F238E27FC236}">
                <a16:creationId xmlns:a16="http://schemas.microsoft.com/office/drawing/2014/main" id="{3036F7FC-6006-4472-BC70-30C283ABC126}"/>
              </a:ext>
            </a:extLst>
          </p:cNvPr>
          <p:cNvSpPr>
            <a:spLocks noGrp="1"/>
          </p:cNvSpPr>
          <p:nvPr>
            <p:ph type="title" hasCustomPrompt="1"/>
          </p:nvPr>
        </p:nvSpPr>
        <p:spPr>
          <a:xfrm>
            <a:off x="540988" y="540000"/>
            <a:ext cx="3884962" cy="2011680"/>
          </a:xfrm>
          <a:prstGeom prst="rect">
            <a:avLst/>
          </a:prstGeom>
        </p:spPr>
        <p:txBody>
          <a:bodyPr anchor="ctr" anchorCtr="0"/>
          <a:lstStyle>
            <a:lvl1pPr algn="ctr">
              <a:defRPr/>
            </a:lvl1pPr>
          </a:lstStyle>
          <a:p>
            <a:pPr algn="ctr"/>
            <a:r>
              <a:rPr lang="en-US" dirty="0"/>
              <a:t>Click to add title</a:t>
            </a:r>
          </a:p>
        </p:txBody>
      </p:sp>
      <p:cxnSp>
        <p:nvCxnSpPr>
          <p:cNvPr id="8" name="Straight Connector 7">
            <a:extLst>
              <a:ext uri="{FF2B5EF4-FFF2-40B4-BE49-F238E27FC236}">
                <a16:creationId xmlns:a16="http://schemas.microsoft.com/office/drawing/2014/main" id="{3265A73B-104E-43C7-BBEC-C2B3D52E1C21}"/>
              </a:ext>
              <a:ext uri="{C183D7F6-B498-43B3-948B-1728B52AA6E4}">
                <adec:decorative xmlns:adec="http://schemas.microsoft.com/office/drawing/2017/decorative" val="1"/>
              </a:ext>
            </a:extLst>
          </p:cNvPr>
          <p:cNvCxnSpPr>
            <a:cxnSpLocks/>
          </p:cNvCxnSpPr>
          <p:nvPr userDrawn="1"/>
        </p:nvCxnSpPr>
        <p:spPr>
          <a:xfrm rot="5400000">
            <a:off x="4714750" y="1545840"/>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FE0F1ED-567A-464B-A7AB-53B58F510B08}"/>
              </a:ext>
            </a:extLst>
          </p:cNvPr>
          <p:cNvSpPr>
            <a:spLocks noGrp="1"/>
          </p:cNvSpPr>
          <p:nvPr>
            <p:ph idx="1" hasCustomPrompt="1"/>
          </p:nvPr>
        </p:nvSpPr>
        <p:spPr>
          <a:xfrm>
            <a:off x="5543552" y="540000"/>
            <a:ext cx="6107460" cy="2011680"/>
          </a:xfrm>
          <a:prstGeom prst="rect">
            <a:avLst/>
          </a:prstGeom>
        </p:spPr>
        <p:txBody>
          <a:bodyPr anchor="ctr">
            <a:normAutofit/>
          </a:bodyPr>
          <a:lstStyle>
            <a:lvl1pPr marL="0" indent="0" algn="l">
              <a:lnSpc>
                <a:spcPct val="100000"/>
              </a:lnSpc>
              <a:buNone/>
              <a:defRPr sz="1800"/>
            </a:lvl1pPr>
            <a:lvl2pPr>
              <a:defRPr sz="1800"/>
            </a:lvl2pPr>
            <a:lvl3pPr marL="720000" indent="0">
              <a:buNone/>
              <a:defRPr sz="1800"/>
            </a:lvl3pPr>
            <a:lvl4pPr>
              <a:defRPr sz="1800"/>
            </a:lvl4pPr>
            <a:lvl5pPr marL="14400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4" name="Table Placeholder 3">
            <a:extLst>
              <a:ext uri="{FF2B5EF4-FFF2-40B4-BE49-F238E27FC236}">
                <a16:creationId xmlns:a16="http://schemas.microsoft.com/office/drawing/2014/main" id="{EBDB4AB8-A251-1D19-89FE-D1E389DC72CE}"/>
              </a:ext>
            </a:extLst>
          </p:cNvPr>
          <p:cNvSpPr>
            <a:spLocks noGrp="1"/>
          </p:cNvSpPr>
          <p:nvPr>
            <p:ph type="tbl" sz="quarter" idx="13" hasCustomPrompt="1"/>
          </p:nvPr>
        </p:nvSpPr>
        <p:spPr>
          <a:xfrm>
            <a:off x="540988" y="3487738"/>
            <a:ext cx="11110023" cy="2486025"/>
          </a:xfrm>
          <a:prstGeom prst="rect">
            <a:avLst/>
          </a:prstGeom>
        </p:spPr>
        <p:txBody>
          <a:bodyPr/>
          <a:lstStyle>
            <a:lvl1pPr>
              <a:defRPr/>
            </a:lvl1pPr>
          </a:lstStyle>
          <a:p>
            <a:r>
              <a:rPr lang="en-US" dirty="0"/>
              <a:t>Click icon to insert table</a:t>
            </a:r>
          </a:p>
        </p:txBody>
      </p:sp>
      <p:sp>
        <p:nvSpPr>
          <p:cNvPr id="15" name="Date Placeholder 3">
            <a:extLst>
              <a:ext uri="{FF2B5EF4-FFF2-40B4-BE49-F238E27FC236}">
                <a16:creationId xmlns:a16="http://schemas.microsoft.com/office/drawing/2014/main" id="{F23808ED-A697-419E-B2B9-925BC80462D9}"/>
              </a:ext>
            </a:extLst>
          </p:cNvPr>
          <p:cNvSpPr>
            <a:spLocks noGrp="1"/>
          </p:cNvSpPr>
          <p:nvPr>
            <p:ph type="dt" sz="half" idx="10"/>
          </p:nvPr>
        </p:nvSpPr>
        <p:spPr>
          <a:xfrm>
            <a:off x="541338" y="6401999"/>
            <a:ext cx="2206625" cy="369332"/>
          </a:xfrm>
          <a:prstGeom prst="rect">
            <a:avLst/>
          </a:prstGeo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6" name="Footer Placeholder 4">
            <a:extLst>
              <a:ext uri="{FF2B5EF4-FFF2-40B4-BE49-F238E27FC236}">
                <a16:creationId xmlns:a16="http://schemas.microsoft.com/office/drawing/2014/main" id="{82CBC00E-8DBE-41F7-B5EC-A273F7184936}"/>
              </a:ext>
            </a:extLst>
          </p:cNvPr>
          <p:cNvSpPr>
            <a:spLocks noGrp="1"/>
          </p:cNvSpPr>
          <p:nvPr>
            <p:ph type="ftr" sz="quarter" idx="11"/>
          </p:nvPr>
        </p:nvSpPr>
        <p:spPr>
          <a:xfrm>
            <a:off x="3308350" y="6401999"/>
            <a:ext cx="5575300" cy="369332"/>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7" name="Slide Number Placeholder 5">
            <a:extLst>
              <a:ext uri="{FF2B5EF4-FFF2-40B4-BE49-F238E27FC236}">
                <a16:creationId xmlns:a16="http://schemas.microsoft.com/office/drawing/2014/main" id="{EC8BA04E-DB40-4D07-9B73-37122A902296}"/>
              </a:ext>
            </a:extLst>
          </p:cNvPr>
          <p:cNvSpPr>
            <a:spLocks noGrp="1"/>
          </p:cNvSpPr>
          <p:nvPr>
            <p:ph type="sldNum" sz="quarter" idx="12"/>
          </p:nvPr>
        </p:nvSpPr>
        <p:spPr>
          <a:xfrm>
            <a:off x="9442800" y="6401999"/>
            <a:ext cx="2208212" cy="36933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042310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580A73D-6706-8DB1-BAA5-9EC91EF6D306}"/>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alpha val="20000"/>
                </a:prstClr>
              </a:solidFill>
              <a:effectLst/>
              <a:uLnTx/>
              <a:uFillTx/>
              <a:latin typeface="Avenir Next LT Pro Light"/>
              <a:ea typeface="+mn-ea"/>
              <a:cs typeface="+mn-cs"/>
            </a:endParaRPr>
          </a:p>
        </p:txBody>
      </p:sp>
      <p:sp>
        <p:nvSpPr>
          <p:cNvPr id="7" name="Title 1">
            <a:extLst>
              <a:ext uri="{FF2B5EF4-FFF2-40B4-BE49-F238E27FC236}">
                <a16:creationId xmlns:a16="http://schemas.microsoft.com/office/drawing/2014/main" id="{55FC5AD6-5EA9-4D31-BA29-EE3AABE22325}"/>
              </a:ext>
            </a:extLst>
          </p:cNvPr>
          <p:cNvSpPr>
            <a:spLocks noGrp="1"/>
          </p:cNvSpPr>
          <p:nvPr>
            <p:ph type="title" hasCustomPrompt="1"/>
          </p:nvPr>
        </p:nvSpPr>
        <p:spPr>
          <a:xfrm>
            <a:off x="7091677" y="548640"/>
            <a:ext cx="4663440" cy="1371600"/>
          </a:xfrm>
          <a:prstGeom prst="rect">
            <a:avLst/>
          </a:prstGeom>
        </p:spPr>
        <p:txBody>
          <a:bodyPr wrap="square" anchor="b" anchorCtr="0">
            <a:normAutofit/>
          </a:bodyPr>
          <a:lstStyle>
            <a:lvl1pPr algn="ctr">
              <a:defRPr/>
            </a:lvl1pPr>
          </a:lstStyle>
          <a:p>
            <a:pPr algn="ctr"/>
            <a:r>
              <a:rPr lang="en-US" dirty="0"/>
              <a:t>Click to add title</a:t>
            </a:r>
          </a:p>
        </p:txBody>
      </p:sp>
      <p:sp>
        <p:nvSpPr>
          <p:cNvPr id="3" name="Content Placeholder 3">
            <a:extLst>
              <a:ext uri="{FF2B5EF4-FFF2-40B4-BE49-F238E27FC236}">
                <a16:creationId xmlns:a16="http://schemas.microsoft.com/office/drawing/2014/main" id="{6A2E018F-B83F-5D9E-94F4-2B1C285CED13}"/>
              </a:ext>
            </a:extLst>
          </p:cNvPr>
          <p:cNvSpPr>
            <a:spLocks noGrp="1"/>
          </p:cNvSpPr>
          <p:nvPr>
            <p:ph sz="quarter" idx="19" hasCustomPrompt="1"/>
          </p:nvPr>
        </p:nvSpPr>
        <p:spPr>
          <a:xfrm>
            <a:off x="548640" y="548640"/>
            <a:ext cx="5575300" cy="5656016"/>
          </a:xfrm>
          <a:prstGeom prst="rect">
            <a:avLst/>
          </a:prstGeom>
        </p:spPr>
        <p:txBody>
          <a:bodyPr>
            <a:noAutofit/>
          </a:bodyPr>
          <a:lstStyle>
            <a:lvl1pPr marL="283464" indent="-283464">
              <a:spcBef>
                <a:spcPts val="500"/>
              </a:spcBef>
              <a:defRPr sz="1800"/>
            </a:lvl1pPr>
            <a:lvl2pPr marL="283464">
              <a:spcBef>
                <a:spcPts val="500"/>
              </a:spcBef>
              <a:defRPr sz="1800"/>
            </a:lvl2pPr>
            <a:lvl3pPr marL="685800" indent="-283464">
              <a:spcBef>
                <a:spcPts val="500"/>
              </a:spcBef>
              <a:defRPr sz="1800"/>
            </a:lvl3pPr>
            <a:lvl4pPr marL="685800">
              <a:spcBef>
                <a:spcPts val="500"/>
              </a:spcBef>
              <a:defRPr sz="1800"/>
            </a:lvl4pPr>
            <a:lvl5pPr marL="1143000" indent="-283464">
              <a:spcBef>
                <a:spcPts val="5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3">
            <a:extLst>
              <a:ext uri="{FF2B5EF4-FFF2-40B4-BE49-F238E27FC236}">
                <a16:creationId xmlns:a16="http://schemas.microsoft.com/office/drawing/2014/main" id="{2266A202-7CFD-8B3B-C33C-D85F06445EC8}"/>
              </a:ext>
            </a:extLst>
          </p:cNvPr>
          <p:cNvSpPr>
            <a:spLocks noGrp="1"/>
          </p:cNvSpPr>
          <p:nvPr>
            <p:ph sz="quarter" idx="18" hasCustomPrompt="1"/>
          </p:nvPr>
        </p:nvSpPr>
        <p:spPr>
          <a:xfrm>
            <a:off x="7091676" y="2751236"/>
            <a:ext cx="4663440" cy="3453420"/>
          </a:xfrm>
          <a:prstGeom prst="rect">
            <a:avLst/>
          </a:prstGeom>
        </p:spPr>
        <p:txBody>
          <a:bodyPr lIns="137160">
            <a:noAutofit/>
          </a:bodyPr>
          <a:lstStyle>
            <a:lvl1pPr marL="342900" indent="-342900">
              <a:spcBef>
                <a:spcPts val="1000"/>
              </a:spcBef>
              <a:buClr>
                <a:schemeClr val="accent5">
                  <a:lumMod val="60000"/>
                  <a:lumOff val="40000"/>
                </a:schemeClr>
              </a:buClr>
              <a:buFont typeface="+mj-lt"/>
              <a:buAutoNum type="arabicPeriod"/>
              <a:defRPr sz="1800"/>
            </a:lvl1pPr>
            <a:lvl2pPr marL="702900" indent="-342900">
              <a:spcBef>
                <a:spcPts val="1000"/>
              </a:spcBef>
              <a:buClr>
                <a:schemeClr val="accent5">
                  <a:lumMod val="60000"/>
                  <a:lumOff val="40000"/>
                </a:schemeClr>
              </a:buClr>
              <a:buFont typeface="+mj-lt"/>
              <a:buAutoNum type="arabicPeriod"/>
              <a:defRPr sz="1800"/>
            </a:lvl2pPr>
            <a:lvl3pPr marL="1139436" indent="-342900">
              <a:spcBef>
                <a:spcPts val="1000"/>
              </a:spcBef>
              <a:buClr>
                <a:schemeClr val="accent5">
                  <a:lumMod val="60000"/>
                  <a:lumOff val="40000"/>
                </a:schemeClr>
              </a:buClr>
              <a:buFont typeface="+mj-lt"/>
              <a:buAutoNum type="arabicPeriod"/>
              <a:defRPr sz="1800"/>
            </a:lvl3pPr>
            <a:lvl4pPr marL="1422900" indent="-342900">
              <a:spcBef>
                <a:spcPts val="1000"/>
              </a:spcBef>
              <a:buClr>
                <a:schemeClr val="accent5">
                  <a:lumMod val="60000"/>
                  <a:lumOff val="40000"/>
                </a:schemeClr>
              </a:buClr>
              <a:buFont typeface="+mj-lt"/>
              <a:buAutoNum type="arabicPeriod"/>
              <a:defRPr sz="1800"/>
            </a:lvl4pPr>
            <a:lvl5pPr marL="1859436" indent="-342900">
              <a:spcBef>
                <a:spcPts val="1000"/>
              </a:spcBef>
              <a:buClr>
                <a:schemeClr val="accent5">
                  <a:lumMod val="60000"/>
                  <a:lumOff val="40000"/>
                </a:schemeClr>
              </a:buClr>
              <a:buFont typeface="+mj-lt"/>
              <a:buAutoNum type="arabicPeriod"/>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a:prstGeom prst="rect">
            <a:avLst/>
          </a:prstGeom>
        </p:spPr>
        <p:txBody>
          <a:bodyPr/>
          <a:lstStyle>
            <a:lvl1pPr>
              <a:defRPr/>
            </a:lvl1pPr>
          </a:lstStyle>
          <a:p>
            <a:pPr>
              <a:defRPr/>
            </a:pPr>
            <a:r>
              <a:rPr lang="en-US">
                <a:solidFill>
                  <a:prstClr val="white">
                    <a:alpha val="70000"/>
                  </a:prstClr>
                </a:solidFill>
              </a:rPr>
              <a:t>20XX</a:t>
            </a:r>
            <a:endParaRPr lang="en-US" dirty="0">
              <a:solidFill>
                <a:prstClr val="white">
                  <a:alpha val="70000"/>
                </a:prstClr>
              </a:solidFill>
            </a:endParaRP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US"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all" spc="300" normalizeH="0" baseline="0" noProof="0" dirty="0">
              <a:ln>
                <a:noFill/>
              </a:ln>
              <a:solidFill>
                <a:prstClr val="white">
                  <a:alpha val="70000"/>
                </a:prstClr>
              </a:solidFill>
              <a:effectLst/>
              <a:uLnTx/>
              <a:uFillTx/>
              <a:latin typeface="Avenir Next LT Pro Light"/>
              <a:ea typeface="+mn-ea"/>
              <a:cs typeface="+mn-cs"/>
            </a:endParaRPr>
          </a:p>
        </p:txBody>
      </p:sp>
      <p:cxnSp>
        <p:nvCxnSpPr>
          <p:cNvPr id="8" name="Straight Connector 7">
            <a:extLst>
              <a:ext uri="{FF2B5EF4-FFF2-40B4-BE49-F238E27FC236}">
                <a16:creationId xmlns:a16="http://schemas.microsoft.com/office/drawing/2014/main" id="{10EFDB4E-BF6D-A408-5BC2-566CFAECDB4A}"/>
              </a:ext>
              <a:ext uri="{C183D7F6-B498-43B3-948B-1728B52AA6E4}">
                <adec:decorative xmlns:adec="http://schemas.microsoft.com/office/drawing/2017/decorative" val="1"/>
              </a:ext>
            </a:extLst>
          </p:cNvPr>
          <p:cNvCxnSpPr>
            <a:cxnSpLocks/>
          </p:cNvCxnSpPr>
          <p:nvPr userDrawn="1"/>
        </p:nvCxnSpPr>
        <p:spPr>
          <a:xfrm>
            <a:off x="9146739"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6313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1">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hasCustomPrompt="1"/>
          </p:nvPr>
        </p:nvSpPr>
        <p:spPr>
          <a:xfrm>
            <a:off x="3870326" y="539751"/>
            <a:ext cx="4451349" cy="2082226"/>
          </a:xfrm>
          <a:prstGeom prst="rect">
            <a:avLst/>
          </a:prstGeom>
        </p:spPr>
        <p:txBody>
          <a:bodyPr anchor="b"/>
          <a:lstStyle>
            <a:lvl1pPr algn="ctr">
              <a:defRPr/>
            </a:lvl1pPr>
          </a:lstStyle>
          <a:p>
            <a:r>
              <a:rPr lang="en-US" dirty="0"/>
              <a:t>Click to add title</a:t>
            </a:r>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hasCustomPrompt="1"/>
          </p:nvPr>
        </p:nvSpPr>
        <p:spPr>
          <a:xfrm>
            <a:off x="3870326" y="4248000"/>
            <a:ext cx="4451349" cy="2082226"/>
          </a:xfrm>
          <a:prstGeom prst="rect">
            <a:avLst/>
          </a:prstGeom>
        </p:spPr>
        <p:txBody>
          <a:bodyPr>
            <a:normAutofit/>
          </a:bodyPr>
          <a:lstStyle>
            <a:lvl1pPr marL="0" indent="0" algn="ctr">
              <a:buNone/>
              <a:defRPr sz="1800" i="1"/>
            </a:lvl1pPr>
          </a:lstStyle>
          <a:p>
            <a:r>
              <a:rPr lang="en-US" dirty="0"/>
              <a:t>Click to add subtitle</a:t>
            </a: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5994892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A151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712456"/>
      </p:ext>
    </p:extLst>
  </p:cSld>
  <p:clrMap bg1="dk1" tx1="lt1" bg2="dk2" tx2="lt2" accent1="accent1" accent2="accent2" accent3="accent3" accent4="accent4" accent5="accent5" accent6="accent6" hlink="hlink" folHlink="folHlink"/>
  <p:sldLayoutIdLst>
    <p:sldLayoutId id="2147483667" r:id="rId1"/>
    <p:sldLayoutId id="2147483694" r:id="rId2"/>
    <p:sldLayoutId id="2147483695" r:id="rId3"/>
    <p:sldLayoutId id="2147483696" r:id="rId4"/>
    <p:sldLayoutId id="2147483697" r:id="rId5"/>
    <p:sldLayoutId id="2147483703" r:id="rId6"/>
    <p:sldLayoutId id="2147483704" r:id="rId7"/>
    <p:sldLayoutId id="2147483700" r:id="rId8"/>
    <p:sldLayoutId id="2147483701" r:id="rId9"/>
    <p:sldLayoutId id="2147483698" r:id="rId10"/>
    <p:sldLayoutId id="2147483699" r:id="rId11"/>
    <p:sldLayoutId id="2147483702" r:id="rId12"/>
  </p:sldLayoutIdLst>
  <p:hf sldNum="0" hdr="0" ftr="0" dt="0"/>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19">
          <p15:clr>
            <a:srgbClr val="5ACBF0"/>
          </p15:clr>
        </p15:guide>
        <p15:guide id="2" pos="1731">
          <p15:clr>
            <a:srgbClr val="5ACBF0"/>
          </p15:clr>
        </p15:guide>
        <p15:guide id="3" pos="3140">
          <p15:clr>
            <a:srgbClr val="5ACBF0"/>
          </p15:clr>
        </p15:guide>
        <p15:guide id="4" pos="3488">
          <p15:clr>
            <a:srgbClr val="5ACBF0"/>
          </p15:clr>
        </p15:guide>
        <p15:guide id="5" pos="2788">
          <p15:clr>
            <a:srgbClr val="5ACBF0"/>
          </p15:clr>
        </p15:guide>
        <p15:guide id="6" pos="2434">
          <p15:clr>
            <a:srgbClr val="5ACBF0"/>
          </p15:clr>
        </p15:guide>
        <p15:guide id="7" pos="2084">
          <p15:clr>
            <a:srgbClr val="5ACBF0"/>
          </p15:clr>
        </p15:guide>
        <p15:guide id="8" pos="341">
          <p15:clr>
            <a:srgbClr val="F26B43"/>
          </p15:clr>
        </p15:guide>
        <p15:guide id="9" pos="1384">
          <p15:clr>
            <a:srgbClr val="5ACBF0"/>
          </p15:clr>
        </p15:guide>
        <p15:guide id="10" pos="1032">
          <p15:clr>
            <a:srgbClr val="5ACBF0"/>
          </p15:clr>
        </p15:guide>
        <p15:guide id="11" pos="680">
          <p15:clr>
            <a:srgbClr val="FDE53C"/>
          </p15:clr>
        </p15:guide>
        <p15:guide id="12" pos="4192">
          <p15:clr>
            <a:srgbClr val="5ACBF0"/>
          </p15:clr>
        </p15:guide>
        <p15:guide id="13" pos="4543">
          <p15:clr>
            <a:srgbClr val="5ACBF0"/>
          </p15:clr>
        </p15:guide>
        <p15:guide id="14" pos="4892">
          <p15:clr>
            <a:srgbClr val="5ACBF0"/>
          </p15:clr>
        </p15:guide>
        <p15:guide id="15" pos="5244">
          <p15:clr>
            <a:srgbClr val="5ACBF0"/>
          </p15:clr>
        </p15:guide>
        <p15:guide id="16" pos="5596">
          <p15:clr>
            <a:srgbClr val="5ACBF0"/>
          </p15:clr>
        </p15:guide>
        <p15:guide id="17" pos="5948">
          <p15:clr>
            <a:srgbClr val="5ACBF0"/>
          </p15:clr>
        </p15:guide>
        <p15:guide id="18" pos="6296">
          <p15:clr>
            <a:srgbClr val="5ACBF0"/>
          </p15:clr>
        </p15:guide>
        <p15:guide id="19" pos="6648">
          <p15:clr>
            <a:srgbClr val="5ACBF0"/>
          </p15:clr>
        </p15:guide>
        <p15:guide id="20" pos="6996">
          <p15:clr>
            <a:srgbClr val="FDE53C"/>
          </p15:clr>
        </p15:guide>
        <p15:guide id="21" orient="horz" pos="335">
          <p15:clr>
            <a:srgbClr val="F26B43"/>
          </p15:clr>
        </p15:guide>
        <p15:guide id="22" orient="horz" pos="680">
          <p15:clr>
            <a:srgbClr val="FDE53C"/>
          </p15:clr>
        </p15:guide>
        <p15:guide id="23" orient="horz" pos="1050">
          <p15:clr>
            <a:srgbClr val="5ACBF0"/>
          </p15:clr>
        </p15:guide>
        <p15:guide id="24" orient="horz" pos="1791">
          <p15:clr>
            <a:srgbClr val="5ACBF0"/>
          </p15:clr>
        </p15:guide>
        <p15:guide id="26" orient="horz" pos="2530">
          <p15:clr>
            <a:srgbClr val="5ACBF0"/>
          </p15:clr>
        </p15:guide>
        <p15:guide id="27" orient="horz" pos="2899">
          <p15:clr>
            <a:srgbClr val="5ACBF0"/>
          </p15:clr>
        </p15:guide>
        <p15:guide id="28" orient="horz" pos="3268">
          <p15:clr>
            <a:srgbClr val="5ACBF0"/>
          </p15:clr>
        </p15:guide>
        <p15:guide id="29" orient="horz" pos="3634">
          <p15:clr>
            <a:srgbClr val="FDE53C"/>
          </p15:clr>
        </p15:guide>
        <p15:guide id="30" orient="horz" pos="3979">
          <p15:clr>
            <a:srgbClr val="F26B43"/>
          </p15:clr>
        </p15:guide>
        <p15:guide id="31" orient="horz" pos="2160">
          <p15:clr>
            <a:srgbClr val="FDE53C"/>
          </p15:clr>
        </p15:guide>
        <p15:guide id="32" pos="7340">
          <p15:clr>
            <a:srgbClr val="F26B43"/>
          </p15:clr>
        </p15:guide>
        <p15:guide id="33" pos="3840">
          <p15:clr>
            <a:srgbClr val="FDE53C"/>
          </p15:clr>
        </p15:guide>
        <p15:guide id="34" orient="horz" pos="637">
          <p15:clr>
            <a:srgbClr val="C35EA4"/>
          </p15:clr>
        </p15:guide>
        <p15:guide id="35" orient="horz" pos="1128">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4" name="TextBox 3"/>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06.07.2025</a:t>
            </a:r>
          </a:p>
        </p:txBody>
      </p:sp>
      <p:sp>
        <p:nvSpPr>
          <p:cNvPr id="5" name="TextBox 4"/>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6" name="TextBox 5"/>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br/>
            <a:br/>
            <a:r>
              <a:t>Passage:</a:t>
            </a:r>
            <a:br/>
            <a:r>
              <a:t>Speaker:</a:t>
            </a:r>
            <a:br/>
            <a:r>
              <a:t>Topic:</a:t>
            </a:r>
            <a:br/>
            <a:r>
              <a:t>Response Song:</a:t>
            </a:r>
            <a:br/>
            <a:r>
              <a:t>Announcements and Closing Prayer</a:t>
            </a:r>
            <a:br/>
            <a:r>
              <a:t>Benediction</a:t>
            </a:r>
          </a:p>
        </p:txBody>
      </p:sp>
      <p:sp>
        <p:nvSpPr>
          <p:cNvPr id="7" name="TextBox 6"/>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A Thousand Hallelujahs</a:t>
            </a:r>
            <a:br/>
            <a:r>
              <a:t>Cornerstone</a:t>
            </a:r>
            <a:br/>
            <a:r>
              <a:t>Yet Not I But Through Christ in Me</a:t>
            </a:r>
            <a:br/>
            <a:r>
              <a:t>Hosea 1:10,11; Hosea 2:1</a:t>
            </a:r>
            <a:br/>
            <a:r>
              <a:t>Jose Peter</a:t>
            </a:r>
            <a:br/>
            <a:r>
              <a:t>Hosea</a:t>
            </a:r>
            <a:br/>
            <a:r>
              <a:t>TBA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Please keep all phones on silent</a:t>
            </a:r>
          </a:p>
        </p:txBody>
      </p:sp>
      <p:pic>
        <p:nvPicPr>
          <p:cNvPr id="3" name="Picture 2" descr="Phon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 Thousand Hallelujahs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Who else would rocks cry out to worship?</a:t>
            </a:r>
          </a:p>
          <a:p>
            <a:pPr algn="ctr">
              <a:defRPr sz="3300" b="0"/>
            </a:pPr>
            <a:r>
              <a:t>Whose glory taught the stars to shine?</a:t>
            </a:r>
          </a:p>
          <a:p>
            <a:pPr algn="ctr">
              <a:defRPr sz="3300" b="0"/>
            </a:pPr>
            <a:r>
              <a:t>Perhaps creation longs to have the words to sing</a:t>
            </a:r>
          </a:p>
          <a:p>
            <a:pPr algn="ctr">
              <a:defRPr sz="3300" b="0"/>
            </a:pPr>
            <a:r>
              <a:t>But this joy is mine</a:t>
            </a:r>
          </a:p>
          <a:p>
            <a:pPr algn="ctr">
              <a:defRPr sz="33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Who else would die for our redemption?</a:t>
            </a:r>
          </a:p>
          <a:p>
            <a:pPr algn="ctr">
              <a:defRPr sz="3300" b="0"/>
            </a:pPr>
            <a:r>
              <a:t>Whose resurrection means I’ll rise?</a:t>
            </a:r>
          </a:p>
          <a:p>
            <a:pPr algn="ctr">
              <a:defRPr sz="3300" b="0"/>
            </a:pPr>
            <a:r>
              <a:t>There isn’t time enough to sing of all You’ve done</a:t>
            </a:r>
          </a:p>
          <a:p>
            <a:pPr algn="ctr">
              <a:defRPr sz="3300" b="0"/>
            </a:pPr>
            <a:r>
              <a:t>But I have eternity to try</a:t>
            </a:r>
          </a:p>
          <a:p>
            <a:pPr algn="ctr">
              <a:defRPr sz="33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to the Lord</a:t>
            </a:r>
          </a:p>
          <a:p>
            <a:pPr algn="ctr">
              <a:defRPr sz="3300" b="0"/>
            </a:pPr>
            <a:r>
              <a:t>To the lamb</a:t>
            </a:r>
          </a:p>
          <a:p>
            <a:pPr algn="ctr">
              <a:defRPr sz="3300" b="0"/>
            </a:pPr>
            <a:r>
              <a:t>To the King of Heaven</a:t>
            </a:r>
          </a:p>
          <a:p>
            <a:pPr algn="ctr">
              <a:defRPr sz="33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for He rose</a:t>
            </a:r>
          </a:p>
          <a:p>
            <a:pPr algn="ctr">
              <a:defRPr sz="3300" b="0"/>
            </a:pPr>
            <a:r>
              <a:t>Now He reigns</a:t>
            </a:r>
          </a:p>
          <a:p>
            <a:pPr algn="ctr">
              <a:defRPr sz="3300" b="0"/>
            </a:pPr>
            <a:r>
              <a:t>We will sing forever</a:t>
            </a:r>
          </a:p>
          <a:p>
            <a:pPr algn="ctr">
              <a:defRPr sz="3300" b="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to the Lord</a:t>
            </a:r>
          </a:p>
          <a:p>
            <a:pPr algn="ctr">
              <a:defRPr sz="3300" b="0"/>
            </a:pPr>
            <a:r>
              <a:t>To the lamb</a:t>
            </a:r>
          </a:p>
          <a:p>
            <a:pPr algn="ctr">
              <a:defRPr sz="3300" b="0"/>
            </a:pPr>
            <a:r>
              <a:t>To the King of Heaven</a:t>
            </a:r>
          </a:p>
          <a:p>
            <a:pPr algn="ctr">
              <a:defRPr sz="3300" b="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for He rose</a:t>
            </a:r>
          </a:p>
          <a:p>
            <a:pPr algn="ctr">
              <a:defRPr sz="3300" b="0"/>
            </a:pPr>
            <a:r>
              <a:t>Now He reigns</a:t>
            </a:r>
          </a:p>
          <a:p>
            <a:pPr algn="ctr">
              <a:defRPr sz="3300" b="0"/>
            </a:pPr>
            <a:r>
              <a:t>We will sing forever</a:t>
            </a:r>
          </a:p>
          <a:p>
            <a:pPr algn="ctr">
              <a:defRPr sz="3300" b="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to the Lord</a:t>
            </a:r>
          </a:p>
          <a:p>
            <a:pPr algn="ctr">
              <a:defRPr sz="3300" b="0"/>
            </a:pPr>
            <a:r>
              <a:t>To the lamb</a:t>
            </a:r>
          </a:p>
          <a:p>
            <a:pPr algn="ctr">
              <a:defRPr sz="3300" b="0"/>
            </a:pPr>
            <a:r>
              <a:t>To the King of Heaven</a:t>
            </a:r>
          </a:p>
          <a:p>
            <a:pPr algn="ctr">
              <a:defRPr sz="3300" b="0"/>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Praise for He rose</a:t>
            </a:r>
          </a:p>
          <a:p>
            <a:pPr algn="ctr">
              <a:defRPr sz="3300" b="0"/>
            </a:pPr>
            <a:r>
              <a:t>Now He reigns</a:t>
            </a:r>
          </a:p>
          <a:p>
            <a:pPr algn="ctr">
              <a:defRPr sz="3300" b="0"/>
            </a:pPr>
            <a:r>
              <a:t>We will sing forever</a:t>
            </a:r>
          </a:p>
          <a:p>
            <a:pPr algn="ctr">
              <a:defRPr sz="3300" b="0"/>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Cornerstone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My hope is built on nothing less</a:t>
            </a:r>
          </a:p>
          <a:p>
            <a:pPr algn="ctr">
              <a:defRPr sz="3300" b="0"/>
            </a:pPr>
            <a:r>
              <a:t>Than Jesus blood and righteousness</a:t>
            </a:r>
          </a:p>
          <a:p>
            <a:pPr algn="ctr">
              <a:defRPr sz="3300" b="0"/>
            </a:pPr>
            <a:r>
              <a:t>I dare not trust the sweetest frame</a:t>
            </a:r>
          </a:p>
          <a:p>
            <a:pPr algn="ctr">
              <a:defRPr sz="3300" b="0"/>
            </a:pPr>
            <a:r>
              <a:t>But wholly trust in Jesus name (x2)</a:t>
            </a:r>
          </a:p>
          <a:p>
            <a:pPr algn="ctr">
              <a:defRPr sz="3300" b="0"/>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Christ alone, Cornerstone</a:t>
            </a:r>
          </a:p>
          <a:p>
            <a:pPr algn="ctr">
              <a:defRPr sz="3300" b="0"/>
            </a:pPr>
            <a:r>
              <a:t>Weak made strong in the Saviour's love</a:t>
            </a:r>
          </a:p>
          <a:p>
            <a:pPr algn="ctr">
              <a:defRPr sz="3300" b="0"/>
            </a:pPr>
            <a:r>
              <a:t>Through the storm, He is Lord</a:t>
            </a:r>
          </a:p>
          <a:p>
            <a:pPr algn="ctr">
              <a:defRPr sz="3300" b="0"/>
            </a:pPr>
            <a:r>
              <a:t>Lord of all</a:t>
            </a:r>
          </a:p>
          <a:p>
            <a:pPr algn="ctr">
              <a:defRPr sz="3300" b="0"/>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When darkness seems to hide His face</a:t>
            </a:r>
          </a:p>
          <a:p>
            <a:pPr algn="ctr">
              <a:defRPr sz="3300" b="0"/>
            </a:pPr>
            <a:r>
              <a:t>I rest on His unchanging grace</a:t>
            </a:r>
          </a:p>
          <a:p>
            <a:pPr algn="ctr">
              <a:defRPr sz="3300" b="0"/>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In every high and stormy gale</a:t>
            </a:r>
          </a:p>
          <a:p>
            <a:pPr algn="ctr">
              <a:defRPr sz="3300" b="0"/>
            </a:pPr>
            <a:r>
              <a:t>My anchor holds within the veil</a:t>
            </a:r>
          </a:p>
          <a:p>
            <a:pPr algn="ctr">
              <a:defRPr sz="3300" b="0"/>
            </a:pPr>
            <a:r>
              <a:t>My anchor holds within the veil</a:t>
            </a:r>
          </a:p>
          <a:p>
            <a:pPr algn="ctr">
              <a:defRPr sz="3300" b="0"/>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Christ alone, Cornerstone</a:t>
            </a:r>
          </a:p>
          <a:p>
            <a:pPr algn="ctr">
              <a:defRPr sz="3300" b="0"/>
            </a:pPr>
            <a:r>
              <a:t>Weak made strong in the Saviour's love</a:t>
            </a:r>
          </a:p>
          <a:p>
            <a:pPr algn="ctr">
              <a:defRPr sz="3300" b="0"/>
            </a:pPr>
            <a:r>
              <a:t>Through the storm, He is Lord</a:t>
            </a:r>
          </a:p>
          <a:p>
            <a:pPr algn="ctr">
              <a:defRPr sz="3300" b="0"/>
            </a:pPr>
            <a:r>
              <a:t>Lord of all</a:t>
            </a:r>
          </a:p>
          <a:p>
            <a:pPr algn="ctr">
              <a:defRPr sz="3300" b="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He is Lord, Lord of all</a:t>
            </a:r>
          </a:p>
          <a:p>
            <a:pPr algn="ctr">
              <a:defRPr sz="3300" b="0"/>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Christ alone, Cornerstone</a:t>
            </a:r>
          </a:p>
          <a:p>
            <a:pPr algn="ctr">
              <a:defRPr sz="3300" b="0"/>
            </a:pPr>
            <a:r>
              <a:t>Weak made strong in the Saviour's love</a:t>
            </a:r>
          </a:p>
          <a:p>
            <a:pPr algn="ctr">
              <a:defRPr sz="3300" b="0"/>
            </a:pPr>
            <a:r>
              <a:t>Through the storm, He is Lord</a:t>
            </a:r>
          </a:p>
          <a:p>
            <a:pPr algn="ctr">
              <a:defRPr sz="3300" b="0"/>
            </a:pPr>
            <a:r>
              <a:t>Lord of all</a:t>
            </a:r>
          </a:p>
          <a:p>
            <a:pPr algn="ctr">
              <a:defRPr sz="3300" b="0"/>
            </a:p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When He shall come with trumpet sound</a:t>
            </a:r>
          </a:p>
          <a:p>
            <a:pPr algn="ctr">
              <a:defRPr sz="3300" b="0"/>
            </a:pPr>
            <a:r>
              <a:t>Oh may I then in Him be found</a:t>
            </a:r>
          </a:p>
          <a:p>
            <a:pPr algn="ctr">
              <a:defRPr sz="3300" b="0"/>
            </a:pPr>
            <a:r>
              <a:t>Dressed in His righteousness alone</a:t>
            </a:r>
          </a:p>
          <a:p>
            <a:pPr algn="ctr">
              <a:defRPr sz="3300" b="0"/>
            </a:pPr>
            <a:r>
              <a:t>Faultless stand before the throne</a:t>
            </a:r>
          </a:p>
          <a:p>
            <a:pPr algn="ctr">
              <a:defRPr sz="3300" b="0"/>
            </a:p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Christ alone, Cornerstone</a:t>
            </a:r>
          </a:p>
          <a:p>
            <a:pPr algn="ctr">
              <a:defRPr sz="3300" b="0"/>
            </a:pPr>
            <a:r>
              <a:t>Weak made strong in the Saviour's love</a:t>
            </a:r>
          </a:p>
          <a:p>
            <a:pPr algn="ctr">
              <a:defRPr sz="3300" b="0"/>
            </a:p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Through the storm, He is Lord</a:t>
            </a:r>
          </a:p>
          <a:p>
            <a:pPr algn="ctr">
              <a:defRPr sz="3300" b="0"/>
            </a:pPr>
            <a:r>
              <a:t>Lord of all</a:t>
            </a:r>
          </a:p>
          <a:p>
            <a:pPr algn="ctr">
              <a:defRPr sz="3300" b="0"/>
            </a:pPr>
            <a:r>
              <a:t>He is Lord, Lord of all</a:t>
            </a:r>
          </a:p>
          <a:p>
            <a:pPr algn="ctr">
              <a:defRPr sz="3300" b="0"/>
            </a:p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Christ alone, Cornerstone</a:t>
            </a:r>
          </a:p>
          <a:p>
            <a:pPr algn="ctr">
              <a:defRPr sz="3300" b="0"/>
            </a:pPr>
            <a:r>
              <a:t>Weak made strong in the Saviour's love</a:t>
            </a:r>
          </a:p>
          <a:p>
            <a:pPr algn="ctr">
              <a:defRPr sz="3300" b="0"/>
            </a:p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Through the storm, He is Lord</a:t>
            </a:r>
          </a:p>
          <a:p>
            <a:pPr algn="ctr">
              <a:defRPr sz="3300" b="0"/>
            </a:pPr>
            <a:r>
              <a:t>Lord of all</a:t>
            </a:r>
          </a:p>
          <a:p>
            <a:pPr algn="ctr">
              <a:defRPr sz="3300" b="0"/>
            </a:pPr>
            <a:r>
              <a:t>He is Lord, Lord of all</a:t>
            </a:r>
          </a:p>
          <a:p>
            <a:pPr algn="ctr">
              <a:defRPr sz="3300" b="0"/>
            </a:p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Yet Not I But Through Christ In 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What gift of grace is Jesus, my Redeemer</a:t>
            </a:r>
          </a:p>
          <a:p>
            <a:pPr algn="ctr">
              <a:defRPr sz="3300" b="0"/>
            </a:pPr>
            <a:r>
              <a:t>There is no more for heaven now to give</a:t>
            </a:r>
          </a:p>
          <a:p>
            <a:pPr algn="ctr">
              <a:defRPr sz="3300" b="0"/>
            </a:pPr>
            <a:r>
              <a:t>He is my joy, my righteousness and freedom</a:t>
            </a:r>
          </a:p>
          <a:p>
            <a:pPr algn="ctr">
              <a:defRPr sz="3300" b="0"/>
            </a:pPr>
            <a:r>
              <a:t>My steadfast love, my deep and boundless peace</a:t>
            </a:r>
          </a:p>
          <a:p>
            <a:pPr algn="ctr">
              <a:defRPr sz="3300" b="0"/>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To this I hold, my hope is only Jesus</a:t>
            </a:r>
          </a:p>
          <a:p>
            <a:pPr algn="ctr">
              <a:defRPr sz="3300" b="0"/>
            </a:pPr>
            <a:r>
              <a:t>For my life is wholly bound to His</a:t>
            </a:r>
          </a:p>
          <a:p>
            <a:pPr algn="ctr">
              <a:defRPr sz="3300" b="0"/>
            </a:pPr>
            <a:r>
              <a:t>Oh how strange and divine, I can sing "All is mine"</a:t>
            </a:r>
          </a:p>
          <a:p>
            <a:pPr algn="ctr">
              <a:defRPr sz="3300" b="0"/>
            </a:pPr>
            <a:r>
              <a:t>Yet not I, but through Christ in me</a:t>
            </a:r>
          </a:p>
          <a:p>
            <a:pPr algn="ctr">
              <a:defRPr sz="3300" b="0"/>
            </a:p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The night is dark but I am not forsaken</a:t>
            </a:r>
          </a:p>
          <a:p>
            <a:pPr algn="ctr">
              <a:defRPr sz="3300" b="0"/>
            </a:pPr>
            <a:r>
              <a:t>For by my side, the Savior He will stay</a:t>
            </a:r>
          </a:p>
          <a:p>
            <a:pPr algn="ctr">
              <a:defRPr sz="3300" b="0"/>
            </a:pPr>
            <a:r>
              <a:t>I labour on in weakness and rejoicing</a:t>
            </a:r>
          </a:p>
          <a:p>
            <a:pPr algn="ctr">
              <a:defRPr sz="3300" b="0"/>
            </a:pPr>
            <a:r>
              <a:t>For in my need, His power is displayed</a:t>
            </a:r>
          </a:p>
          <a:p>
            <a:pPr algn="ctr">
              <a:defRPr sz="3300" b="0"/>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To this I hold, my Shepherd will defend me</a:t>
            </a:r>
          </a:p>
          <a:p>
            <a:pPr algn="ctr">
              <a:defRPr sz="3300" b="0"/>
            </a:pPr>
            <a:r>
              <a:t>Through the deepest valley He will lead</a:t>
            </a:r>
          </a:p>
          <a:p>
            <a:pPr algn="ctr">
              <a:defRPr sz="3300" b="0"/>
            </a:pPr>
            <a:r>
              <a:t>Oh the night has been won and I shall overcome</a:t>
            </a:r>
          </a:p>
          <a:p>
            <a:pPr algn="ctr">
              <a:defRPr sz="3300" b="0"/>
            </a:pPr>
            <a:r>
              <a:t>Yet not I, but through Christ in me</a:t>
            </a:r>
          </a:p>
          <a:p>
            <a:pPr algn="ctr">
              <a:defRPr sz="3300" b="0"/>
            </a:p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No fate I dread, I know I am forgiven</a:t>
            </a:r>
          </a:p>
          <a:p>
            <a:pPr algn="ctr">
              <a:defRPr sz="3300" b="0"/>
            </a:pPr>
            <a:r>
              <a:t>The future sure, the price it has been paid</a:t>
            </a:r>
          </a:p>
          <a:p>
            <a:pPr algn="ctr">
              <a:defRPr sz="3300" b="0"/>
            </a:pPr>
            <a:r>
              <a:t>For Jesus bled and suffered for my pardon</a:t>
            </a:r>
          </a:p>
          <a:p>
            <a:pPr algn="ctr">
              <a:defRPr sz="3300" b="0"/>
            </a:pPr>
            <a:r>
              <a:t>And He was raised to overthrow the grave</a:t>
            </a:r>
          </a:p>
          <a:p>
            <a:pPr algn="ctr">
              <a:defRPr sz="3300" b="0"/>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To this I hold, my sin has been defeated</a:t>
            </a:r>
          </a:p>
          <a:p>
            <a:pPr algn="ctr">
              <a:defRPr sz="3300" b="0"/>
            </a:pPr>
            <a:r>
              <a:t>Jesus now and ever is my plea</a:t>
            </a:r>
          </a:p>
          <a:p>
            <a:pPr algn="ctr">
              <a:defRPr sz="3300" b="0"/>
            </a:pPr>
            <a:r>
              <a:t>All the chains are released, I can sing "I am free"</a:t>
            </a:r>
          </a:p>
          <a:p>
            <a:pPr algn="ctr">
              <a:defRPr sz="3300" b="0"/>
            </a:pPr>
            <a:r>
              <a:t>Yet not I, but through Christ in me</a:t>
            </a:r>
          </a:p>
          <a:p>
            <a:pPr algn="ctr">
              <a:defRPr sz="3300" b="0"/>
            </a:p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With every breath, I long to follow Jesus</a:t>
            </a:r>
          </a:p>
          <a:p>
            <a:pPr algn="ctr">
              <a:defRPr sz="3300" b="0"/>
            </a:pPr>
            <a:r>
              <a:t>For He has said that He will bring me home</a:t>
            </a:r>
          </a:p>
          <a:p>
            <a:pPr algn="ctr">
              <a:defRPr sz="3300" b="0"/>
            </a:pPr>
            <a:r>
              <a:t>And day by day, I know He will renew me</a:t>
            </a:r>
          </a:p>
          <a:p>
            <a:pPr algn="ctr">
              <a:defRPr sz="3300" b="0"/>
            </a:pPr>
            <a:r>
              <a:t>Until I stand with joy before the throne</a:t>
            </a:r>
          </a:p>
          <a:p>
            <a:pPr algn="ctr">
              <a:defRPr sz="3300" b="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To this I hold, my hope is only Jesus</a:t>
            </a:r>
          </a:p>
          <a:p>
            <a:pPr algn="ctr">
              <a:defRPr sz="3300" b="0"/>
            </a:pPr>
            <a:r>
              <a:t>All the glory evermore to Him</a:t>
            </a:r>
          </a:p>
          <a:p>
            <a:pPr algn="ctr">
              <a:defRPr sz="3300" b="0"/>
            </a:pPr>
            <a:r>
              <a:t>When the race is complete, still my lips shall repeat</a:t>
            </a:r>
          </a:p>
          <a:p>
            <a:pPr algn="ctr">
              <a:defRPr sz="3300" b="0"/>
            </a:pPr>
            <a:r>
              <a:t>"Yet not I, but through Christ in me"</a:t>
            </a:r>
          </a:p>
          <a:p>
            <a:pPr algn="ctr">
              <a:defRPr sz="3300" b="0"/>
            </a:p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1028700"/>
            <a:ext cx="10972800" cy="5486400"/>
          </a:xfrm>
          <a:prstGeom prst="rect">
            <a:avLst/>
          </a:prstGeom>
          <a:noFill/>
        </p:spPr>
        <p:txBody>
          <a:bodyPr wrap="square">
            <a:spAutoFit/>
          </a:bodyPr>
          <a:lstStyle/>
          <a:p>
            <a:pPr algn="ctr">
              <a:defRPr sz="3300" b="0"/>
            </a:pPr>
            <a:r>
              <a:t>When the race is complete, still my lips shall repeat</a:t>
            </a:r>
          </a:p>
          <a:p>
            <a:pPr algn="ctr">
              <a:defRPr sz="3300" b="0"/>
            </a:pPr>
            <a:r>
              <a:t>"Yet not I, but through Christ in me"</a:t>
            </a:r>
          </a:p>
          <a:p>
            <a:pPr algn="ctr">
              <a:defRPr sz="3300" b="0"/>
            </a:pPr>
            <a:r>
              <a:t>"Yet not I, but through Christ in me"</a:t>
            </a:r>
          </a:p>
          <a:p>
            <a:pPr algn="ctr">
              <a:defRPr sz="3300" b="0"/>
            </a:pPr>
            <a:r>
              <a:t>"Yet not I, but through Christ in me"</a:t>
            </a:r>
          </a:p>
          <a:p>
            <a:pPr algn="ctr">
              <a:defRPr sz="3300" b="0"/>
            </a:p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Holy Communion</a:t>
            </a:r>
          </a:p>
        </p:txBody>
      </p:sp>
      <p:pic>
        <p:nvPicPr>
          <p:cNvPr id="3" name="Picture 2" descr="Communion.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3" name="Picture 2"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4320"/>
            <a:ext cx="10972800" cy="1028700"/>
          </a:xfrm>
          <a:prstGeom prst="rect">
            <a:avLst/>
          </a:prstGeom>
          <a:noFill/>
        </p:spPr>
        <p:txBody>
          <a:bodyPr wrap="square">
            <a:spAutoFit/>
          </a:bodyPr>
          <a:lstStyle/>
          <a:p>
            <a:pPr algn="ctr">
              <a:defRPr sz="5000" b="1"/>
            </a:pPr>
            <a:r>
              <a:t>Hosea 1:10,11; Hosea 2:1</a:t>
            </a:r>
          </a:p>
        </p:txBody>
      </p:sp>
      <p:sp>
        <p:nvSpPr>
          <p:cNvPr id="3" name="TextBox 2"/>
          <p:cNvSpPr txBox="1"/>
          <p:nvPr/>
        </p:nvSpPr>
        <p:spPr>
          <a:xfrm>
            <a:off x="609600" y="1303020"/>
            <a:ext cx="10972800" cy="5486400"/>
          </a:xfrm>
          <a:prstGeom prst="rect">
            <a:avLst/>
          </a:prstGeom>
          <a:noFill/>
        </p:spPr>
        <p:txBody>
          <a:bodyPr wrap="square">
            <a:spAutoFit/>
          </a:bodyPr>
          <a:lstStyle/>
          <a:p>
            <a:pPr algn="ctr">
              <a:defRPr sz="3200" b="0"/>
            </a:pPr>
            <a:r>
              <a:t>¹⁰ “Yet the Israelites will be like the sand on the seashore, which cannot be measured or counted. In the place where it was said to them, ‘You are not my people,’ they will be called ‘children of the living God.’</a:t>
            </a:r>
          </a:p>
          <a:p>
            <a:pPr algn="ctr">
              <a:defRPr sz="3200" b="0"/>
            </a:pPr>
            <a:r>
              <a:t>¹¹ The people of Judah and the people of Israel will come together; they will appoint one leader and will come up out of the land, for great will be the day of Jezreel.</a:t>
            </a:r>
          </a:p>
          <a:p>
            <a:pPr algn="ctr">
              <a:defRPr sz="3200" b="0"/>
            </a:pPr>
            <a:r>
              <a:t>“Say of your brothers, ‘My people,’ and of your sisters, ‘My loved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3" name="Rounded Rectangle 2"/>
          <p:cNvSpPr/>
          <p:nvPr/>
        </p:nvSpPr>
        <p:spPr>
          <a:xfrm>
            <a:off x="4038600" y="228600"/>
            <a:ext cx="7924800" cy="1143000"/>
          </a:xfrm>
          <a:prstGeom prst="roundRect">
            <a:avLst/>
          </a:prstGeom>
          <a:solidFill>
            <a:srgbClr val="D9D9D9">
              <a:lumMod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70714" y="228600"/>
            <a:ext cx="6339840" cy="1143000"/>
          </a:xfrm>
          <a:prstGeom prst="rect">
            <a:avLst/>
          </a:prstGeom>
          <a:noFill/>
        </p:spPr>
        <p:txBody>
          <a:bodyPr wrap="square">
            <a:spAutoFit/>
          </a:bodyPr>
          <a:lstStyle/>
          <a:p/>
          <a:p>
            <a:pPr>
              <a:defRPr sz="2300">
                <a:solidFill>
                  <a:srgbClr val="000000"/>
                </a:solidFill>
                <a:latin typeface="Gill Sans MT"/>
              </a:defRPr>
            </a:pPr>
            <a:r>
              <a:t>Account name: Blacktown Chinese Christian Church</a:t>
            </a:r>
          </a:p>
        </p:txBody>
      </p:sp>
      <p:pic>
        <p:nvPicPr>
          <p:cNvPr id="5" name="Picture 4" descr="church.png"/>
          <p:cNvPicPr>
            <a:picLocks noChangeAspect="1"/>
          </p:cNvPicPr>
          <p:nvPr/>
        </p:nvPicPr>
        <p:blipFill>
          <a:blip r:embed="rId2"/>
          <a:stretch>
            <a:fillRect/>
          </a:stretch>
        </p:blipFill>
        <p:spPr>
          <a:xfrm>
            <a:off x="4152900" y="342900"/>
            <a:ext cx="914400" cy="914400"/>
          </a:xfrm>
          <a:prstGeom prst="rect">
            <a:avLst/>
          </a:prstGeom>
        </p:spPr>
      </p:pic>
      <p:sp>
        <p:nvSpPr>
          <p:cNvPr id="6" name="Rounded Rectangle 5"/>
          <p:cNvSpPr/>
          <p:nvPr/>
        </p:nvSpPr>
        <p:spPr>
          <a:xfrm>
            <a:off x="4038600" y="1543050"/>
            <a:ext cx="7924800" cy="1143000"/>
          </a:xfrm>
          <a:prstGeom prst="roundRect">
            <a:avLst/>
          </a:prstGeom>
          <a:solidFill>
            <a:srgbClr val="D9D9D9">
              <a:lumMod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0714" y="1543050"/>
            <a:ext cx="6339840" cy="1143000"/>
          </a:xfrm>
          <a:prstGeom prst="rect">
            <a:avLst/>
          </a:prstGeom>
          <a:noFill/>
        </p:spPr>
        <p:txBody>
          <a:bodyPr wrap="square">
            <a:spAutoFit/>
          </a:bodyPr>
          <a:lstStyle/>
          <a:p/>
          <a:p>
            <a:pPr>
              <a:defRPr sz="2300">
                <a:solidFill>
                  <a:srgbClr val="000000"/>
                </a:solidFill>
                <a:latin typeface="Gill Sans MT"/>
              </a:defRPr>
            </a:pPr>
            <a:r>
              <a:t>Account number: 4216 50263</a:t>
            </a:r>
          </a:p>
        </p:txBody>
      </p:sp>
      <p:pic>
        <p:nvPicPr>
          <p:cNvPr id="8" name="Picture 7"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9" name="Rounded Rectangle 8"/>
          <p:cNvSpPr/>
          <p:nvPr/>
        </p:nvSpPr>
        <p:spPr>
          <a:xfrm>
            <a:off x="4038600" y="2857500"/>
            <a:ext cx="7924800" cy="1143000"/>
          </a:xfrm>
          <a:prstGeom prst="roundRect">
            <a:avLst/>
          </a:prstGeom>
          <a:solidFill>
            <a:srgbClr val="D9D9D9">
              <a:lumMod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70714" y="2857500"/>
            <a:ext cx="6339840" cy="1143000"/>
          </a:xfrm>
          <a:prstGeom prst="rect">
            <a:avLst/>
          </a:prstGeom>
          <a:noFill/>
        </p:spPr>
        <p:txBody>
          <a:bodyPr wrap="square">
            <a:spAutoFit/>
          </a:bodyPr>
          <a:lstStyle/>
          <a:p/>
          <a:p>
            <a:pPr>
              <a:defRPr sz="2300">
                <a:solidFill>
                  <a:srgbClr val="000000"/>
                </a:solidFill>
                <a:latin typeface="Gill Sans MT"/>
              </a:defRPr>
            </a:pPr>
            <a:r>
              <a:t>BSB: 112 - 879</a:t>
            </a:r>
          </a:p>
        </p:txBody>
      </p:sp>
      <p:pic>
        <p:nvPicPr>
          <p:cNvPr id="11" name="Picture 10" descr="bsb.png"/>
          <p:cNvPicPr>
            <a:picLocks noChangeAspect="1"/>
          </p:cNvPicPr>
          <p:nvPr/>
        </p:nvPicPr>
        <p:blipFill>
          <a:blip r:embed="rId4"/>
          <a:stretch>
            <a:fillRect/>
          </a:stretch>
        </p:blipFill>
        <p:spPr>
          <a:xfrm>
            <a:off x="4152900" y="2971800"/>
            <a:ext cx="914400" cy="914400"/>
          </a:xfrm>
          <a:prstGeom prst="rect">
            <a:avLst/>
          </a:prstGeom>
        </p:spPr>
      </p:pic>
      <p:sp>
        <p:nvSpPr>
          <p:cNvPr id="12" name="Rounded Rectangle 11"/>
          <p:cNvSpPr/>
          <p:nvPr/>
        </p:nvSpPr>
        <p:spPr>
          <a:xfrm>
            <a:off x="4038600" y="4171950"/>
            <a:ext cx="7924800" cy="1143000"/>
          </a:xfrm>
          <a:prstGeom prst="roundRect">
            <a:avLst/>
          </a:prstGeom>
          <a:solidFill>
            <a:srgbClr val="D9D9D9">
              <a:lumMod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0714" y="4171950"/>
            <a:ext cx="6339840" cy="1143000"/>
          </a:xfrm>
          <a:prstGeom prst="rect">
            <a:avLst/>
          </a:prstGeom>
          <a:noFill/>
        </p:spPr>
        <p:txBody>
          <a:bodyPr wrap="square">
            <a:spAutoFit/>
          </a:bodyPr>
          <a:lstStyle/>
          <a:p/>
          <a:p>
            <a:pPr>
              <a:defRPr sz="2300">
                <a:solidFill>
                  <a:srgbClr val="000000"/>
                </a:solidFill>
                <a:latin typeface="Gill Sans MT"/>
              </a:defRPr>
            </a:pPr>
            <a:r>
              <a:t>Please put in "offering" as the reference</a:t>
            </a:r>
          </a:p>
        </p:txBody>
      </p:sp>
      <p:pic>
        <p:nvPicPr>
          <p:cNvPr id="14" name="Picture 13" descr="hands.png"/>
          <p:cNvPicPr>
            <a:picLocks noChangeAspect="1"/>
          </p:cNvPicPr>
          <p:nvPr/>
        </p:nvPicPr>
        <p:blipFill>
          <a:blip r:embed="rId5"/>
          <a:stretch>
            <a:fillRect/>
          </a:stretch>
        </p:blipFill>
        <p:spPr>
          <a:xfrm>
            <a:off x="4152900" y="4286250"/>
            <a:ext cx="914400" cy="914400"/>
          </a:xfrm>
          <a:prstGeom prst="rect">
            <a:avLst/>
          </a:prstGeom>
        </p:spPr>
      </p:pic>
      <p:sp>
        <p:nvSpPr>
          <p:cNvPr id="15" name="Rounded Rectangle 14"/>
          <p:cNvSpPr/>
          <p:nvPr/>
        </p:nvSpPr>
        <p:spPr>
          <a:xfrm>
            <a:off x="4038600" y="5486400"/>
            <a:ext cx="7924800" cy="1143000"/>
          </a:xfrm>
          <a:prstGeom prst="roundRect">
            <a:avLst/>
          </a:prstGeom>
          <a:solidFill>
            <a:srgbClr val="D9D9D9">
              <a:lumMod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0714" y="5486400"/>
            <a:ext cx="6339840" cy="1143000"/>
          </a:xfrm>
          <a:prstGeom prst="rect">
            <a:avLst/>
          </a:prstGeom>
          <a:noFill/>
        </p:spPr>
        <p:txBody>
          <a:bodyPr wrap="square">
            <a:spAutoFit/>
          </a:bodyPr>
          <a:lstStyle/>
          <a:p/>
          <a:p>
            <a:pPr>
              <a:defRPr sz="2300">
                <a:solidFill>
                  <a:srgbClr val="000000"/>
                </a:solidFill>
                <a:latin typeface="Gill Sans MT"/>
              </a:defRPr>
            </a:pPr>
            <a:r>
              <a:t>The offering box is available at the back of the hall</a:t>
            </a:r>
          </a:p>
        </p:txBody>
      </p:sp>
      <p:pic>
        <p:nvPicPr>
          <p:cNvPr id="17" name="Picture 16"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3" name="TextBox 2"/>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LeafVTI">
  <a:themeElements>
    <a:clrScheme name="Leaf">
      <a:dk1>
        <a:sysClr val="windowText" lastClr="000000"/>
      </a:dk1>
      <a:lt1>
        <a:sysClr val="window" lastClr="FFFFFF"/>
      </a:lt1>
      <a:dk2>
        <a:srgbClr val="732124"/>
      </a:dk2>
      <a:lt2>
        <a:srgbClr val="F0EDE5"/>
      </a:lt2>
      <a:accent1>
        <a:srgbClr val="D34817"/>
      </a:accent1>
      <a:accent2>
        <a:srgbClr val="A68D65"/>
      </a:accent2>
      <a:accent3>
        <a:srgbClr val="728377"/>
      </a:accent3>
      <a:accent4>
        <a:srgbClr val="B4797B"/>
      </a:accent4>
      <a:accent5>
        <a:srgbClr val="CE8439"/>
      </a:accent5>
      <a:accent6>
        <a:srgbClr val="CF3A2A"/>
      </a:accent6>
      <a:hlink>
        <a:srgbClr val="D06853"/>
      </a:hlink>
      <a:folHlink>
        <a:srgbClr val="B67779"/>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39732_win32_SL_V4" id="{52CD7D06-EB0F-4442-B8CC-D6797E66CEC9}" vid="{71772D25-A8C7-4B89-A7D4-19332CD2B2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7FEE6A-70C7-4994-95E7-698D6AC488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A33059B-AF8D-467E-BDB3-CD063FDD209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3A5F18C-93E4-4C3A-A312-44EF0CB57AC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Avenir Next LT Pro Light</vt:lpstr>
      <vt:lpstr>Calibri</vt:lpstr>
      <vt:lpstr>Wingdings</vt:lpstr>
      <vt:lpstr>LeafVTI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2024-01-12T06:49:40Z</dcterms:created>
  <dcterms:modified xsi:type="dcterms:W3CDTF">2024-07-29T05:09:23Z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