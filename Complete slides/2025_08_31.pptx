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</p:sldIdLst>
  <p:sldSz cx="18288000" cy="10287000"/>
  <p:notesSz cx="6858000" cy="9144000"/>
  <p:embeddedFontLst>
    <p:embeddedFont>
      <p:font typeface="Cambria" panose="02040503050406030204" pitchFamily="18" charset="0"/>
      <p:regular r:id="rId2"/>
      <p:bold r:id="rId3"/>
      <p:italic r:id="rId4"/>
      <p:boldItalic r:id="rId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7AF3"/>
    <a:srgbClr val="0E174A"/>
    <a:srgbClr val="030812"/>
    <a:srgbClr val="102A48"/>
    <a:srgbClr val="183B68"/>
    <a:srgbClr val="122B4C"/>
    <a:srgbClr val="1E2854"/>
    <a:srgbClr val="0C0C23"/>
    <a:srgbClr val="0E1648"/>
    <a:srgbClr val="172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423" autoAdjust="0"/>
    <p:restoredTop sz="94609" autoAdjust="0"/>
  </p:normalViewPr>
  <p:slideViewPr>
    <p:cSldViewPr>
      <p:cViewPr varScale="1">
        <p:scale>
          <a:sx n="79" d="100"/>
          <a:sy n="79" d="100"/>
        </p:scale>
        <p:origin x="648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font" Target="fonts/font1.fntdata"/><Relationship Id="rId3" Type="http://schemas.openxmlformats.org/officeDocument/2006/relationships/font" Target="fonts/font2.fntdata"/><Relationship Id="rId4" Type="http://schemas.openxmlformats.org/officeDocument/2006/relationships/font" Target="fonts/font3.fntdata"/><Relationship Id="rId5" Type="http://schemas.openxmlformats.org/officeDocument/2006/relationships/font" Target="fonts/font4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6518" y="914402"/>
            <a:ext cx="13014333" cy="4800600"/>
          </a:xfrm>
        </p:spPr>
        <p:txBody>
          <a:bodyPr anchor="b">
            <a:normAutofit/>
          </a:bodyPr>
          <a:lstStyle>
            <a:lvl1pPr algn="ctr">
              <a:defRPr sz="72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6518" y="5829300"/>
            <a:ext cx="13014333" cy="2857500"/>
          </a:xfrm>
        </p:spPr>
        <p:txBody>
          <a:bodyPr anchor="t">
            <a:normAutofit/>
          </a:bodyPr>
          <a:lstStyle>
            <a:lvl1pPr marL="0" indent="0" algn="ctr">
              <a:buNone/>
              <a:defRPr sz="31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88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43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6519" y="4962872"/>
            <a:ext cx="13030200" cy="2203200"/>
          </a:xfrm>
        </p:spPr>
        <p:txBody>
          <a:bodyPr anchor="b"/>
          <a:lstStyle>
            <a:lvl1pPr algn="r">
              <a:defRPr sz="6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6517" y="7166072"/>
            <a:ext cx="13030202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14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2118" y="4000499"/>
            <a:ext cx="7315200" cy="4686302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5918" y="4000500"/>
            <a:ext cx="7315200" cy="4686300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9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3921" y="3987799"/>
            <a:ext cx="6883397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2118" y="4864894"/>
            <a:ext cx="7315200" cy="3821906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64700" y="4000500"/>
            <a:ext cx="6906420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5919" y="4864894"/>
            <a:ext cx="7315202" cy="3821906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03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33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2400300"/>
            <a:ext cx="5323682" cy="205740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5718" y="914402"/>
            <a:ext cx="8915402" cy="7772400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7" y="4457700"/>
            <a:ext cx="5323682" cy="27432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3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2400300"/>
            <a:ext cx="8001002" cy="2057400"/>
          </a:xfrm>
        </p:spPr>
        <p:txBody>
          <a:bodyPr anchor="b">
            <a:normAutofit/>
          </a:bodyPr>
          <a:lstStyle>
            <a:lvl1pPr algn="l">
              <a:defRPr sz="4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150600" y="-27432"/>
            <a:ext cx="4914899" cy="1035558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7" y="4457700"/>
            <a:ext cx="8001002" cy="2743200"/>
          </a:xfr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598818" y="8824913"/>
            <a:ext cx="1371600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12118" y="8824913"/>
            <a:ext cx="7658100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113919" y="8824913"/>
            <a:ext cx="4838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9" y="7099298"/>
            <a:ext cx="14859000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69418" y="1398168"/>
            <a:ext cx="12338916" cy="474746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9" y="7949405"/>
            <a:ext cx="14859000" cy="74056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4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8" y="914402"/>
            <a:ext cx="14858999" cy="4686299"/>
          </a:xfrm>
        </p:spPr>
        <p:txBody>
          <a:bodyPr anchor="ctr">
            <a:normAutofit/>
          </a:bodyPr>
          <a:lstStyle>
            <a:lvl1pPr algn="l">
              <a:defRPr sz="48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anchor="ctr">
            <a:normAutofit/>
          </a:bodyPr>
          <a:lstStyle>
            <a:lvl1pPr marL="0" indent="0" algn="l">
              <a:buNone/>
              <a:defRPr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41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254918" y="118023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56718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9" y="914402"/>
            <a:ext cx="13944597" cy="4114799"/>
          </a:xfrm>
        </p:spPr>
        <p:txBody>
          <a:bodyPr anchor="ctr">
            <a:normAutofit/>
          </a:bodyPr>
          <a:lstStyle>
            <a:lvl1pPr algn="l">
              <a:defRPr sz="48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12218" y="5029200"/>
            <a:ext cx="13258803" cy="5715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49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8" y="4962872"/>
            <a:ext cx="14859000" cy="2203200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6" y="7166072"/>
            <a:ext cx="14859002" cy="1290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02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254918" y="118023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56718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9" y="914402"/>
            <a:ext cx="13944597" cy="4114799"/>
          </a:xfrm>
        </p:spPr>
        <p:txBody>
          <a:bodyPr anchor="ctr">
            <a:normAutofit/>
          </a:bodyPr>
          <a:lstStyle>
            <a:lvl1pPr algn="l">
              <a:defRPr sz="4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12118" y="5829300"/>
            <a:ext cx="14859000" cy="13335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6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7162800"/>
            <a:ext cx="14859000" cy="15240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3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8" y="914402"/>
            <a:ext cx="14858999" cy="41147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12118" y="5257800"/>
            <a:ext cx="14859000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2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57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12119" y="914400"/>
            <a:ext cx="14858997" cy="2857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06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5347" y="914399"/>
            <a:ext cx="3315771" cy="777240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12118" y="914400"/>
            <a:ext cx="11315700" cy="77724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189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0812">
                <a:lumMod val="100000"/>
              </a:srgbClr>
            </a:gs>
            <a:gs pos="100000">
              <a:srgbClr val="0E174A">
                <a:lumMod val="84016"/>
                <a:alpha val="91474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2119" y="914400"/>
            <a:ext cx="14858997" cy="2857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9" y="4000499"/>
            <a:ext cx="14858997" cy="4686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56418" y="8824913"/>
            <a:ext cx="24003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2118" y="8824913"/>
            <a:ext cx="113157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71019" y="8824913"/>
            <a:ext cx="82675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465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4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3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7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51435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4305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31.08.2025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0045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br/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Start a Fire</a:t>
            </a:r>
            <a:br/>
            <a:r>
              <a:t>Battle Belongs</a:t>
            </a:r>
            <a:br/>
            <a:r>
              <a:t>You are my King</a:t>
            </a:r>
            <a:br/>
            <a:r>
              <a:t>Luke 1:46-55, Luke 2:25-35</a:t>
            </a:r>
            <a:br/>
            <a:r>
              <a:t>Jenny Williams</a:t>
            </a:r>
            <a:br/>
            <a:r>
              <a:t>Mary the Mother of Jesus : ||Ordinary Women, Extraordinary Call</a:t>
            </a:r>
            <a:br/>
            <a:r>
              <a:t>TBA</a:t>
            </a:r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/>
            </a:pPr>
            <a:r>
              <a:t>Please keep all phones on silent</a:t>
            </a:r>
          </a:p>
        </p:txBody>
      </p:sp>
      <p:pic>
        <p:nvPicPr>
          <p:cNvPr id="3" name="Picture 2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10287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Start A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This world can be cold and bitter</a:t>
            </a:r>
          </a:p>
          <a:p>
            <a:pPr algn="ctr">
              <a:defRPr sz="5300" b="0"/>
            </a:pPr>
            <a:r>
              <a:t>Feels like we're in the dead of winter</a:t>
            </a:r>
          </a:p>
          <a:p>
            <a:pPr algn="ctr">
              <a:defRPr sz="5300" b="0"/>
            </a:pPr>
            <a:r>
              <a:t>Waiting on something better</a:t>
            </a:r>
          </a:p>
          <a:p>
            <a:pPr algn="ctr">
              <a:defRPr sz="5300" b="0"/>
            </a:pPr>
            <a:r>
              <a:t>But am I really gonna hide forever?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Over and over again</a:t>
            </a:r>
          </a:p>
          <a:p>
            <a:pPr algn="ctr">
              <a:defRPr sz="5300" b="0"/>
            </a:pPr>
            <a:r>
              <a:t>I hear Your voice in my head</a:t>
            </a:r>
          </a:p>
          <a:p>
            <a:pPr algn="ctr">
              <a:defRPr sz="5300" b="0"/>
            </a:pPr>
            <a:r>
              <a:t>Let Your light shine,</a:t>
            </a:r>
          </a:p>
          <a:p>
            <a:pPr algn="ctr">
              <a:defRPr sz="5300" b="0"/>
            </a:pPr>
            <a:r>
              <a:t>Let Your light shine for all to see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Start a fire in my soul</a:t>
            </a:r>
          </a:p>
          <a:p>
            <a:pPr algn="ctr">
              <a:defRPr sz="5300" b="0"/>
            </a:pPr>
            <a:r>
              <a:t>Fan the flame and make it grow</a:t>
            </a:r>
          </a:p>
          <a:p>
            <a:pPr algn="ctr">
              <a:defRPr sz="5300" b="0"/>
            </a:pPr>
            <a:r>
              <a:t>So there’s no doubt or denying</a:t>
            </a:r>
          </a:p>
          <a:p>
            <a:pPr algn="ctr">
              <a:defRPr sz="5300" b="0"/>
            </a:pP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Let it burn so brightly</a:t>
            </a:r>
          </a:p>
          <a:p>
            <a:pPr algn="ctr">
              <a:defRPr sz="5300" b="0"/>
            </a:pPr>
            <a:r>
              <a:t>That everyone around can see</a:t>
            </a:r>
          </a:p>
          <a:p>
            <a:pPr algn="ctr">
              <a:defRPr sz="5300" b="0"/>
            </a:pPr>
            <a:r>
              <a:t>That it’s You, that it’s You that we need</a:t>
            </a:r>
          </a:p>
          <a:p>
            <a:pPr algn="ctr">
              <a:defRPr sz="5300" b="0"/>
            </a:pPr>
            <a:r>
              <a:t>Start a fire in me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You only need a spark to start a whole blaze</a:t>
            </a:r>
          </a:p>
          <a:p>
            <a:pPr algn="ctr">
              <a:defRPr sz="5300" b="0"/>
            </a:pPr>
            <a:r>
              <a:t>It only takes a little faith</a:t>
            </a:r>
          </a:p>
          <a:p>
            <a:pPr algn="ctr">
              <a:defRPr sz="5300" b="0"/>
            </a:pPr>
            <a:r>
              <a:t>Let it start right here in this city</a:t>
            </a:r>
          </a:p>
          <a:p>
            <a:pPr algn="ctr">
              <a:defRPr sz="5300" b="0"/>
            </a:pPr>
            <a:r>
              <a:t>So these old walls will never be the same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Over and over again</a:t>
            </a:r>
          </a:p>
          <a:p>
            <a:pPr algn="ctr">
              <a:defRPr sz="5300" b="0"/>
            </a:pPr>
            <a:r>
              <a:t>I hear Your voice in my head</a:t>
            </a:r>
          </a:p>
          <a:p>
            <a:pPr algn="ctr">
              <a:defRPr sz="5300" b="0"/>
            </a:pPr>
            <a:r>
              <a:t>They need to know, I need to go</a:t>
            </a:r>
          </a:p>
          <a:p>
            <a:pPr algn="ctr">
              <a:defRPr sz="5300" b="0"/>
            </a:pPr>
            <a:r>
              <a:t>Spirit won't You fall on my heart now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Start a fire in my soul</a:t>
            </a:r>
          </a:p>
          <a:p>
            <a:pPr algn="ctr">
              <a:defRPr sz="5300" b="0"/>
            </a:pPr>
            <a:r>
              <a:t>Fan the flame and make it grow</a:t>
            </a:r>
          </a:p>
          <a:p>
            <a:pPr algn="ctr">
              <a:defRPr sz="5300" b="0"/>
            </a:pPr>
            <a:r>
              <a:t>So there’s no doubt or denying</a:t>
            </a:r>
          </a:p>
          <a:p>
            <a:pPr algn="ctr">
              <a:defRPr sz="5300" b="0"/>
            </a:pP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Let it burn so brightly</a:t>
            </a:r>
          </a:p>
          <a:p>
            <a:pPr algn="ctr">
              <a:defRPr sz="5300" b="0"/>
            </a:pPr>
            <a:r>
              <a:t>That everyone around can see</a:t>
            </a:r>
          </a:p>
          <a:p>
            <a:pPr algn="ctr">
              <a:defRPr sz="5300" b="0"/>
            </a:pPr>
            <a:r>
              <a:t>That it’s You, that it’s You that we need</a:t>
            </a:r>
          </a:p>
          <a:p>
            <a:pPr algn="ctr">
              <a:defRPr sz="5300" b="0"/>
            </a:pPr>
            <a:r>
              <a:t>Start a fire in me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You are the fire You are the flame</a:t>
            </a:r>
          </a:p>
          <a:p>
            <a:pPr algn="ctr">
              <a:defRPr sz="5300" b="0"/>
            </a:pPr>
            <a:r>
              <a:t>You are the light on the darkest day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We have the hope we bear Your name</a:t>
            </a:r>
          </a:p>
          <a:p>
            <a:pPr algn="ctr">
              <a:defRPr sz="5300" b="0"/>
            </a:pPr>
            <a:r>
              <a:t>We carry the news that You have come to save</a:t>
            </a:r>
          </a:p>
          <a:p>
            <a:pPr algn="ctr">
              <a:defRPr sz="5300" b="0"/>
            </a:pPr>
            <a:r>
              <a:t>Only You can save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Start a fire in my soul</a:t>
            </a:r>
          </a:p>
          <a:p>
            <a:pPr algn="ctr">
              <a:defRPr sz="5300" b="0"/>
            </a:pPr>
            <a:r>
              <a:t>Fan the flame and make it grow</a:t>
            </a:r>
          </a:p>
          <a:p>
            <a:pPr algn="ctr">
              <a:defRPr sz="5300" b="0"/>
            </a:pPr>
            <a:r>
              <a:t>So there’s no doubt or denying</a:t>
            </a:r>
          </a:p>
          <a:p>
            <a:pPr algn="ctr">
              <a:defRPr sz="5300" b="0"/>
            </a:pP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Let it burn so brightly</a:t>
            </a:r>
          </a:p>
          <a:p>
            <a:pPr algn="ctr">
              <a:defRPr sz="5300" b="0"/>
            </a:pPr>
            <a:r>
              <a:t>That everyone around can see</a:t>
            </a:r>
          </a:p>
          <a:p>
            <a:pPr algn="ctr">
              <a:defRPr sz="5300" b="0"/>
            </a:pPr>
            <a:r>
              <a:t>That it’s You, that it’s You that we need</a:t>
            </a:r>
          </a:p>
          <a:p>
            <a:pPr algn="ctr">
              <a:defRPr sz="5300" b="0"/>
            </a:pPr>
            <a:r>
              <a:t>Start a fire in me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You are the fire You are the flame</a:t>
            </a:r>
          </a:p>
          <a:p>
            <a:pPr algn="ctr">
              <a:defRPr sz="5300" b="0"/>
            </a:pPr>
            <a:r>
              <a:t>You are the light on the darkest day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Battle Belongs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When all I see is the battle</a:t>
            </a:r>
          </a:p>
          <a:p>
            <a:pPr algn="ctr">
              <a:defRPr sz="5300" b="0"/>
            </a:pPr>
            <a:r>
              <a:t>You see my victory</a:t>
            </a:r>
          </a:p>
          <a:p>
            <a:pPr algn="ctr">
              <a:defRPr sz="5300" b="0"/>
            </a:pPr>
            <a:r>
              <a:t>When all I see is the mountain</a:t>
            </a:r>
          </a:p>
          <a:p>
            <a:pPr algn="ctr">
              <a:defRPr sz="5300" b="0"/>
            </a:pPr>
            <a:r>
              <a:t>You see a mountain moved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as I walk through the shadow</a:t>
            </a:r>
          </a:p>
          <a:p>
            <a:pPr algn="ctr">
              <a:defRPr sz="5300" b="0"/>
            </a:pPr>
            <a:r>
              <a:t>Your love surrounds me</a:t>
            </a:r>
          </a:p>
          <a:p>
            <a:pPr algn="ctr">
              <a:defRPr sz="5300" b="0"/>
            </a:pPr>
            <a:r>
              <a:t>There's nothing to fear now</a:t>
            </a:r>
          </a:p>
          <a:p>
            <a:pPr algn="ctr">
              <a:defRPr sz="5300" b="0"/>
            </a:pPr>
            <a:r>
              <a:t>for I am safe with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So when I fight, I'll fight on my knees</a:t>
            </a:r>
          </a:p>
          <a:p>
            <a:pPr algn="ctr">
              <a:defRPr sz="5300" b="0"/>
            </a:pPr>
            <a:r>
              <a:t>With my hands lifted high</a:t>
            </a:r>
          </a:p>
          <a:p>
            <a:pPr algn="ctr">
              <a:defRPr sz="5300" b="0"/>
            </a:pPr>
            <a:r>
              <a:t>Oh God, the battle belongs to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every fear I lay at Your feet</a:t>
            </a:r>
          </a:p>
          <a:p>
            <a:pPr algn="ctr">
              <a:defRPr sz="5300" b="0"/>
            </a:pPr>
            <a:r>
              <a:t>I'll sing through the night</a:t>
            </a:r>
          </a:p>
          <a:p>
            <a:pPr algn="ctr">
              <a:defRPr sz="5300" b="0"/>
            </a:pPr>
            <a:r>
              <a:t>Oh God, the battle belongs to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if You are for me, who can be against me?</a:t>
            </a:r>
          </a:p>
          <a:p>
            <a:pPr algn="ctr">
              <a:defRPr sz="5300" b="0"/>
            </a:pPr>
            <a:r>
              <a:t>For Jesus, there's nothing impossible for You</a:t>
            </a:r>
          </a:p>
          <a:p>
            <a:pPr algn="ctr">
              <a:defRPr sz="5300" b="0"/>
            </a:pPr>
            <a:r>
              <a:t>When all I see are the ashes, You see the beauty</a:t>
            </a:r>
          </a:p>
          <a:p>
            <a:pPr algn="ctr">
              <a:defRPr sz="5300" b="0"/>
            </a:pPr>
            <a:r>
              <a:t>When all I see is a cross, God, You see the empty tomb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So when I fight, I'll fight on my knees</a:t>
            </a:r>
          </a:p>
          <a:p>
            <a:pPr algn="ctr">
              <a:defRPr sz="5300" b="0"/>
            </a:pPr>
            <a:r>
              <a:t>With my hands lifted high</a:t>
            </a:r>
          </a:p>
          <a:p>
            <a:pPr algn="ctr">
              <a:defRPr sz="5300" b="0"/>
            </a:pPr>
            <a:r>
              <a:t>Oh God, the battle belongs to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every fear I lay at Your feet</a:t>
            </a:r>
          </a:p>
          <a:p>
            <a:pPr algn="ctr">
              <a:defRPr sz="5300" b="0"/>
            </a:pPr>
            <a:r>
              <a:t>I'll sing through the night</a:t>
            </a:r>
          </a:p>
          <a:p>
            <a:pPr algn="ctr">
              <a:defRPr sz="5300" b="0"/>
            </a:pPr>
            <a:r>
              <a:t>Oh God, the battle belongs to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Almighty fortress, You go before us</a:t>
            </a:r>
          </a:p>
          <a:p>
            <a:pPr algn="ctr">
              <a:defRPr sz="5300" b="0"/>
            </a:pPr>
            <a:r>
              <a:t>Nothing can stand against the power of our God</a:t>
            </a:r>
          </a:p>
          <a:p>
            <a:pPr algn="ctr">
              <a:defRPr sz="5300" b="0"/>
            </a:pPr>
            <a:r>
              <a:t>You shine in the shadow, You win every battle</a:t>
            </a:r>
          </a:p>
          <a:p>
            <a:pPr algn="ctr">
              <a:defRPr sz="5300" b="0"/>
            </a:pPr>
            <a:r>
              <a:t>Nothing can stand against the power of our God (x3)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So when I fight, I'll fight on my knees</a:t>
            </a:r>
          </a:p>
          <a:p>
            <a:pPr algn="ctr">
              <a:defRPr sz="5300" b="0"/>
            </a:pPr>
            <a:r>
              <a:t>With my hands lifted high</a:t>
            </a:r>
          </a:p>
          <a:p>
            <a:pPr algn="ctr">
              <a:defRPr sz="5300" b="0"/>
            </a:pPr>
            <a:r>
              <a:t>Oh God, the battle belongs to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every fear I lay at Your feet</a:t>
            </a:r>
          </a:p>
          <a:p>
            <a:pPr algn="ctr">
              <a:defRPr sz="5300" b="0"/>
            </a:pPr>
            <a:r>
              <a:t>I'll sing through the night</a:t>
            </a:r>
          </a:p>
          <a:p>
            <a:pPr algn="ctr">
              <a:defRPr sz="5300" b="0"/>
            </a:pPr>
            <a:r>
              <a:t>Oh God, the battle belongs to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Oh God, the battle belongs to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You Are My 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I'm forgiven because You were forsaken</a:t>
            </a:r>
          </a:p>
          <a:p>
            <a:pPr algn="ctr">
              <a:defRPr sz="5300" b="0"/>
            </a:pPr>
            <a:r>
              <a:t>I'm accepted, You were condemned</a:t>
            </a:r>
          </a:p>
          <a:p>
            <a:pPr algn="ctr">
              <a:defRPr sz="5300" b="0"/>
            </a:pPr>
            <a:r>
              <a:t>And I'm alive and well, Your Spirit is within me</a:t>
            </a:r>
          </a:p>
          <a:p>
            <a:pPr algn="ctr">
              <a:defRPr sz="5300" b="0"/>
            </a:pPr>
            <a:r>
              <a:t>Because You died and rose again (x2)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Amazing love, how can it be</a:t>
            </a:r>
          </a:p>
          <a:p>
            <a:pPr algn="ctr">
              <a:defRPr sz="5300" b="0"/>
            </a:pPr>
            <a:r>
              <a:t>That You, my King, should die for me?</a:t>
            </a:r>
          </a:p>
          <a:p>
            <a:pPr algn="ctr">
              <a:defRPr sz="5300" b="0"/>
            </a:pPr>
            <a:r>
              <a:t>Amazing love, I know it's true</a:t>
            </a:r>
          </a:p>
          <a:p>
            <a:pPr algn="ctr">
              <a:defRPr sz="5300" b="0"/>
            </a:pPr>
            <a:r>
              <a:t>And it's my joy to honor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In all I do, to honor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I'm forgiven because You were forsaken</a:t>
            </a:r>
          </a:p>
          <a:p>
            <a:pPr algn="ctr">
              <a:defRPr sz="5300" b="0"/>
            </a:pPr>
            <a:r>
              <a:t>I'm accepted, You were condemned</a:t>
            </a:r>
          </a:p>
          <a:p>
            <a:pPr algn="ctr">
              <a:defRPr sz="5300" b="0"/>
            </a:pPr>
            <a:r>
              <a:t>I'm alive and well, Your Spirit is within me</a:t>
            </a:r>
          </a:p>
          <a:p>
            <a:pPr algn="ctr">
              <a:defRPr sz="5300" b="0"/>
            </a:pPr>
            <a:r>
              <a:t>Because You died and rose again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Amazing love, how can it be</a:t>
            </a:r>
          </a:p>
          <a:p>
            <a:pPr algn="ctr">
              <a:defRPr sz="5300" b="0"/>
            </a:pPr>
            <a:r>
              <a:t>That You, my King, should die for me?</a:t>
            </a:r>
          </a:p>
          <a:p>
            <a:pPr algn="ctr">
              <a:defRPr sz="5300" b="0"/>
            </a:pPr>
            <a:r>
              <a:t>Amazing love, I know it's true</a:t>
            </a:r>
          </a:p>
          <a:p>
            <a:pPr algn="ctr">
              <a:defRPr sz="5300" b="0"/>
            </a:pPr>
            <a:r>
              <a:t>It's my joy to honor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In all I do, to honor You</a:t>
            </a:r>
          </a:p>
          <a:p>
            <a:pPr algn="ctr">
              <a:defRPr sz="5300" b="0"/>
            </a:pPr>
            <a:r>
              <a:t>In all I do, to honor You</a:t>
            </a:r>
          </a:p>
          <a:p>
            <a:pPr algn="ctr">
              <a:defRPr sz="5300" b="0"/>
            </a:pPr>
            <a:r>
              <a:t>You are my King</a:t>
            </a:r>
          </a:p>
          <a:p>
            <a:pPr algn="ctr">
              <a:defRPr sz="5300" b="0"/>
            </a:pPr>
            <a:r>
              <a:t>You are my King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Jesus, You are my King</a:t>
            </a:r>
          </a:p>
          <a:p>
            <a:pPr algn="ctr">
              <a:defRPr sz="5300" b="0"/>
            </a:pPr>
            <a:r>
              <a:t>You are my King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Amazing love, how can it be</a:t>
            </a:r>
          </a:p>
          <a:p>
            <a:pPr algn="ctr">
              <a:defRPr sz="5300" b="0"/>
            </a:pPr>
            <a:r>
              <a:t>That You, my King, should die for me?</a:t>
            </a:r>
          </a:p>
          <a:p>
            <a:pPr algn="ctr">
              <a:defRPr sz="5300" b="0"/>
            </a:pPr>
            <a:r>
              <a:t>Amazing love, I know it's true</a:t>
            </a:r>
          </a:p>
          <a:p>
            <a:pPr algn="ctr">
              <a:defRPr sz="5300" b="0"/>
            </a:pPr>
            <a:r>
              <a:t>It's my joy to honor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Amazing love, how can it be</a:t>
            </a:r>
          </a:p>
          <a:p>
            <a:pPr algn="ctr">
              <a:defRPr sz="5300" b="0"/>
            </a:pPr>
            <a:r>
              <a:t>That You, my King, should die for me?</a:t>
            </a:r>
          </a:p>
          <a:p>
            <a:pPr algn="ctr">
              <a:defRPr sz="5300" b="0"/>
            </a:pPr>
            <a:r>
              <a:t>Amazing love, I know it's true</a:t>
            </a:r>
          </a:p>
          <a:p>
            <a:pPr algn="ctr">
              <a:defRPr sz="5300" b="0"/>
            </a:pPr>
            <a:r>
              <a:t>And it's my joy to honor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In all I do, to honor You</a:t>
            </a:r>
          </a:p>
          <a:p>
            <a:pPr algn="ctr">
              <a:defRPr sz="5300" b="0"/>
            </a:pPr>
            <a:r>
              <a:t>In all I do, to honor You</a:t>
            </a:r>
          </a:p>
          <a:p>
            <a:pPr algn="ctr">
              <a:defRPr sz="5300" b="0"/>
            </a:pPr>
            <a:r>
              <a:t>In all I do, let me honor You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10287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Luke 1:46-55, Luke 2:25-35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⁴⁶ And Mary said:</a:t>
            </a:r>
          </a:p>
          <a:p>
            <a:pPr algn="ctr">
              <a:defRPr sz="4300" b="0"/>
            </a:pPr>
            <a:r>
              <a:t>“My soul glorifies the Lord</a:t>
            </a:r>
          </a:p>
          <a:p>
            <a:pPr algn="ctr">
              <a:defRPr sz="4300" b="0"/>
            </a:pPr>
            <a:r>
              <a:t>⁴⁷     and my spirit rejoices in God my Savior,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Luke 1:46-55, Luke 2:25-35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⁴⁸ for he has been mindful</a:t>
            </a:r>
          </a:p>
          <a:p>
            <a:pPr algn="ctr">
              <a:defRPr sz="4300" b="0"/>
            </a:pPr>
            <a:r>
              <a:t>    of the humble state of his servant.</a:t>
            </a:r>
          </a:p>
          <a:p>
            <a:pPr algn="ctr">
              <a:defRPr sz="4300" b="0"/>
            </a:pPr>
            <a:r>
              <a:t>From now on all generations will call me blessed,</a:t>
            </a:r>
          </a:p>
          <a:p>
            <a:pPr algn="ctr">
              <a:defRPr sz="4300" b="0"/>
            </a:pPr>
            <a:r>
              <a:t>⁴⁹     for the Mighty One has done great things for me—</a:t>
            </a:r>
          </a:p>
          <a:p>
            <a:pPr algn="ctr">
              <a:defRPr sz="4300" b="0"/>
            </a:pPr>
            <a:r>
              <a:t>    holy is his name.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Luke 1:46-55, Luke 2:25-35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⁵⁰ His mercy extends to those who fear him,</a:t>
            </a:r>
          </a:p>
          <a:p>
            <a:pPr algn="ctr">
              <a:defRPr sz="4300" b="0"/>
            </a:pPr>
            <a:r>
              <a:t>    from generation to generation.</a:t>
            </a:r>
          </a:p>
          <a:p>
            <a:pPr algn="ctr">
              <a:defRPr sz="4300" b="0"/>
            </a:pPr>
            <a:r>
              <a:t>⁵¹ He has performed mighty deeds with his arm;</a:t>
            </a:r>
          </a:p>
          <a:p>
            <a:pPr algn="ctr">
              <a:defRPr sz="4300" b="0"/>
            </a:pPr>
            <a:r>
              <a:t>    he has scattered those who are proud in their inmost thoughts.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Luke 1:46-55, Luke 2:25-35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⁵² He has brought down rulers from their thrones</a:t>
            </a:r>
          </a:p>
          <a:p>
            <a:pPr algn="ctr">
              <a:defRPr sz="4300" b="0"/>
            </a:pPr>
            <a:r>
              <a:t>    but has lifted up the humble.</a:t>
            </a:r>
          </a:p>
          <a:p>
            <a:pPr algn="ctr">
              <a:defRPr sz="4300" b="0"/>
            </a:pPr>
            <a:r>
              <a:t>⁵³ He has filled the hungry with good things</a:t>
            </a:r>
          </a:p>
          <a:p>
            <a:pPr algn="ctr">
              <a:defRPr sz="4300" b="0"/>
            </a:pPr>
            <a:r>
              <a:t>    but has sent the rich away empty.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Luke 1:46-55, Luke 2:25-35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⁵⁴ He has helped his servant Israel,</a:t>
            </a:r>
          </a:p>
          <a:p>
            <a:pPr algn="ctr">
              <a:defRPr sz="4300" b="0"/>
            </a:pPr>
            <a:r>
              <a:t>    remembering to be merciful</a:t>
            </a:r>
          </a:p>
          <a:p>
            <a:pPr algn="ctr">
              <a:defRPr sz="4300" b="0"/>
            </a:pPr>
            <a:r>
              <a:t>⁵⁵ to Abraham and his descendants forever,</a:t>
            </a:r>
          </a:p>
          <a:p>
            <a:pPr algn="ctr">
              <a:defRPr sz="4300" b="0"/>
            </a:pPr>
            <a:r>
              <a:t>    just as he promised our ancestors.”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Luke 1:46-55, Luke 2:25-35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²⁵ Now there was a man in Jerusalem called Simeon, who was righteous and devout. He was waiting for the consolation of Israel, and the Holy Spirit was on him. ²⁶ It had been revealed to him by the Holy Spirit that he would not die before he had seen the Lord’s Messiah.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Luke 1:46-55, Luke 2:25-35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²⁷ Moved by the Spirit, he went into the temple courts. When the parents brought in the child Jesus to do for him what the custom of the Law required, ²⁸ Simeon took him in his arms and praised God, saying: 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Luke 1:46-55, Luke 2:25-35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²⁹ “Sovereign Lord, as you have promised,</a:t>
            </a:r>
          </a:p>
          <a:p>
            <a:pPr algn="ctr">
              <a:defRPr sz="4300" b="0"/>
            </a:pPr>
            <a:r>
              <a:t>    you may now dismiss your servant in peace.</a:t>
            </a:r>
          </a:p>
          <a:p>
            <a:pPr algn="ctr">
              <a:defRPr sz="4300" b="0"/>
            </a:pPr>
            <a:r>
              <a:t>³⁰ For my eyes have seen your salvation,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Luke 1:46-55, Luke 2:25-35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³¹     which you have prepared in the sight of all nations:</a:t>
            </a:r>
          </a:p>
          <a:p>
            <a:pPr algn="ctr">
              <a:defRPr sz="4300" b="0"/>
            </a:pPr>
            <a:r>
              <a:t>³² a light for revelation to the Gentiles,</a:t>
            </a:r>
          </a:p>
          <a:p>
            <a:pPr algn="ctr">
              <a:defRPr sz="4300" b="0"/>
            </a:pPr>
            <a:r>
              <a:t>    and the glory of your people Israel.” 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Luke 1:46-55, Luke 2:25-35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³³ The child’s father and mother marveled at what was said about him. ³⁴ Then Simeon blessed them and said to Mary, his mother: “This child is destined to cause the falling and rising of many in Israel, and to be a sign that will be spoken against,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Luke 1:46-55, Luke 2:25-35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³⁵ so that the thoughts of many hearts will be revealed. And a sword will pierce your own soul too.”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229100"/>
            <a:ext cx="5486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7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57900" y="342900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56071" y="342900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514350"/>
            <a:ext cx="1371600" cy="1371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57900" y="2314575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56071" y="2314575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486025"/>
            <a:ext cx="1371600" cy="1371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57900" y="4286250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6071" y="4286250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4457700"/>
            <a:ext cx="1371600" cy="1371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57900" y="6257925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6071" y="6257925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6429375"/>
            <a:ext cx="1371600" cy="1371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057900" y="8229600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6071" y="8229600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840105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{A4D55EEF-21F4-BB47-B4F7-72514DB86205}tf10001063</Template>
  <TotalTime>9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Cambria</vt:lpstr>
      <vt:lpstr>Calibri</vt:lpstr>
      <vt:lpstr>Mesh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BCCC Template</dc:title>
  <cp:lastModifiedBy>Johnny Wu</cp:lastModifiedBy>
  <cp:revision>13</cp:revision>
  <dcterms:created xsi:type="dcterms:W3CDTF">2006-08-16T00:00:00Z</dcterms:created>
  <dcterms:modified xsi:type="dcterms:W3CDTF">2024-07-29T05:02:09Z</dcterms:modified>
  <dc:identifier>DAF9TDiojmQ</dc:identifier>
</cp:coreProperties>
</file>