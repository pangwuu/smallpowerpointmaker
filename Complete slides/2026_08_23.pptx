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2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31" autoAdjust="0"/>
    <p:restoredTop sz="94640" autoAdjust="0"/>
  </p:normalViewPr>
  <p:slideViewPr>
    <p:cSldViewPr snapToGrid="0">
      <p:cViewPr varScale="1">
        <p:scale>
          <a:sx n="119" d="100"/>
          <a:sy n="119" d="100"/>
        </p:scale>
        <p:origin x="416" y="192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DA53-17BB-4810-91A8-94FE944ADC38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BCF56-022D-4E84-9600-36794E4DE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8D30-F807-4561-A81E-6E077448AA00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C05A-7A07-4286-AA18-B883C0AF9A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098D32CD-ECA8-47AD-935A-FF614E631B9F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AB066C26-EC61-4AF5-B950-A05F9B06BC7B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8AE62FA2-23F2-405D-92E1-30A3B4768037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EF4A04-4223-4A95-BA0C-3707227D0371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8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07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E1A8D24E-1E42-49FF-ACA1-1FF455413C97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/>
          <a:lstStyle>
            <a:lvl1pPr>
              <a:lnSpc>
                <a:spcPts val="1900"/>
              </a:lnSpc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5F399DE0-A284-4ADD-9698-ABC08B5B4920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6892F81D-D28A-4571-BF69-DA48A85FC04B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add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878FF980-7D74-4564-A0C9-19E560B51CB0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/>
          <a:lstStyle>
            <a:lvl1pPr marL="0" indent="0">
              <a:lnSpc>
                <a:spcPts val="1900"/>
              </a:lnSpc>
              <a:buNone/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AD6A6A9F-0D32-429A-A1D1-F5896171D663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5B21777A-95FC-45DC-96FA-58DCC4C7EAA1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6000" dirty="0"/>
            </a:lvl1pPr>
          </a:lstStyle>
          <a:p>
            <a:pPr lvl="0" algn="ctr"/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C3E48DB0-F654-4BF4-950A-98D782617B1C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AF85D86F-FF8D-4B39-ADE9-8E47373FCD11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0118B694-E5FD-4821-AEBA-5EEEF1B6D4E9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EE75D-28C9-46D4-85A2-0F7BCFF1DE23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83" r:id="rId6"/>
    <p:sldLayoutId id="2147483649" r:id="rId7"/>
    <p:sldLayoutId id="2147483682" r:id="rId8"/>
    <p:sldLayoutId id="2147483675" r:id="rId9"/>
    <p:sldLayoutId id="2147483676" r:id="rId10"/>
    <p:sldLayoutId id="2147483664" r:id="rId11"/>
    <p:sldLayoutId id="2147483677" r:id="rId12"/>
    <p:sldLayoutId id="2147483678" r:id="rId13"/>
    <p:sldLayoutId id="2147483681" r:id="rId14"/>
    <p:sldLayoutId id="2147483679" r:id="rId15"/>
    <p:sldLayoutId id="2147483662" r:id="rId16"/>
    <p:sldLayoutId id="214748365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23.08.2026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Blessed Be Your Name One Thing Remains Worthy Of It All I Surrender All</a:t>
            </a:r>
            <a:br/>
            <a:r>
              <a:t>Eph 4: 1-6</a:t>
            </a:r>
            <a:br/>
            <a:r>
              <a:t>Xavier Lakshmanan</a:t>
            </a:r>
            <a:br/>
            <a:r>
              <a:t>Triats of a Worthy Walk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Blessed Be Your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  <a:r>
              <a:t>In the land that is plentiful</a:t>
            </a:r>
          </a:p>
          <a:p>
            <a:pPr algn="ctr">
              <a:defRPr sz="3300" b="0"/>
            </a:pPr>
            <a:r>
              <a:t>Where Your streams of abundance flow</a:t>
            </a:r>
          </a:p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  <a:r>
              <a:t>When I'm found in the desert place</a:t>
            </a:r>
          </a:p>
          <a:p>
            <a:pPr algn="ctr">
              <a:defRPr sz="3300" b="0"/>
            </a:pPr>
            <a:r>
              <a:t>Though I walk through the wilderness</a:t>
            </a:r>
          </a:p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Every blessing You pour out</a:t>
            </a:r>
          </a:p>
          <a:p>
            <a:pPr algn="ctr">
              <a:defRPr sz="3300" b="0"/>
            </a:pPr>
            <a:r>
              <a:t>I'll turn back to praise</a:t>
            </a:r>
          </a:p>
          <a:p>
            <a:pPr algn="ctr">
              <a:defRPr sz="3300" b="0"/>
            </a:pPr>
            <a:r>
              <a:t>When the darkness closes in, Lord</a:t>
            </a:r>
          </a:p>
          <a:p>
            <a:pPr algn="ctr">
              <a:defRPr sz="3300" b="0"/>
            </a:pPr>
            <a:r>
              <a:t>Still I will say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Blessed be the name of the Lord</a:t>
            </a:r>
          </a:p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  <a:r>
              <a:t>Blessed be the name of the Lord</a:t>
            </a:r>
          </a:p>
          <a:p>
            <a:pPr algn="ctr">
              <a:defRPr sz="3300" b="0"/>
            </a:pPr>
            <a:r>
              <a:t>Blessed be Your glorious name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  <a:r>
              <a:t>When the sun's shining down on me</a:t>
            </a:r>
          </a:p>
          <a:p>
            <a:pPr algn="ctr">
              <a:defRPr sz="3300" b="0"/>
            </a:pPr>
            <a:r>
              <a:t>When the world's all as it should be</a:t>
            </a:r>
          </a:p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  <a:r>
              <a:t>On the road marked with suffering</a:t>
            </a:r>
          </a:p>
          <a:p>
            <a:pPr algn="ctr">
              <a:defRPr sz="3300" b="0"/>
            </a:pPr>
            <a:r>
              <a:t>Though there's pain in the offering</a:t>
            </a:r>
          </a:p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Every blessing You pour out</a:t>
            </a:r>
          </a:p>
          <a:p>
            <a:pPr algn="ctr">
              <a:defRPr sz="3300" b="0"/>
            </a:pPr>
            <a:r>
              <a:t>I'll turn back to praise</a:t>
            </a:r>
          </a:p>
          <a:p>
            <a:pPr algn="ctr">
              <a:defRPr sz="3300" b="0"/>
            </a:pPr>
            <a:r>
              <a:t>And when the darkness closes in, Lord</a:t>
            </a:r>
          </a:p>
          <a:p>
            <a:pPr algn="ctr">
              <a:defRPr sz="3300" b="0"/>
            </a:pPr>
            <a:r>
              <a:t>Still I will say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Blessed be the name of the Lord</a:t>
            </a:r>
          </a:p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  <a:r>
              <a:t>Blessed be the name of the Lord</a:t>
            </a:r>
          </a:p>
          <a:p>
            <a:pPr algn="ctr">
              <a:defRPr sz="3300" b="0"/>
            </a:pPr>
            <a:r>
              <a:t>Blessed be Your glorious name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Blessed be the name of the Lord</a:t>
            </a:r>
          </a:p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  <a:r>
              <a:t>Blessed be the name of the Lord</a:t>
            </a:r>
          </a:p>
          <a:p>
            <a:pPr algn="ctr">
              <a:defRPr sz="3300" b="0"/>
            </a:pPr>
            <a:r>
              <a:t>Blessed be Your glorious name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give and take away</a:t>
            </a:r>
          </a:p>
          <a:p>
            <a:pPr algn="ctr">
              <a:defRPr sz="3300" b="0"/>
            </a:pPr>
            <a:r>
              <a:t>You give and take away</a:t>
            </a:r>
          </a:p>
          <a:p>
            <a:pPr algn="ctr">
              <a:defRPr sz="3300" b="0"/>
            </a:pPr>
            <a:r>
              <a:t>My heart will choose to say</a:t>
            </a:r>
          </a:p>
          <a:p>
            <a:pPr algn="ctr">
              <a:defRPr sz="3300" b="0"/>
            </a:pPr>
            <a:r>
              <a:t>Blessed be Your name (x3)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Blessed be the name of the Lord</a:t>
            </a:r>
          </a:p>
          <a:p>
            <a:pPr algn="ctr">
              <a:defRPr sz="3300" b="0"/>
            </a:pPr>
            <a:r>
              <a:t>Blessed be Your name</a:t>
            </a:r>
          </a:p>
          <a:p>
            <a:pPr algn="ctr">
              <a:defRPr sz="3300" b="0"/>
            </a:pPr>
            <a:r>
              <a:t>Blessed be the name of the Lord</a:t>
            </a:r>
          </a:p>
          <a:p>
            <a:pPr algn="ctr">
              <a:defRPr sz="3300" b="0"/>
            </a:pPr>
            <a:r>
              <a:t>Blessed be Your glorious name (x2)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 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As a prisoner for the Lord, then, I urge you to live a life worthy of the calling you have received. ² Be completely humble and gentle; be patient, bearing with one another in love.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 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³ Make every effort to keep the unity of the Spirit through the bond of peace. ⁴ There is one body and one Spirit, just as you were called to one hope when you were called;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 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⁵ one Lord, one faith, one baptism; ⁶ one God and Father of all, who is over all and through all and in all.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81AD4F-527A-4A88-9D9F-EFDB01771B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6239674-1887-41DB-914A-BD2B863063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1CFE71-3FEB-410F-B4FF-3D986B4B6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Arial</vt:lpstr>
      <vt:lpstr>Calibri</vt:lpstr>
      <vt:lpstr>Century Schoolbook</vt:lpstr>
      <vt:lpstr>Custom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</dc:title>
  <cp:lastModifiedBy>Johnny Wu</cp:lastModifiedBy>
  <cp:revision>3</cp:revision>
  <dcterms:created xsi:type="dcterms:W3CDTF">2024-01-28T15:41:30Z</dcterms:created>
  <dcterms:modified xsi:type="dcterms:W3CDTF">2025-02-28T15:03:06Z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