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734" autoAdjust="0"/>
    <p:restoredTop sz="94609" autoAdjust="0"/>
  </p:normalViewPr>
  <p:slideViewPr>
    <p:cSldViewPr snapToGrid="0">
      <p:cViewPr varScale="1">
        <p:scale>
          <a:sx n="109" d="100"/>
          <a:sy n="109" d="100"/>
        </p:scale>
        <p:origin x="192" y="392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580E-BB12-458A-8A67-A4E85A97E57A}" type="datetimeFigureOut">
              <a:rPr lang="en-US" smtClean="0"/>
              <a:t>7/29/24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85773-E831-40C3-B08E-FE9BDAA69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</a:lstStyle>
          <a:p>
            <a:pPr>
              <a:tabLst>
                <a:tab pos="3370263" algn="l"/>
              </a:tabLst>
            </a:pPr>
            <a:endParaRPr lang="en-US" sz="400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 algn="l">
              <a:spcBef>
                <a:spcPts val="0"/>
              </a:spcBef>
              <a:defRPr baseline="0"/>
            </a:lvl1pPr>
          </a:lstStyle>
          <a:p>
            <a:pPr algn="ctr"/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069" y="1900962"/>
            <a:ext cx="10292340" cy="1954213"/>
          </a:xfrm>
          <a:prstGeom prst="rect">
            <a:avLst/>
          </a:prstGeom>
        </p:spPr>
        <p:txBody>
          <a:bodyPr anchor="t"/>
          <a:lstStyle>
            <a:lvl1pPr marL="0" indent="0" algn="just">
              <a:buNone/>
              <a:defRPr baseline="0"/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r"/>
            <a:endParaRPr lang="en-US" sz="40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endParaRPr lang="en-US" sz="16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Tree With Roots outline">
            <a:extLst>
              <a:ext uri="{FF2B5EF4-FFF2-40B4-BE49-F238E27FC236}">
                <a16:creationId xmlns:a16="http://schemas.microsoft.com/office/drawing/2014/main" id="{3CD581A9-CA8C-C485-2962-41781918A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9128" y="5737720"/>
            <a:ext cx="914400" cy="914400"/>
          </a:xfrm>
          <a:prstGeom prst="rect">
            <a:avLst/>
          </a:prstGeom>
        </p:spPr>
      </p:pic>
      <p:pic>
        <p:nvPicPr>
          <p:cNvPr id="25" name="Graphic 24" descr="Forest scene outline">
            <a:extLst>
              <a:ext uri="{FF2B5EF4-FFF2-40B4-BE49-F238E27FC236}">
                <a16:creationId xmlns:a16="http://schemas.microsoft.com/office/drawing/2014/main" id="{0F527E33-35D9-4FB9-B66B-9AFAAEADAF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087" y="57377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ctr"/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71" r:id="rId5"/>
    <p:sldLayoutId id="2147483670" r:id="rId6"/>
    <p:sldLayoutId id="2147483672" r:id="rId7"/>
    <p:sldLayoutId id="2147483654" r:id="rId8"/>
    <p:sldLayoutId id="2147483653" r:id="rId9"/>
    <p:sldLayoutId id="2147483667" r:id="rId10"/>
    <p:sldLayoutId id="2147483668" r:id="rId11"/>
    <p:sldLayoutId id="2147483669" r:id="rId12"/>
    <p:sldLayoutId id="2147483649" r:id="rId13"/>
    <p:sldLayoutId id="2147483651" r:id="rId14"/>
    <p:sldLayoutId id="2147483652" r:id="rId15"/>
    <p:sldLayoutId id="2147483655" r:id="rId16"/>
    <p:sldLayoutId id="2147483656" r:id="rId17"/>
    <p:sldLayoutId id="2147483657" r:id="rId18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200" y="3429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 u="none">
                <a:solidFill>
                  <a:srgbClr val="000000"/>
                </a:solidFill>
              </a:defRPr>
            </a:pPr>
            <a:r>
              <a:t>Blacktown Chinese Christian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0287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 i="0" u="none">
                <a:solidFill>
                  <a:srgbClr val="000000"/>
                </a:solidFill>
              </a:defRPr>
            </a:pPr>
            <a:r>
              <a:t>Welcome to Our English Service</a:t>
            </a:r>
            <a:br/>
            <a:r>
              <a:t>28.12.2025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24003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 u="sng">
                <a:solidFill>
                  <a:srgbClr val="7030A0"/>
                </a:solidFill>
              </a:defRPr>
            </a:pPr>
            <a:r>
              <a:t>English Service 9:45 – 11:00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 u="none">
                <a:solidFill>
                  <a:srgbClr val="000000"/>
                </a:solidFill>
              </a:defRPr>
            </a:pPr>
            <a:r>
              <a:t>Worship Songs:</a:t>
            </a:r>
            <a:br/>
            <a:r>
              <a:t>Passage:</a:t>
            </a:r>
            <a:br/>
            <a:r>
              <a:t>Speaker:</a:t>
            </a:r>
            <a:br/>
            <a:r>
              <a:t>Topic:</a:t>
            </a:r>
            <a:br/>
            <a:r>
              <a:t>Response Song:</a:t>
            </a:r>
            <a:br/>
            <a:r>
              <a:t>Announcements and Closing Prayer</a:t>
            </a:r>
            <a:br/>
            <a:r>
              <a:t>Benediction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432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2000" b="0" i="0" u="none">
                <a:solidFill>
                  <a:srgbClr val="000000"/>
                </a:solidFill>
              </a:defRPr>
            </a:pPr>
            <a:r>
              <a:t>N/A</a:t>
            </a:r>
            <a:br/>
            <a:r>
              <a:t>Paul Lee ( Senior)</a:t>
            </a:r>
            <a:br/>
            <a:r>
              <a:t>Q and A about God and Faith</a:t>
            </a:r>
            <a:br/>
            <a:r>
              <a:t>TBA</a:t>
            </a:r>
            <a:br/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BCCC english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Please keep all phones on silent</a:t>
            </a:r>
          </a:p>
        </p:txBody>
      </p:sp>
      <p:pic>
        <p:nvPicPr>
          <p:cNvPr id="3" name="Picture 2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85800"/>
            <a:ext cx="487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/>
            </a:pPr>
            <a:r>
              <a:t>Bible reading</a:t>
            </a:r>
          </a:p>
        </p:txBody>
      </p:sp>
      <p:pic>
        <p:nvPicPr>
          <p:cNvPr id="3" name="Picture 2" descr="B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A prophecy concerning Nineveh. The book of the vision of Nahum the Elkoshite. </a:t>
            </a:r>
          </a:p>
          <a:p>
            <a:pPr algn="ctr">
              <a:defRPr sz="3200" b="0"/>
            </a:pPr>
            <a:r>
              <a:t>² The Lord is a jealous and avenging God;</a:t>
            </a:r>
          </a:p>
          <a:p>
            <a:pPr algn="ctr">
              <a:defRPr sz="3200" b="0"/>
            </a:pPr>
            <a:r>
              <a:t>    the Lord takes vengeance and is filled with wrath.</a:t>
            </a:r>
          </a:p>
          <a:p>
            <a:pPr algn="ctr">
              <a:defRPr sz="3200" b="0"/>
            </a:pPr>
            <a:r>
              <a:t>The Lord takes vengeance on his foes</a:t>
            </a:r>
          </a:p>
          <a:p>
            <a:pPr algn="ctr">
              <a:defRPr sz="3200" b="0"/>
            </a:pPr>
            <a:r>
              <a:t>    and vents his wrath against his enemies.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³ The Lord is slow to anger but great in power;</a:t>
            </a:r>
          </a:p>
          <a:p>
            <a:pPr algn="ctr">
              <a:defRPr sz="3200" b="0"/>
            </a:pPr>
            <a:r>
              <a:t>    the Lord will not leave the guilty unpunished.</a:t>
            </a:r>
          </a:p>
          <a:p>
            <a:pPr algn="ctr">
              <a:defRPr sz="3200" b="0"/>
            </a:pPr>
            <a:r>
              <a:t>His way is in the whirlwind and the storm,</a:t>
            </a:r>
          </a:p>
          <a:p>
            <a:pPr algn="ctr">
              <a:defRPr sz="3200" b="0"/>
            </a:pPr>
            <a:r>
              <a:t>    and clouds are the dust of his feet.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⁴ He rebukes the sea and dries it up;</a:t>
            </a:r>
          </a:p>
          <a:p>
            <a:pPr algn="ctr">
              <a:defRPr sz="3200" b="0"/>
            </a:pPr>
            <a:r>
              <a:t>    he makes all the rivers run dry.</a:t>
            </a:r>
          </a:p>
          <a:p>
            <a:pPr algn="ctr">
              <a:defRPr sz="3200" b="0"/>
            </a:pPr>
            <a:r>
              <a:t>Bashan and Carmel wither</a:t>
            </a:r>
          </a:p>
          <a:p>
            <a:pPr algn="ctr">
              <a:defRPr sz="3200" b="0"/>
            </a:pPr>
            <a:r>
              <a:t>    and the blossoms of Lebanon fade.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⁵ The mountains quake before him</a:t>
            </a:r>
          </a:p>
          <a:p>
            <a:pPr algn="ctr">
              <a:defRPr sz="3200" b="0"/>
            </a:pPr>
            <a:r>
              <a:t>    and the hills melt away.</a:t>
            </a:r>
          </a:p>
          <a:p>
            <a:pPr algn="ctr">
              <a:defRPr sz="3200" b="0"/>
            </a:pPr>
            <a:r>
              <a:t>The earth trembles at his presence,</a:t>
            </a:r>
          </a:p>
          <a:p>
            <a:pPr algn="ctr">
              <a:defRPr sz="3200" b="0"/>
            </a:pPr>
            <a:r>
              <a:t>    the world and all who live in it.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⁶ Who can withstand his indignation?</a:t>
            </a:r>
          </a:p>
          <a:p>
            <a:pPr algn="ctr">
              <a:defRPr sz="3200" b="0"/>
            </a:pPr>
            <a:r>
              <a:t>    Who can endure his fierce anger?</a:t>
            </a:r>
          </a:p>
          <a:p>
            <a:pPr algn="ctr">
              <a:defRPr sz="3200" b="0"/>
            </a:pPr>
            <a:r>
              <a:t>His wrath is poured out like fire;</a:t>
            </a:r>
          </a:p>
          <a:p>
            <a:pPr algn="ctr">
              <a:defRPr sz="3200" b="0"/>
            </a:pPr>
            <a:r>
              <a:t>    the rocks are shattered before him.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⁷ The Lord is good,</a:t>
            </a:r>
          </a:p>
          <a:p>
            <a:pPr algn="ctr">
              <a:defRPr sz="3200" b="0"/>
            </a:pPr>
            <a:r>
              <a:t>    a refuge in times of trouble.</a:t>
            </a:r>
          </a:p>
          <a:p>
            <a:pPr algn="ctr">
              <a:defRPr sz="3200" b="0"/>
            </a:pPr>
            <a:r>
              <a:t>He cares for those who trust in him,</a:t>
            </a:r>
          </a:p>
          <a:p>
            <a:pPr algn="ctr">
              <a:defRPr sz="3200" b="0"/>
            </a:pPr>
            <a:r>
              <a:t>⁸     but with an overwhelming flood</a:t>
            </a:r>
          </a:p>
          <a:p>
            <a:pPr algn="ctr">
              <a:defRPr sz="3200" b="0"/>
            </a:pPr>
            <a:r>
              <a:t>he will make an end of Nineveh;</a:t>
            </a:r>
          </a:p>
          <a:p>
            <a:pPr algn="ctr">
              <a:defRPr sz="3200" b="0"/>
            </a:pPr>
            <a:r>
              <a:t>    he will pursue his foes into the realm of darkness.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⁹ Whatever they plot against the Lord</a:t>
            </a:r>
          </a:p>
          <a:p>
            <a:pPr algn="ctr">
              <a:defRPr sz="3200" b="0"/>
            </a:pPr>
            <a:r>
              <a:t>    he will bring to an end;</a:t>
            </a:r>
          </a:p>
          <a:p>
            <a:pPr algn="ctr">
              <a:defRPr sz="3200" b="0"/>
            </a:pPr>
            <a:r>
              <a:t>    trouble will not come a second time.</a:t>
            </a:r>
          </a:p>
          <a:p>
            <a:pPr algn="ctr">
              <a:defRPr sz="3200" b="0"/>
            </a:pPr>
            <a:r>
              <a:t>¹⁰ They will be entangled among thorns</a:t>
            </a:r>
          </a:p>
          <a:p>
            <a:pPr algn="ctr">
              <a:defRPr sz="3200" b="0"/>
            </a:pPr>
            <a:r>
              <a:t>    and drunk from their wine;</a:t>
            </a:r>
          </a:p>
          <a:p>
            <a:pPr algn="ctr">
              <a:defRPr sz="3200" b="0"/>
            </a:pPr>
            <a:r>
              <a:t>    they will be consumed like dry stubble.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¹¹ From you, Nineveh, has one come forth</a:t>
            </a:r>
          </a:p>
          <a:p>
            <a:pPr algn="ctr">
              <a:defRPr sz="3200" b="0"/>
            </a:pPr>
            <a:r>
              <a:t>    who plots evil against the Lord</a:t>
            </a:r>
          </a:p>
          <a:p>
            <a:pPr algn="ctr">
              <a:defRPr sz="3200" b="0"/>
            </a:pPr>
            <a:r>
              <a:t>    and devises wicked plans. </a:t>
            </a:r>
          </a:p>
          <a:p>
            <a:pPr algn="ctr">
              <a:defRPr sz="3200" b="0"/>
            </a:pPr>
            <a:r>
              <a:t>¹² This is what the Lord says:</a:t>
            </a:r>
          </a:p>
          <a:p>
            <a:pPr algn="ctr">
              <a:defRPr sz="3200" b="0"/>
            </a:pPr>
            <a:r>
              <a:t>“Although they have allies and are numerous,</a:t>
            </a:r>
          </a:p>
          <a:p>
            <a:pPr algn="ctr">
              <a:defRPr sz="3200" b="0"/>
            </a:pPr>
            <a:r>
              <a:t>    they will be destroyed and pass away.</a:t>
            </a:r>
          </a:p>
          <a:p>
            <a:pPr algn="ctr">
              <a:defRPr sz="3200" b="0"/>
            </a:pPr>
            <a:r>
              <a:t>Although I have afflicted you, Judah,</a:t>
            </a:r>
          </a:p>
          <a:p>
            <a:pPr algn="ctr">
              <a:defRPr sz="3200" b="0"/>
            </a:pPr>
            <a:r>
              <a:t>    I will afflict you no more.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¹³ Now I will break their yoke from your neck</a:t>
            </a:r>
          </a:p>
          <a:p>
            <a:pPr algn="ctr">
              <a:defRPr sz="3200" b="0"/>
            </a:pPr>
            <a:r>
              <a:t>    and tear your shackles away.” </a:t>
            </a:r>
          </a:p>
          <a:p>
            <a:pPr algn="ctr">
              <a:defRPr sz="3200" b="0"/>
            </a:pPr>
            <a:r>
              <a:t>¹⁴ The Lord has given a command concerning you, Nineveh:</a:t>
            </a:r>
          </a:p>
          <a:p>
            <a:pPr algn="ctr">
              <a:defRPr sz="3200" b="0"/>
            </a:pPr>
            <a:r>
              <a:t>    “You will have no descendants to bear your name.</a:t>
            </a:r>
          </a:p>
          <a:p>
            <a:pPr algn="ctr">
              <a:defRPr sz="3200" b="0"/>
            </a:pPr>
            <a:r>
              <a:t>I will destroy the images and idols</a:t>
            </a:r>
          </a:p>
          <a:p>
            <a:pPr algn="ctr">
              <a:defRPr sz="3200" b="0"/>
            </a:pPr>
            <a:r>
              <a:t>    that are in the temple of your gods.</a:t>
            </a:r>
          </a:p>
          <a:p>
            <a:pPr algn="ctr">
              <a:defRPr sz="3200" b="0"/>
            </a:pPr>
            <a:r>
              <a:t>I will prepare your grave,</a:t>
            </a:r>
          </a:p>
          <a:p>
            <a:pPr algn="ctr">
              <a:defRPr sz="3200" b="0"/>
            </a:pPr>
            <a:r>
              <a:t>    for you are vile.” </a:t>
            </a:r>
          </a:p>
          <a:p>
            <a:pPr algn="ctr">
              <a:defRPr sz="3200" b="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4320"/>
            <a:ext cx="109728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/>
            </a:pPr>
            <a:r>
              <a:t>N/A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030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/>
            </a:pPr>
            <a:r>
              <a:t>¹⁵ Look, there on the mountains,</a:t>
            </a:r>
          </a:p>
          <a:p>
            <a:pPr algn="ctr">
              <a:defRPr sz="3200" b="0"/>
            </a:pPr>
            <a:r>
              <a:t>    the feet of one who brings good news,</a:t>
            </a:r>
          </a:p>
          <a:p>
            <a:pPr algn="ctr">
              <a:defRPr sz="3200" b="0"/>
            </a:pPr>
            <a:r>
              <a:t>    who proclaims peace!</a:t>
            </a:r>
          </a:p>
          <a:p>
            <a:pPr algn="ctr">
              <a:defRPr sz="3200" b="0"/>
            </a:pPr>
            <a:r>
              <a:t>Celebrate your festivals, Judah,</a:t>
            </a:r>
          </a:p>
          <a:p>
            <a:pPr algn="ctr">
              <a:defRPr sz="3200" b="0"/>
            </a:pPr>
            <a:r>
              <a:t>    and fulfill your vows.</a:t>
            </a:r>
          </a:p>
          <a:p>
            <a:pPr algn="ctr">
              <a:defRPr sz="3200" b="0"/>
            </a:pPr>
            <a:r>
              <a:t>No more will the wicked invade you;</a:t>
            </a:r>
          </a:p>
          <a:p>
            <a:pPr algn="ctr">
              <a:defRPr sz="3200" b="0"/>
            </a:pPr>
            <a:r>
              <a:t>    they will be completely destroyed.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Announcements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3657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/>
          <a:p>
            <a:pPr>
              <a:defRPr sz="5000"/>
            </a:pPr>
            <a:r>
              <a:t>Offering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8600" y="2286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0714" y="2286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name: Blacktown Chinese Christian Church</a:t>
            </a:r>
          </a:p>
        </p:txBody>
      </p:sp>
      <p:pic>
        <p:nvPicPr>
          <p:cNvPr id="5" name="Picture 4" descr="chu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34290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38600" y="15430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70714" y="15430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Account number: 4216 50263</a:t>
            </a:r>
          </a:p>
        </p:txBody>
      </p:sp>
      <p:pic>
        <p:nvPicPr>
          <p:cNvPr id="8" name="Picture 7" descr="account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1657350"/>
            <a:ext cx="914400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38600" y="28575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0714" y="28575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BSB: 112 - 879</a:t>
            </a:r>
          </a:p>
        </p:txBody>
      </p:sp>
      <p:pic>
        <p:nvPicPr>
          <p:cNvPr id="11" name="Picture 10" descr="bs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0" y="2971800"/>
            <a:ext cx="91440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38600" y="417195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0714" y="417195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Please put in "offering" as the reference</a:t>
            </a:r>
          </a:p>
        </p:txBody>
      </p:sp>
      <p:pic>
        <p:nvPicPr>
          <p:cNvPr id="14" name="Picture 13" descr="han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2900" y="4286250"/>
            <a:ext cx="914400" cy="914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038600" y="5486400"/>
            <a:ext cx="7924800" cy="1143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0714" y="5486400"/>
            <a:ext cx="633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300">
                <a:latin typeface="Gill Sans MT"/>
              </a:defRPr>
            </a:pPr>
            <a:r>
              <a:t>The offering box is available at the back of the hall</a:t>
            </a:r>
          </a:p>
        </p:txBody>
      </p:sp>
      <p:pic>
        <p:nvPicPr>
          <p:cNvPr id="17" name="Picture 16" descr="b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2900" y="56007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Prayer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200" y="13716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0" i="0" u="none"/>
            </a:pPr>
            <a:r>
              <a:t>Mingle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4114800"/>
            <a:ext cx="97536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 u="none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VTI" id="{14D52F43-08F7-4BCB-8A4A-FBED84E2C440}" vid="{D076F849-C9D7-4142-B46C-46BAC587EA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FF5174-EF46-4DB3-9E31-B6FFE71C18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577EAC-B6FB-4CBD-9524-1AB1B096FD3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AEE90C5-1E1C-444C-A570-923DC6A5471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_PineVTI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PineVTI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2021-04-23T07:38:37Z</dcterms:created>
  <dcterms:modified xsi:type="dcterms:W3CDTF">2024-07-29T04:58:51Z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