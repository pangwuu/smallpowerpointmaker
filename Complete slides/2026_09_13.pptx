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5"/>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24" userDrawn="1">
          <p15:clr>
            <a:srgbClr val="A4A3A4"/>
          </p15:clr>
        </p15:guide>
        <p15:guide id="2" pos="3840" userDrawn="1">
          <p15:clr>
            <a:srgbClr val="A4A3A4"/>
          </p15:clr>
        </p15:guide>
        <p15:guide id="3" orient="horz" pos="2328" userDrawn="1">
          <p15:clr>
            <a:srgbClr val="A4A3A4"/>
          </p15:clr>
        </p15:guide>
        <p15:guide id="4" orient="horz" pos="3792" userDrawn="1">
          <p15:clr>
            <a:srgbClr val="A4A3A4"/>
          </p15:clr>
        </p15:guide>
        <p15:guide id="5" orient="horz" pos="888" userDrawn="1">
          <p15:clr>
            <a:srgbClr val="A4A3A4"/>
          </p15:clr>
        </p15:guide>
        <p15:guide id="6" pos="288" userDrawn="1">
          <p15:clr>
            <a:srgbClr val="A4A3A4"/>
          </p15:clr>
        </p15:guide>
        <p15:guide id="7" pos="7368" userDrawn="1">
          <p15:clr>
            <a:srgbClr val="A4A3A4"/>
          </p15:clr>
        </p15:guide>
        <p15:guide id="8" orient="horz" pos="2976" userDrawn="1">
          <p15:clr>
            <a:srgbClr val="A4A3A4"/>
          </p15:clr>
        </p15:guide>
        <p15:guide id="9" orient="horz" pos="1440" userDrawn="1">
          <p15:clr>
            <a:srgbClr val="A4A3A4"/>
          </p15:clr>
        </p15:guide>
        <p15:guide id="10" pos="2328" userDrawn="1">
          <p15:clr>
            <a:srgbClr val="A4A3A4"/>
          </p15:clr>
        </p15:guide>
        <p15:guide id="11" pos="5760" userDrawn="1">
          <p15:clr>
            <a:srgbClr val="A4A3A4"/>
          </p15:clr>
        </p15:guide>
        <p15:guide id="12" pos="136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4B9AA"/>
    <a:srgbClr val="FB9AAA"/>
    <a:srgbClr val="323232"/>
    <a:srgbClr val="D4636B"/>
    <a:srgbClr val="E4E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0205"/>
    <p:restoredTop sz="94659"/>
  </p:normalViewPr>
  <p:slideViewPr>
    <p:cSldViewPr snapToGrid="0" showGuides="1">
      <p:cViewPr varScale="1">
        <p:scale>
          <a:sx n="117" d="100"/>
          <a:sy n="117" d="100"/>
        </p:scale>
        <p:origin x="192" y="192"/>
      </p:cViewPr>
      <p:guideLst>
        <p:guide orient="horz" pos="1224"/>
        <p:guide pos="3840"/>
        <p:guide orient="horz" pos="2328"/>
        <p:guide orient="horz" pos="3792"/>
        <p:guide orient="horz" pos="888"/>
        <p:guide pos="288"/>
        <p:guide pos="7368"/>
        <p:guide orient="horz" pos="2976"/>
        <p:guide orient="horz" pos="1440"/>
        <p:guide pos="2328"/>
        <p:guide pos="5760"/>
        <p:guide pos="1368"/>
      </p:guideLst>
    </p:cSldViewPr>
  </p:slideViewPr>
  <p:outlineViewPr>
    <p:cViewPr>
      <p:scale>
        <a:sx n="33" d="100"/>
        <a:sy n="33" d="100"/>
      </p:scale>
      <p:origin x="0" y="0"/>
    </p:cViewPr>
  </p:outlineViewPr>
  <p:notesTextViewPr>
    <p:cViewPr>
      <p:scale>
        <a:sx n="45" d="100"/>
        <a:sy n="4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8/10/relationships/authors" Target="author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F6F78E-73F4-E74F-8679-362EAF9D71E0}" type="datetimeFigureOut">
              <a:rPr lang="en-US" smtClean="0"/>
              <a:t>7/29/24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A9F5B3-7604-9041-B751-11A08572E7E3}" type="slidenum">
              <a:rPr lang="en-US" smtClean="0"/>
              <a:t>‹#›</a:t>
            </a:fld>
            <a:endParaRPr lang="en-US" dirty="0"/>
          </a:p>
        </p:txBody>
      </p:sp>
    </p:spTree>
    <p:extLst>
      <p:ext uri="{BB962C8B-B14F-4D97-AF65-F5344CB8AC3E}">
        <p14:creationId xmlns:p14="http://schemas.microsoft.com/office/powerpoint/2010/main" val="2843744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2E2D922-D22B-FE2D-233E-7C19C1063D80}"/>
              </a:ext>
            </a:extLst>
          </p:cNvPr>
          <p:cNvSpPr>
            <a:spLocks noGrp="1"/>
          </p:cNvSpPr>
          <p:nvPr>
            <p:ph type="pic" sz="quarter" idx="12"/>
          </p:nvPr>
        </p:nvSpPr>
        <p:spPr>
          <a:xfrm>
            <a:off x="7724781" y="2545444"/>
            <a:ext cx="3657600" cy="3657600"/>
          </a:xfrm>
          <a:solidFill>
            <a:schemeClr val="accent1">
              <a:lumMod val="90000"/>
            </a:schemeClr>
          </a:solidFill>
        </p:spPr>
        <p:txBody>
          <a:bodyPr anchor="ctr"/>
          <a:lstStyle>
            <a:lvl1pPr marL="0" indent="0" algn="ctr">
              <a:buNone/>
              <a:defRPr sz="1000"/>
            </a:lvl1pPr>
          </a:lstStyle>
          <a:p>
            <a:endParaRPr lang="en-US" dirty="0"/>
          </a:p>
        </p:txBody>
      </p:sp>
      <p:sp>
        <p:nvSpPr>
          <p:cNvPr id="2" name="Title 1">
            <a:extLst>
              <a:ext uri="{FF2B5EF4-FFF2-40B4-BE49-F238E27FC236}">
                <a16:creationId xmlns:a16="http://schemas.microsoft.com/office/drawing/2014/main" id="{F5CE9608-82F8-5A3A-8F2B-B02328A17B1C}"/>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3" name="Subtitle 2">
            <a:extLst>
              <a:ext uri="{FF2B5EF4-FFF2-40B4-BE49-F238E27FC236}">
                <a16:creationId xmlns:a16="http://schemas.microsoft.com/office/drawing/2014/main" id="{3D4EF1E8-FA5F-A239-4078-9559136871D4}"/>
              </a:ext>
            </a:extLst>
          </p:cNvPr>
          <p:cNvSpPr>
            <a:spLocks noGrp="1"/>
          </p:cNvSpPr>
          <p:nvPr>
            <p:ph type="subTitle" idx="1"/>
          </p:nvPr>
        </p:nvSpPr>
        <p:spPr>
          <a:xfrm>
            <a:off x="356616" y="5138928"/>
            <a:ext cx="5477256"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A6C6E2D-7286-A78B-3254-6E7A370C6A6B}"/>
              </a:ext>
            </a:extLst>
          </p:cNvPr>
          <p:cNvSpPr>
            <a:spLocks noGrp="1"/>
          </p:cNvSpPr>
          <p:nvPr>
            <p:ph type="pic" sz="quarter" idx="10"/>
          </p:nvPr>
        </p:nvSpPr>
        <p:spPr>
          <a:xfrm>
            <a:off x="6876288" y="2880360"/>
            <a:ext cx="1892808" cy="2990088"/>
          </a:xfrm>
        </p:spPr>
        <p:txBody>
          <a:bodyPr anchor="ctr"/>
          <a:lstStyle>
            <a:lvl1pPr marL="0" indent="0" algn="ctr">
              <a:buNone/>
              <a:defRPr sz="1000"/>
            </a:lvl1pPr>
          </a:lstStyle>
          <a:p>
            <a:endParaRPr lang="en-US" dirty="0"/>
          </a:p>
        </p:txBody>
      </p:sp>
      <p:sp>
        <p:nvSpPr>
          <p:cNvPr id="11" name="Text Placeholder 10">
            <a:extLst>
              <a:ext uri="{FF2B5EF4-FFF2-40B4-BE49-F238E27FC236}">
                <a16:creationId xmlns:a16="http://schemas.microsoft.com/office/drawing/2014/main" id="{FBFFEADD-5074-43DB-8F36-D0CB44E613C2}"/>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Tree>
    <p:extLst>
      <p:ext uri="{BB962C8B-B14F-4D97-AF65-F5344CB8AC3E}">
        <p14:creationId xmlns:p14="http://schemas.microsoft.com/office/powerpoint/2010/main" val="39334733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AFC17C-12A7-399B-31AC-AE7A040EBBDA}"/>
              </a:ext>
            </a:extLst>
          </p:cNvPr>
          <p:cNvSpPr/>
          <p:nvPr userDrawn="1"/>
        </p:nvSpPr>
        <p:spPr>
          <a:xfrm>
            <a:off x="9129011" y="816964"/>
            <a:ext cx="3062990" cy="6041036"/>
          </a:xfrm>
          <a:prstGeom prst="rect">
            <a:avLst/>
          </a:prstGeom>
          <a:solidFill>
            <a:schemeClr val="accent2">
              <a:lumMod val="60000"/>
              <a:lumOff val="4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2">
                  <a:lumMod val="60000"/>
                  <a:lumOff val="40000"/>
                </a:schemeClr>
              </a:solidFill>
            </a:endParaRP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640080" y="457200"/>
            <a:ext cx="10936224" cy="1298448"/>
          </a:xfrm>
        </p:spPr>
        <p:txBody>
          <a:bodyPr>
            <a:noAutofit/>
          </a:body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7" name="Picture Placeholder 6">
            <a:extLst>
              <a:ext uri="{FF2B5EF4-FFF2-40B4-BE49-F238E27FC236}">
                <a16:creationId xmlns:a16="http://schemas.microsoft.com/office/drawing/2014/main" id="{8B376F0E-CDE4-F6FD-62E6-E202D97C9C87}"/>
              </a:ext>
            </a:extLst>
          </p:cNvPr>
          <p:cNvSpPr>
            <a:spLocks noGrp="1"/>
          </p:cNvSpPr>
          <p:nvPr>
            <p:ph type="pic" sz="quarter" idx="12"/>
          </p:nvPr>
        </p:nvSpPr>
        <p:spPr>
          <a:xfrm>
            <a:off x="8211312" y="2304288"/>
            <a:ext cx="3172968" cy="3172968"/>
          </a:xfrm>
        </p:spPr>
        <p:txBody>
          <a:bodyPr anchor="ctr">
            <a:noAutofit/>
          </a:bodyPr>
          <a:lstStyle>
            <a:lvl1pPr marL="0" indent="0" algn="ctr">
              <a:buNone/>
              <a:defRPr sz="1200"/>
            </a:lvl1pPr>
          </a:lstStyle>
          <a:p>
            <a:endParaRPr lang="en-US" dirty="0"/>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3822192" y="2176272"/>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2" name="Text Placeholder 10">
            <a:extLst>
              <a:ext uri="{FF2B5EF4-FFF2-40B4-BE49-F238E27FC236}">
                <a16:creationId xmlns:a16="http://schemas.microsoft.com/office/drawing/2014/main" id="{F8FF02BC-C132-F5F7-4A13-D0E96037F19F}"/>
              </a:ext>
            </a:extLst>
          </p:cNvPr>
          <p:cNvSpPr>
            <a:spLocks noGrp="1"/>
          </p:cNvSpPr>
          <p:nvPr>
            <p:ph type="body" sz="quarter" idx="14"/>
          </p:nvPr>
        </p:nvSpPr>
        <p:spPr>
          <a:xfrm>
            <a:off x="3822192" y="2914650"/>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3" name="Text Placeholder 10">
            <a:extLst>
              <a:ext uri="{FF2B5EF4-FFF2-40B4-BE49-F238E27FC236}">
                <a16:creationId xmlns:a16="http://schemas.microsoft.com/office/drawing/2014/main" id="{FBE18830-001B-B82E-701F-2D308BC9849B}"/>
              </a:ext>
            </a:extLst>
          </p:cNvPr>
          <p:cNvSpPr>
            <a:spLocks noGrp="1"/>
          </p:cNvSpPr>
          <p:nvPr>
            <p:ph type="body" sz="quarter" idx="15"/>
          </p:nvPr>
        </p:nvSpPr>
        <p:spPr>
          <a:xfrm>
            <a:off x="3822192" y="3653028"/>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4" name="Text Placeholder 10">
            <a:extLst>
              <a:ext uri="{FF2B5EF4-FFF2-40B4-BE49-F238E27FC236}">
                <a16:creationId xmlns:a16="http://schemas.microsoft.com/office/drawing/2014/main" id="{EDB0F7C2-3561-BA83-5415-4B8330C5BFC0}"/>
              </a:ext>
            </a:extLst>
          </p:cNvPr>
          <p:cNvSpPr>
            <a:spLocks noGrp="1"/>
          </p:cNvSpPr>
          <p:nvPr>
            <p:ph type="body" sz="quarter" idx="16"/>
          </p:nvPr>
        </p:nvSpPr>
        <p:spPr>
          <a:xfrm>
            <a:off x="3822192" y="4391406"/>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3822192" y="5129784"/>
            <a:ext cx="3794760" cy="466344"/>
          </a:xfrm>
        </p:spPr>
        <p:txBody>
          <a:bodyPr anchor="ctr">
            <a:noAutofit/>
          </a:bodyPr>
          <a:lstStyle>
            <a:lvl1pPr marL="0" indent="0">
              <a:lnSpc>
                <a:spcPct val="100000"/>
              </a:lnSpc>
              <a:spcBef>
                <a:spcPts val="0"/>
              </a:spcBef>
              <a:buNone/>
              <a:defRPr sz="2400" cap="all" baseline="0"/>
            </a:lvl1pPr>
          </a:lstStyle>
          <a:p>
            <a:pPr lvl="0"/>
            <a:r>
              <a:rPr lang="en-US" dirty="0"/>
              <a:t>Click to edit Master text styles</a:t>
            </a:r>
          </a:p>
        </p:txBody>
      </p:sp>
    </p:spTree>
    <p:extLst>
      <p:ext uri="{BB962C8B-B14F-4D97-AF65-F5344CB8AC3E}">
        <p14:creationId xmlns:p14="http://schemas.microsoft.com/office/powerpoint/2010/main" val="160642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0" y="3154680"/>
            <a:ext cx="12198096" cy="1709928"/>
          </a:xfrm>
        </p:spPr>
        <p:txBody>
          <a:bodyPr anchor="ctr">
            <a:noAutofit/>
          </a:bodyPr>
          <a:lstStyle>
            <a:lvl1pPr marL="0" indent="0" algn="ctr">
              <a:lnSpc>
                <a:spcPct val="90000"/>
              </a:lnSpc>
              <a:spcBef>
                <a:spcPts val="0"/>
              </a:spcBef>
              <a:buNone/>
              <a:defRPr sz="13800" b="1" cap="all" baseline="0">
                <a:solidFill>
                  <a:schemeClr val="tx1">
                    <a:lumMod val="75000"/>
                    <a:lumOff val="25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0" y="1828800"/>
            <a:ext cx="12198096" cy="1709928"/>
          </a:xfrm>
        </p:spPr>
        <p:txBody>
          <a:bodyPr>
            <a:noAutofit/>
          </a:bodyPr>
          <a:lstStyle>
            <a:lvl1pPr algn="ctr">
              <a:defRPr sz="13800" cap="all" baseline="0"/>
            </a:lvl1p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0" y="2587752"/>
            <a:ext cx="12198096" cy="1508760"/>
          </a:xfrm>
          <a:solidFill>
            <a:schemeClr val="accent1"/>
          </a:solidFill>
        </p:spPr>
        <p:txBody>
          <a:bodyPr lIns="877824" rIns="877824" anchor="ctr">
            <a:noAutofit/>
          </a:bodyPr>
          <a:lstStyle>
            <a:lvl1pPr marL="0" indent="0" algn="ctr">
              <a:lnSpc>
                <a:spcPct val="100000"/>
              </a:lnSpc>
              <a:spcBef>
                <a:spcPts val="0"/>
              </a:spcBef>
              <a:buNone/>
              <a:defRPr sz="1800" cap="none" baseline="0"/>
            </a:lvl1pPr>
          </a:lstStyle>
          <a:p>
            <a:pPr lvl="0"/>
            <a:r>
              <a:rPr lang="en-US" dirty="0"/>
              <a:t>Click to edit Master text styles</a:t>
            </a:r>
          </a:p>
        </p:txBody>
      </p:sp>
    </p:spTree>
    <p:extLst>
      <p:ext uri="{BB962C8B-B14F-4D97-AF65-F5344CB8AC3E}">
        <p14:creationId xmlns:p14="http://schemas.microsoft.com/office/powerpoint/2010/main" val="1760725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090B92F-B1E5-5257-95EF-9608691E72FA}"/>
              </a:ext>
            </a:extLst>
          </p:cNvPr>
          <p:cNvSpPr>
            <a:spLocks noGrp="1"/>
          </p:cNvSpPr>
          <p:nvPr>
            <p:ph type="pic" sz="quarter" idx="12"/>
          </p:nvPr>
        </p:nvSpPr>
        <p:spPr>
          <a:xfrm>
            <a:off x="7987762" y="850614"/>
            <a:ext cx="3392424" cy="3392424"/>
          </a:xfrm>
          <a:solidFill>
            <a:schemeClr val="accent1">
              <a:lumMod val="90000"/>
            </a:schemeClr>
          </a:solidFill>
        </p:spPr>
        <p:txBody>
          <a:bodyPr anchor="ctr"/>
          <a:lstStyle>
            <a:lvl1pPr marL="0" indent="0" algn="ctr">
              <a:buNone/>
              <a:defRPr sz="1000"/>
            </a:lvl1pPr>
          </a:lstStyle>
          <a:p>
            <a:endParaRPr lang="en-US" dirty="0"/>
          </a:p>
        </p:txBody>
      </p:sp>
      <p:cxnSp>
        <p:nvCxnSpPr>
          <p:cNvPr id="11" name="Straight Connector 10">
            <a:extLst>
              <a:ext uri="{FF2B5EF4-FFF2-40B4-BE49-F238E27FC236}">
                <a16:creationId xmlns:a16="http://schemas.microsoft.com/office/drawing/2014/main" id="{A00590DB-1CC1-812C-5B3B-E798A1954E14}"/>
              </a:ext>
            </a:extLst>
          </p:cNvPr>
          <p:cNvCxnSpPr>
            <a:cxnSpLocks/>
          </p:cNvCxnSpPr>
          <p:nvPr userDrawn="1"/>
        </p:nvCxnSpPr>
        <p:spPr>
          <a:xfrm flipV="1">
            <a:off x="11031347" y="4545496"/>
            <a:ext cx="0" cy="2312504"/>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450C0AB6-9748-6CBD-93E7-334B0BA5ABEA}"/>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8" name="Text Placeholder 10">
            <a:extLst>
              <a:ext uri="{FF2B5EF4-FFF2-40B4-BE49-F238E27FC236}">
                <a16:creationId xmlns:a16="http://schemas.microsoft.com/office/drawing/2014/main" id="{C2259711-7EFE-2148-F50E-25FD01E3263B}"/>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
        <p:nvSpPr>
          <p:cNvPr id="9" name="Subtitle 2">
            <a:extLst>
              <a:ext uri="{FF2B5EF4-FFF2-40B4-BE49-F238E27FC236}">
                <a16:creationId xmlns:a16="http://schemas.microsoft.com/office/drawing/2014/main" id="{DA4EDA27-F4C5-CD0B-F971-E7FD300C4821}"/>
              </a:ext>
            </a:extLst>
          </p:cNvPr>
          <p:cNvSpPr>
            <a:spLocks noGrp="1"/>
          </p:cNvSpPr>
          <p:nvPr>
            <p:ph type="subTitle" idx="1"/>
          </p:nvPr>
        </p:nvSpPr>
        <p:spPr>
          <a:xfrm>
            <a:off x="356616" y="5138928"/>
            <a:ext cx="7123176"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Picture Placeholder 8">
            <a:extLst>
              <a:ext uri="{FF2B5EF4-FFF2-40B4-BE49-F238E27FC236}">
                <a16:creationId xmlns:a16="http://schemas.microsoft.com/office/drawing/2014/main" id="{EAAF858D-31E9-7D8F-B203-45B2703EC37D}"/>
              </a:ext>
            </a:extLst>
          </p:cNvPr>
          <p:cNvSpPr>
            <a:spLocks noGrp="1"/>
          </p:cNvSpPr>
          <p:nvPr>
            <p:ph type="pic" sz="quarter" idx="10"/>
          </p:nvPr>
        </p:nvSpPr>
        <p:spPr>
          <a:xfrm>
            <a:off x="8686800" y="2286000"/>
            <a:ext cx="1993392" cy="3163824"/>
          </a:xfrm>
          <a:solidFill>
            <a:schemeClr val="bg2"/>
          </a:solidFill>
        </p:spPr>
        <p:txBody>
          <a:bodyPr anchor="ctr"/>
          <a:lstStyle>
            <a:lvl1pPr marL="0" indent="0" algn="ctr">
              <a:buNone/>
              <a:defRPr sz="100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4034626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8054-F9DF-2FE3-0142-D48931912FF6}"/>
              </a:ext>
            </a:extLst>
          </p:cNvPr>
          <p:cNvSpPr>
            <a:spLocks noGrp="1"/>
          </p:cNvSpPr>
          <p:nvPr>
            <p:ph type="title"/>
          </p:nvPr>
        </p:nvSpPr>
        <p:spPr>
          <a:xfrm>
            <a:off x="640080" y="457200"/>
            <a:ext cx="10936224" cy="1325563"/>
          </a:xfrm>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C0C55DDE-FFCC-5750-83A9-F88E2F74A1BC}"/>
              </a:ext>
            </a:extLst>
          </p:cNvPr>
          <p:cNvSpPr>
            <a:spLocks noGrp="1"/>
          </p:cNvSpPr>
          <p:nvPr>
            <p:ph idx="1"/>
          </p:nvPr>
        </p:nvSpPr>
        <p:spPr>
          <a:xfrm>
            <a:off x="969264" y="1947672"/>
            <a:ext cx="10296144" cy="43708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BDA0D14-310A-2EDC-99A1-FCFA29C787ED}"/>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6" name="Slide Number Placeholder 5">
            <a:extLst>
              <a:ext uri="{FF2B5EF4-FFF2-40B4-BE49-F238E27FC236}">
                <a16:creationId xmlns:a16="http://schemas.microsoft.com/office/drawing/2014/main" id="{5653FDCA-382D-537C-5751-191D136E9D17}"/>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379801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450C0AB6-9748-6CBD-93E7-334B0BA5ABEA}"/>
              </a:ext>
            </a:extLst>
          </p:cNvPr>
          <p:cNvSpPr>
            <a:spLocks noGrp="1"/>
          </p:cNvSpPr>
          <p:nvPr>
            <p:ph type="ctrTitle"/>
          </p:nvPr>
        </p:nvSpPr>
        <p:spPr>
          <a:xfrm>
            <a:off x="1014984" y="932688"/>
            <a:ext cx="10552176" cy="4764024"/>
          </a:xfrm>
        </p:spPr>
        <p:txBody>
          <a:bodyPr anchor="ctr">
            <a:noAutofit/>
          </a:bodyPr>
          <a:lstStyle>
            <a:lvl1pPr algn="ctr">
              <a:defRPr sz="8200" cap="none" baseline="0"/>
            </a:lvl1pPr>
          </a:lstStyle>
          <a:p>
            <a:r>
              <a:rPr lang="en-US" dirty="0"/>
              <a:t>Click to edit Master title style</a:t>
            </a:r>
          </a:p>
        </p:txBody>
      </p:sp>
      <p:sp>
        <p:nvSpPr>
          <p:cNvPr id="9" name="Subtitle 2">
            <a:extLst>
              <a:ext uri="{FF2B5EF4-FFF2-40B4-BE49-F238E27FC236}">
                <a16:creationId xmlns:a16="http://schemas.microsoft.com/office/drawing/2014/main" id="{DA4EDA27-F4C5-CD0B-F971-E7FD300C4821}"/>
              </a:ext>
            </a:extLst>
          </p:cNvPr>
          <p:cNvSpPr>
            <a:spLocks noGrp="1"/>
          </p:cNvSpPr>
          <p:nvPr>
            <p:ph type="subTitle" idx="1"/>
          </p:nvPr>
        </p:nvSpPr>
        <p:spPr>
          <a:xfrm>
            <a:off x="6693408" y="5788152"/>
            <a:ext cx="2578608" cy="612648"/>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2" name="Straight Connector 1">
            <a:extLst>
              <a:ext uri="{FF2B5EF4-FFF2-40B4-BE49-F238E27FC236}">
                <a16:creationId xmlns:a16="http://schemas.microsoft.com/office/drawing/2014/main" id="{4B215B41-53EF-7995-A29E-CF60C8A56CEF}"/>
              </a:ext>
            </a:extLst>
          </p:cNvPr>
          <p:cNvCxnSpPr>
            <a:cxnSpLocks/>
          </p:cNvCxnSpPr>
          <p:nvPr userDrawn="1"/>
        </p:nvCxnSpPr>
        <p:spPr>
          <a:xfrm>
            <a:off x="0" y="6009861"/>
            <a:ext cx="6446922"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6BE9C915-8D4C-5E75-F776-9CD4D8D7E53B}"/>
              </a:ext>
            </a:extLst>
          </p:cNvPr>
          <p:cNvSpPr>
            <a:spLocks noGrp="1"/>
          </p:cNvSpPr>
          <p:nvPr>
            <p:ph type="body" sz="quarter" idx="10" hasCustomPrompt="1"/>
          </p:nvPr>
        </p:nvSpPr>
        <p:spPr>
          <a:xfrm>
            <a:off x="0" y="-1143000"/>
            <a:ext cx="2752344" cy="2551176"/>
          </a:xfrm>
        </p:spPr>
        <p:txBody>
          <a:bodyPr/>
          <a:lstStyle>
            <a:lvl1pPr marL="0" indent="0" algn="ctr">
              <a:buNone/>
              <a:defRPr sz="40000" b="1">
                <a:solidFill>
                  <a:schemeClr val="accent2">
                    <a:lumMod val="40000"/>
                    <a:lumOff val="60000"/>
                  </a:schemeClr>
                </a:solidFill>
                <a:latin typeface="+mj-lt"/>
              </a:defRPr>
            </a:lvl1pPr>
          </a:lstStyle>
          <a:p>
            <a:pPr lvl="0"/>
            <a:r>
              <a:rPr lang="en-US" dirty="0"/>
              <a:t>“</a:t>
            </a:r>
          </a:p>
        </p:txBody>
      </p:sp>
      <p:sp>
        <p:nvSpPr>
          <p:cNvPr id="6" name="Text Placeholder 3">
            <a:extLst>
              <a:ext uri="{FF2B5EF4-FFF2-40B4-BE49-F238E27FC236}">
                <a16:creationId xmlns:a16="http://schemas.microsoft.com/office/drawing/2014/main" id="{E095A89F-EF79-78DD-BEDC-74C21F5D538D}"/>
              </a:ext>
            </a:extLst>
          </p:cNvPr>
          <p:cNvSpPr>
            <a:spLocks noGrp="1"/>
          </p:cNvSpPr>
          <p:nvPr>
            <p:ph type="body" sz="quarter" idx="11" hasCustomPrompt="1"/>
          </p:nvPr>
        </p:nvSpPr>
        <p:spPr>
          <a:xfrm>
            <a:off x="9491472" y="4745736"/>
            <a:ext cx="2752344" cy="2551176"/>
          </a:xfrm>
        </p:spPr>
        <p:txBody>
          <a:bodyPr/>
          <a:lstStyle>
            <a:lvl1pPr marL="0" indent="0" algn="ctr">
              <a:buNone/>
              <a:defRPr sz="40000" b="1">
                <a:solidFill>
                  <a:schemeClr val="accent2">
                    <a:lumMod val="40000"/>
                    <a:lumOff val="60000"/>
                  </a:schemeClr>
                </a:solidFill>
                <a:latin typeface="+mj-lt"/>
              </a:defRPr>
            </a:lvl1pPr>
          </a:lstStyle>
          <a:p>
            <a:pPr lvl="0"/>
            <a:r>
              <a:rPr lang="en-US" dirty="0"/>
              <a:t>”</a:t>
            </a:r>
          </a:p>
        </p:txBody>
      </p:sp>
    </p:spTree>
    <p:extLst>
      <p:ext uri="{BB962C8B-B14F-4D97-AF65-F5344CB8AC3E}">
        <p14:creationId xmlns:p14="http://schemas.microsoft.com/office/powerpoint/2010/main" val="833715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x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AC009C9-3824-FABC-07B9-A4C9BC63627A}"/>
              </a:ext>
            </a:extLst>
          </p:cNvPr>
          <p:cNvSpPr/>
          <p:nvPr userDrawn="1"/>
        </p:nvSpPr>
        <p:spPr>
          <a:xfrm>
            <a:off x="-1319349" y="2699730"/>
            <a:ext cx="1959429" cy="4933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6" name="Rectangle 5">
            <a:extLst>
              <a:ext uri="{FF2B5EF4-FFF2-40B4-BE49-F238E27FC236}">
                <a16:creationId xmlns:a16="http://schemas.microsoft.com/office/drawing/2014/main" id="{E21023D4-A9ED-002F-0B45-019DB4997807}"/>
              </a:ext>
            </a:extLst>
          </p:cNvPr>
          <p:cNvSpPr/>
          <p:nvPr userDrawn="1"/>
        </p:nvSpPr>
        <p:spPr>
          <a:xfrm>
            <a:off x="11678804" y="-1524868"/>
            <a:ext cx="1959429" cy="4933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cxnSp>
        <p:nvCxnSpPr>
          <p:cNvPr id="7" name="Straight Connector 6">
            <a:extLst>
              <a:ext uri="{FF2B5EF4-FFF2-40B4-BE49-F238E27FC236}">
                <a16:creationId xmlns:a16="http://schemas.microsoft.com/office/drawing/2014/main" id="{FD2C298F-D572-B084-FEE9-B3E572860979}"/>
              </a:ext>
            </a:extLst>
          </p:cNvPr>
          <p:cNvCxnSpPr>
            <a:cxnSpLocks/>
          </p:cNvCxnSpPr>
          <p:nvPr userDrawn="1"/>
        </p:nvCxnSpPr>
        <p:spPr>
          <a:xfrm>
            <a:off x="-1814105" y="6267774"/>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1AC3B6-A5EE-CC6F-3D11-437B77131B2E}"/>
              </a:ext>
            </a:extLst>
          </p:cNvPr>
          <p:cNvCxnSpPr>
            <a:cxnSpLocks/>
          </p:cNvCxnSpPr>
          <p:nvPr userDrawn="1"/>
        </p:nvCxnSpPr>
        <p:spPr>
          <a:xfrm flipH="1" flipV="1">
            <a:off x="4967805" y="6417672"/>
            <a:ext cx="114614" cy="1685327"/>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90D898-E343-5199-7EA3-0DE4BD9767D8}"/>
              </a:ext>
            </a:extLst>
          </p:cNvPr>
          <p:cNvCxnSpPr>
            <a:cxnSpLocks/>
          </p:cNvCxnSpPr>
          <p:nvPr userDrawn="1"/>
        </p:nvCxnSpPr>
        <p:spPr>
          <a:xfrm>
            <a:off x="8461423" y="6696365"/>
            <a:ext cx="2948940"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2" name="Picture Placeholder 11">
            <a:extLst>
              <a:ext uri="{FF2B5EF4-FFF2-40B4-BE49-F238E27FC236}">
                <a16:creationId xmlns:a16="http://schemas.microsoft.com/office/drawing/2014/main" id="{C00B5647-2B6E-CFB8-05E2-D6D583A82607}"/>
              </a:ext>
            </a:extLst>
          </p:cNvPr>
          <p:cNvSpPr>
            <a:spLocks noGrp="1"/>
          </p:cNvSpPr>
          <p:nvPr>
            <p:ph type="pic" sz="quarter" idx="12"/>
          </p:nvPr>
        </p:nvSpPr>
        <p:spPr>
          <a:xfrm>
            <a:off x="-846494" y="2127169"/>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3" name="Picture Placeholder 11">
            <a:extLst>
              <a:ext uri="{FF2B5EF4-FFF2-40B4-BE49-F238E27FC236}">
                <a16:creationId xmlns:a16="http://schemas.microsoft.com/office/drawing/2014/main" id="{3909E6A2-2DD4-4F22-956D-1B5E586C4934}"/>
              </a:ext>
            </a:extLst>
          </p:cNvPr>
          <p:cNvSpPr>
            <a:spLocks noGrp="1"/>
          </p:cNvSpPr>
          <p:nvPr>
            <p:ph type="pic" sz="quarter" idx="13"/>
          </p:nvPr>
        </p:nvSpPr>
        <p:spPr>
          <a:xfrm>
            <a:off x="11831486" y="6267774"/>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4" name="Picture Placeholder 11">
            <a:extLst>
              <a:ext uri="{FF2B5EF4-FFF2-40B4-BE49-F238E27FC236}">
                <a16:creationId xmlns:a16="http://schemas.microsoft.com/office/drawing/2014/main" id="{430630E9-C15D-F5DD-A03B-EEE67E761D46}"/>
              </a:ext>
            </a:extLst>
          </p:cNvPr>
          <p:cNvSpPr>
            <a:spLocks noGrp="1"/>
          </p:cNvSpPr>
          <p:nvPr>
            <p:ph type="pic" sz="quarter" idx="14"/>
          </p:nvPr>
        </p:nvSpPr>
        <p:spPr>
          <a:xfrm>
            <a:off x="360514" y="6488648"/>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15" name="Picture Placeholder 11">
            <a:extLst>
              <a:ext uri="{FF2B5EF4-FFF2-40B4-BE49-F238E27FC236}">
                <a16:creationId xmlns:a16="http://schemas.microsoft.com/office/drawing/2014/main" id="{693530D4-E207-8018-C54B-C19326257D3D}"/>
              </a:ext>
            </a:extLst>
          </p:cNvPr>
          <p:cNvSpPr>
            <a:spLocks noGrp="1"/>
          </p:cNvSpPr>
          <p:nvPr>
            <p:ph type="pic" sz="quarter" idx="15"/>
          </p:nvPr>
        </p:nvSpPr>
        <p:spPr>
          <a:xfrm>
            <a:off x="7171718" y="6393071"/>
            <a:ext cx="1207008" cy="1709928"/>
          </a:xfrm>
          <a:solidFill>
            <a:schemeClr val="accent3">
              <a:lumMod val="40000"/>
              <a:lumOff val="60000"/>
            </a:schemeClr>
          </a:solidFill>
        </p:spPr>
        <p:txBody>
          <a:bodyPr anchor="ctr"/>
          <a:lstStyle>
            <a:lvl1pPr marL="0" indent="0" algn="ctr">
              <a:buNone/>
              <a:defRPr sz="1200"/>
            </a:lvl1pPr>
          </a:lstStyle>
          <a:p>
            <a:endParaRPr lang="en-US" dirty="0"/>
          </a:p>
        </p:txBody>
      </p:sp>
      <p:sp>
        <p:nvSpPr>
          <p:cNvPr id="25" name="Slide Number Placeholder 2">
            <a:extLst>
              <a:ext uri="{FF2B5EF4-FFF2-40B4-BE49-F238E27FC236}">
                <a16:creationId xmlns:a16="http://schemas.microsoft.com/office/drawing/2014/main" id="{7C7F2D53-0EE2-0959-BEDE-668007CB0939}"/>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Tree>
    <p:extLst>
      <p:ext uri="{BB962C8B-B14F-4D97-AF65-F5344CB8AC3E}">
        <p14:creationId xmlns:p14="http://schemas.microsoft.com/office/powerpoint/2010/main" val="121026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C99AD27-1F9E-2F81-1D38-74CDE4087F98}"/>
              </a:ext>
            </a:extLst>
          </p:cNvPr>
          <p:cNvSpPr/>
          <p:nvPr userDrawn="1"/>
        </p:nvSpPr>
        <p:spPr>
          <a:xfrm>
            <a:off x="0" y="2632933"/>
            <a:ext cx="12205251" cy="432183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2" name="Picture Placeholder 11">
            <a:extLst>
              <a:ext uri="{FF2B5EF4-FFF2-40B4-BE49-F238E27FC236}">
                <a16:creationId xmlns:a16="http://schemas.microsoft.com/office/drawing/2014/main" id="{C00B5647-2B6E-CFB8-05E2-D6D583A82607}"/>
              </a:ext>
            </a:extLst>
          </p:cNvPr>
          <p:cNvSpPr>
            <a:spLocks noGrp="1"/>
          </p:cNvSpPr>
          <p:nvPr>
            <p:ph type="pic" sz="quarter" idx="12"/>
          </p:nvPr>
        </p:nvSpPr>
        <p:spPr>
          <a:xfrm>
            <a:off x="1069848"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3" name="Picture Placeholder 11">
            <a:extLst>
              <a:ext uri="{FF2B5EF4-FFF2-40B4-BE49-F238E27FC236}">
                <a16:creationId xmlns:a16="http://schemas.microsoft.com/office/drawing/2014/main" id="{3909E6A2-2DD4-4F22-956D-1B5E586C4934}"/>
              </a:ext>
            </a:extLst>
          </p:cNvPr>
          <p:cNvSpPr>
            <a:spLocks noGrp="1"/>
          </p:cNvSpPr>
          <p:nvPr>
            <p:ph type="pic" sz="quarter" idx="13"/>
          </p:nvPr>
        </p:nvSpPr>
        <p:spPr>
          <a:xfrm>
            <a:off x="3877056"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4" name="Picture Placeholder 11">
            <a:extLst>
              <a:ext uri="{FF2B5EF4-FFF2-40B4-BE49-F238E27FC236}">
                <a16:creationId xmlns:a16="http://schemas.microsoft.com/office/drawing/2014/main" id="{430630E9-C15D-F5DD-A03B-EEE67E761D46}"/>
              </a:ext>
            </a:extLst>
          </p:cNvPr>
          <p:cNvSpPr>
            <a:spLocks noGrp="1"/>
          </p:cNvSpPr>
          <p:nvPr>
            <p:ph type="pic" sz="quarter" idx="14"/>
          </p:nvPr>
        </p:nvSpPr>
        <p:spPr>
          <a:xfrm>
            <a:off x="6711696"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5" name="Picture Placeholder 11">
            <a:extLst>
              <a:ext uri="{FF2B5EF4-FFF2-40B4-BE49-F238E27FC236}">
                <a16:creationId xmlns:a16="http://schemas.microsoft.com/office/drawing/2014/main" id="{693530D4-E207-8018-C54B-C19326257D3D}"/>
              </a:ext>
            </a:extLst>
          </p:cNvPr>
          <p:cNvSpPr>
            <a:spLocks noGrp="1"/>
          </p:cNvSpPr>
          <p:nvPr>
            <p:ph type="pic" sz="quarter" idx="15"/>
          </p:nvPr>
        </p:nvSpPr>
        <p:spPr>
          <a:xfrm>
            <a:off x="9491472" y="1947672"/>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7" name="Text Placeholder 16">
            <a:extLst>
              <a:ext uri="{FF2B5EF4-FFF2-40B4-BE49-F238E27FC236}">
                <a16:creationId xmlns:a16="http://schemas.microsoft.com/office/drawing/2014/main" id="{EE0D0207-76F2-C0FA-F313-F5D2F82656CE}"/>
              </a:ext>
            </a:extLst>
          </p:cNvPr>
          <p:cNvSpPr>
            <a:spLocks noGrp="1"/>
          </p:cNvSpPr>
          <p:nvPr>
            <p:ph type="body" sz="quarter" idx="16"/>
          </p:nvPr>
        </p:nvSpPr>
        <p:spPr>
          <a:xfrm>
            <a:off x="941832"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18" name="Text Placeholder 16">
            <a:extLst>
              <a:ext uri="{FF2B5EF4-FFF2-40B4-BE49-F238E27FC236}">
                <a16:creationId xmlns:a16="http://schemas.microsoft.com/office/drawing/2014/main" id="{94050553-7D63-5588-8C42-A3985DF2909F}"/>
              </a:ext>
            </a:extLst>
          </p:cNvPr>
          <p:cNvSpPr>
            <a:spLocks noGrp="1"/>
          </p:cNvSpPr>
          <p:nvPr>
            <p:ph type="body" sz="quarter" idx="17"/>
          </p:nvPr>
        </p:nvSpPr>
        <p:spPr>
          <a:xfrm>
            <a:off x="3758184"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19" name="Text Placeholder 16">
            <a:extLst>
              <a:ext uri="{FF2B5EF4-FFF2-40B4-BE49-F238E27FC236}">
                <a16:creationId xmlns:a16="http://schemas.microsoft.com/office/drawing/2014/main" id="{C83E3C83-61EE-7F38-6617-297F33FDFC80}"/>
              </a:ext>
            </a:extLst>
          </p:cNvPr>
          <p:cNvSpPr>
            <a:spLocks noGrp="1"/>
          </p:cNvSpPr>
          <p:nvPr>
            <p:ph type="body" sz="quarter" idx="18"/>
          </p:nvPr>
        </p:nvSpPr>
        <p:spPr>
          <a:xfrm>
            <a:off x="6583680"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0" name="Text Placeholder 16">
            <a:extLst>
              <a:ext uri="{FF2B5EF4-FFF2-40B4-BE49-F238E27FC236}">
                <a16:creationId xmlns:a16="http://schemas.microsoft.com/office/drawing/2014/main" id="{E4F0C230-CEF2-4829-F9D9-4A9D8CC18F3C}"/>
              </a:ext>
            </a:extLst>
          </p:cNvPr>
          <p:cNvSpPr>
            <a:spLocks noGrp="1"/>
          </p:cNvSpPr>
          <p:nvPr>
            <p:ph type="body" sz="quarter" idx="19"/>
          </p:nvPr>
        </p:nvSpPr>
        <p:spPr>
          <a:xfrm>
            <a:off x="9372600" y="3593592"/>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3C4BFE65-A254-A1B2-2B09-5BB8085A3396}"/>
              </a:ext>
            </a:extLst>
          </p:cNvPr>
          <p:cNvSpPr>
            <a:spLocks noGrp="1"/>
          </p:cNvSpPr>
          <p:nvPr>
            <p:ph type="body" sz="quarter" idx="20"/>
          </p:nvPr>
        </p:nvSpPr>
        <p:spPr>
          <a:xfrm>
            <a:off x="941832"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2" name="Text Placeholder 16">
            <a:extLst>
              <a:ext uri="{FF2B5EF4-FFF2-40B4-BE49-F238E27FC236}">
                <a16:creationId xmlns:a16="http://schemas.microsoft.com/office/drawing/2014/main" id="{F0885B50-26EE-88F4-89DB-7736CBB248FD}"/>
              </a:ext>
            </a:extLst>
          </p:cNvPr>
          <p:cNvSpPr>
            <a:spLocks noGrp="1"/>
          </p:cNvSpPr>
          <p:nvPr>
            <p:ph type="body" sz="quarter" idx="21"/>
          </p:nvPr>
        </p:nvSpPr>
        <p:spPr>
          <a:xfrm>
            <a:off x="3758184"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3" name="Text Placeholder 16">
            <a:extLst>
              <a:ext uri="{FF2B5EF4-FFF2-40B4-BE49-F238E27FC236}">
                <a16:creationId xmlns:a16="http://schemas.microsoft.com/office/drawing/2014/main" id="{31CC9E02-F419-645B-186B-D3FDF688BE3D}"/>
              </a:ext>
            </a:extLst>
          </p:cNvPr>
          <p:cNvSpPr>
            <a:spLocks noGrp="1"/>
          </p:cNvSpPr>
          <p:nvPr>
            <p:ph type="body" sz="quarter" idx="22"/>
          </p:nvPr>
        </p:nvSpPr>
        <p:spPr>
          <a:xfrm>
            <a:off x="6583680"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4" name="Text Placeholder 16">
            <a:extLst>
              <a:ext uri="{FF2B5EF4-FFF2-40B4-BE49-F238E27FC236}">
                <a16:creationId xmlns:a16="http://schemas.microsoft.com/office/drawing/2014/main" id="{D6BFA8DA-6AF0-61F1-45B2-1FDCC246E63A}"/>
              </a:ext>
            </a:extLst>
          </p:cNvPr>
          <p:cNvSpPr>
            <a:spLocks noGrp="1"/>
          </p:cNvSpPr>
          <p:nvPr>
            <p:ph type="body" sz="quarter" idx="23"/>
          </p:nvPr>
        </p:nvSpPr>
        <p:spPr>
          <a:xfrm>
            <a:off x="9372600" y="390448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4" name="Picture Placeholder 11">
            <a:extLst>
              <a:ext uri="{FF2B5EF4-FFF2-40B4-BE49-F238E27FC236}">
                <a16:creationId xmlns:a16="http://schemas.microsoft.com/office/drawing/2014/main" id="{A1A3BD0B-A18A-8787-8F97-D7570F2D8ED9}"/>
              </a:ext>
            </a:extLst>
          </p:cNvPr>
          <p:cNvSpPr>
            <a:spLocks noGrp="1"/>
          </p:cNvSpPr>
          <p:nvPr>
            <p:ph type="pic" sz="quarter" idx="24"/>
          </p:nvPr>
        </p:nvSpPr>
        <p:spPr>
          <a:xfrm>
            <a:off x="1069848"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1" name="Picture Placeholder 11">
            <a:extLst>
              <a:ext uri="{FF2B5EF4-FFF2-40B4-BE49-F238E27FC236}">
                <a16:creationId xmlns:a16="http://schemas.microsoft.com/office/drawing/2014/main" id="{0EE97C40-9EA8-1271-799B-861AADDA89C8}"/>
              </a:ext>
            </a:extLst>
          </p:cNvPr>
          <p:cNvSpPr>
            <a:spLocks noGrp="1"/>
          </p:cNvSpPr>
          <p:nvPr>
            <p:ph type="pic" sz="quarter" idx="25"/>
          </p:nvPr>
        </p:nvSpPr>
        <p:spPr>
          <a:xfrm>
            <a:off x="3877056"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16" name="Picture Placeholder 11">
            <a:extLst>
              <a:ext uri="{FF2B5EF4-FFF2-40B4-BE49-F238E27FC236}">
                <a16:creationId xmlns:a16="http://schemas.microsoft.com/office/drawing/2014/main" id="{9553C6EE-C9CA-36E2-FEA4-9279C954531A}"/>
              </a:ext>
            </a:extLst>
          </p:cNvPr>
          <p:cNvSpPr>
            <a:spLocks noGrp="1"/>
          </p:cNvSpPr>
          <p:nvPr>
            <p:ph type="pic" sz="quarter" idx="26"/>
          </p:nvPr>
        </p:nvSpPr>
        <p:spPr>
          <a:xfrm>
            <a:off x="6711696"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27" name="Picture Placeholder 11">
            <a:extLst>
              <a:ext uri="{FF2B5EF4-FFF2-40B4-BE49-F238E27FC236}">
                <a16:creationId xmlns:a16="http://schemas.microsoft.com/office/drawing/2014/main" id="{3E1E7EF7-6119-3B30-6256-741E415C098E}"/>
              </a:ext>
            </a:extLst>
          </p:cNvPr>
          <p:cNvSpPr>
            <a:spLocks noGrp="1"/>
          </p:cNvSpPr>
          <p:nvPr>
            <p:ph type="pic" sz="quarter" idx="27"/>
          </p:nvPr>
        </p:nvSpPr>
        <p:spPr>
          <a:xfrm>
            <a:off x="9491472" y="4398264"/>
            <a:ext cx="1609344" cy="1609344"/>
          </a:xfrm>
          <a:solidFill>
            <a:schemeClr val="accent3">
              <a:lumMod val="40000"/>
              <a:lumOff val="60000"/>
            </a:schemeClr>
          </a:solidFill>
        </p:spPr>
        <p:txBody>
          <a:bodyPr anchor="ctr"/>
          <a:lstStyle>
            <a:lvl1pPr marL="0" indent="0" algn="ctr">
              <a:buNone/>
              <a:defRPr sz="1200"/>
            </a:lvl1pPr>
          </a:lstStyle>
          <a:p>
            <a:endParaRPr lang="en-US" dirty="0"/>
          </a:p>
        </p:txBody>
      </p:sp>
      <p:sp>
        <p:nvSpPr>
          <p:cNvPr id="28" name="Text Placeholder 16">
            <a:extLst>
              <a:ext uri="{FF2B5EF4-FFF2-40B4-BE49-F238E27FC236}">
                <a16:creationId xmlns:a16="http://schemas.microsoft.com/office/drawing/2014/main" id="{1B0A4A9F-4439-5B3D-FEA1-2EEAA3B1ED56}"/>
              </a:ext>
            </a:extLst>
          </p:cNvPr>
          <p:cNvSpPr>
            <a:spLocks noGrp="1"/>
          </p:cNvSpPr>
          <p:nvPr>
            <p:ph type="body" sz="quarter" idx="28"/>
          </p:nvPr>
        </p:nvSpPr>
        <p:spPr>
          <a:xfrm>
            <a:off x="941832"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29" name="Text Placeholder 16">
            <a:extLst>
              <a:ext uri="{FF2B5EF4-FFF2-40B4-BE49-F238E27FC236}">
                <a16:creationId xmlns:a16="http://schemas.microsoft.com/office/drawing/2014/main" id="{5D11883B-FD87-FA9B-714F-5F02AE029111}"/>
              </a:ext>
            </a:extLst>
          </p:cNvPr>
          <p:cNvSpPr>
            <a:spLocks noGrp="1"/>
          </p:cNvSpPr>
          <p:nvPr>
            <p:ph type="body" sz="quarter" idx="29"/>
          </p:nvPr>
        </p:nvSpPr>
        <p:spPr>
          <a:xfrm>
            <a:off x="3758184"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0" name="Text Placeholder 16">
            <a:extLst>
              <a:ext uri="{FF2B5EF4-FFF2-40B4-BE49-F238E27FC236}">
                <a16:creationId xmlns:a16="http://schemas.microsoft.com/office/drawing/2014/main" id="{15AFF5E4-27E8-EB92-B33F-CD49000CABE0}"/>
              </a:ext>
            </a:extLst>
          </p:cNvPr>
          <p:cNvSpPr>
            <a:spLocks noGrp="1"/>
          </p:cNvSpPr>
          <p:nvPr>
            <p:ph type="body" sz="quarter" idx="30"/>
          </p:nvPr>
        </p:nvSpPr>
        <p:spPr>
          <a:xfrm>
            <a:off x="6583680"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1" name="Text Placeholder 16">
            <a:extLst>
              <a:ext uri="{FF2B5EF4-FFF2-40B4-BE49-F238E27FC236}">
                <a16:creationId xmlns:a16="http://schemas.microsoft.com/office/drawing/2014/main" id="{7DD26773-1C83-BF12-BAA8-AEC17A8B5236}"/>
              </a:ext>
            </a:extLst>
          </p:cNvPr>
          <p:cNvSpPr>
            <a:spLocks noGrp="1"/>
          </p:cNvSpPr>
          <p:nvPr>
            <p:ph type="body" sz="quarter" idx="31"/>
          </p:nvPr>
        </p:nvSpPr>
        <p:spPr>
          <a:xfrm>
            <a:off x="9372600" y="6080760"/>
            <a:ext cx="1901952" cy="347472"/>
          </a:xfrm>
        </p:spPr>
        <p:txBody>
          <a:bodyPr anchor="ctr"/>
          <a:lstStyle>
            <a:lvl1pPr marL="0" indent="0">
              <a:lnSpc>
                <a:spcPct val="100000"/>
              </a:lnSpc>
              <a:buNone/>
              <a:defRPr sz="1400" cap="all" spc="20" baseline="0"/>
            </a:lvl1pPr>
          </a:lstStyle>
          <a:p>
            <a:pPr lvl="0"/>
            <a:r>
              <a:rPr lang="en-US" dirty="0"/>
              <a:t>Click to edit Master text styles</a:t>
            </a:r>
          </a:p>
        </p:txBody>
      </p:sp>
      <p:sp>
        <p:nvSpPr>
          <p:cNvPr id="32" name="Text Placeholder 16">
            <a:extLst>
              <a:ext uri="{FF2B5EF4-FFF2-40B4-BE49-F238E27FC236}">
                <a16:creationId xmlns:a16="http://schemas.microsoft.com/office/drawing/2014/main" id="{504DD6A5-3D1E-AB04-C217-0F9ABAA852C9}"/>
              </a:ext>
            </a:extLst>
          </p:cNvPr>
          <p:cNvSpPr>
            <a:spLocks noGrp="1"/>
          </p:cNvSpPr>
          <p:nvPr>
            <p:ph type="body" sz="quarter" idx="32"/>
          </p:nvPr>
        </p:nvSpPr>
        <p:spPr>
          <a:xfrm>
            <a:off x="941832"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3" name="Text Placeholder 16">
            <a:extLst>
              <a:ext uri="{FF2B5EF4-FFF2-40B4-BE49-F238E27FC236}">
                <a16:creationId xmlns:a16="http://schemas.microsoft.com/office/drawing/2014/main" id="{2860D1AB-1DEE-EA78-C939-96F7962D2588}"/>
              </a:ext>
            </a:extLst>
          </p:cNvPr>
          <p:cNvSpPr>
            <a:spLocks noGrp="1"/>
          </p:cNvSpPr>
          <p:nvPr>
            <p:ph type="body" sz="quarter" idx="33"/>
          </p:nvPr>
        </p:nvSpPr>
        <p:spPr>
          <a:xfrm>
            <a:off x="3758184"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4" name="Text Placeholder 16">
            <a:extLst>
              <a:ext uri="{FF2B5EF4-FFF2-40B4-BE49-F238E27FC236}">
                <a16:creationId xmlns:a16="http://schemas.microsoft.com/office/drawing/2014/main" id="{46FAB9C9-9535-D927-5ED4-2A2039CD6394}"/>
              </a:ext>
            </a:extLst>
          </p:cNvPr>
          <p:cNvSpPr>
            <a:spLocks noGrp="1"/>
          </p:cNvSpPr>
          <p:nvPr>
            <p:ph type="body" sz="quarter" idx="34"/>
          </p:nvPr>
        </p:nvSpPr>
        <p:spPr>
          <a:xfrm>
            <a:off x="6583680"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35" name="Text Placeholder 16">
            <a:extLst>
              <a:ext uri="{FF2B5EF4-FFF2-40B4-BE49-F238E27FC236}">
                <a16:creationId xmlns:a16="http://schemas.microsoft.com/office/drawing/2014/main" id="{27B80C8A-FB49-A852-F6DE-5C2A1223F2E0}"/>
              </a:ext>
            </a:extLst>
          </p:cNvPr>
          <p:cNvSpPr>
            <a:spLocks noGrp="1"/>
          </p:cNvSpPr>
          <p:nvPr>
            <p:ph type="body" sz="quarter" idx="35"/>
          </p:nvPr>
        </p:nvSpPr>
        <p:spPr>
          <a:xfrm>
            <a:off x="9372600" y="6373368"/>
            <a:ext cx="1901952" cy="182880"/>
          </a:xfrm>
          <a:noFill/>
        </p:spPr>
        <p:txBody>
          <a:bodyPr anchor="ctr"/>
          <a:lstStyle>
            <a:lvl1pPr marL="0" indent="0">
              <a:lnSpc>
                <a:spcPct val="100000"/>
              </a:lnSpc>
              <a:buNone/>
              <a:defRPr sz="1400" b="1" cap="none" spc="20" baseline="0">
                <a:solidFill>
                  <a:schemeClr val="accent2">
                    <a:lumMod val="50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D3154DD8-0FD2-091E-4A43-D5285DD8A4F0}"/>
              </a:ext>
            </a:extLst>
          </p:cNvPr>
          <p:cNvSpPr>
            <a:spLocks noGrp="1"/>
          </p:cNvSpPr>
          <p:nvPr>
            <p:ph type="title"/>
          </p:nvPr>
        </p:nvSpPr>
        <p:spPr>
          <a:xfrm>
            <a:off x="640080" y="1983709"/>
            <a:ext cx="5455920" cy="1298448"/>
          </a:xfrm>
        </p:spPr>
        <p:txBody>
          <a:bodyPr/>
          <a:lstStyle/>
          <a:p>
            <a:r>
              <a:rPr lang="en-US" dirty="0"/>
              <a:t>Click to edit Master title style</a:t>
            </a:r>
          </a:p>
        </p:txBody>
      </p:sp>
    </p:spTree>
    <p:extLst>
      <p:ext uri="{BB962C8B-B14F-4D97-AF65-F5344CB8AC3E}">
        <p14:creationId xmlns:p14="http://schemas.microsoft.com/office/powerpoint/2010/main" val="344108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14" name="Text Placeholder 8">
            <a:extLst>
              <a:ext uri="{FF2B5EF4-FFF2-40B4-BE49-F238E27FC236}">
                <a16:creationId xmlns:a16="http://schemas.microsoft.com/office/drawing/2014/main" id="{B34BBA69-4DC3-B6B5-F4C1-6B25DDED5A2E}"/>
              </a:ext>
            </a:extLst>
          </p:cNvPr>
          <p:cNvSpPr>
            <a:spLocks noGrp="1"/>
          </p:cNvSpPr>
          <p:nvPr>
            <p:ph type="body" sz="quarter" idx="17" hasCustomPrompt="1"/>
          </p:nvPr>
        </p:nvSpPr>
        <p:spPr>
          <a:xfrm>
            <a:off x="2072739" y="1949428"/>
            <a:ext cx="685800" cy="3240088"/>
          </a:xfrm>
          <a:solidFill>
            <a:schemeClr val="accent2"/>
          </a:solidFill>
        </p:spPr>
        <p:txBody>
          <a:bodyPr anchor="ctr"/>
          <a:lstStyle>
            <a:lvl1pPr marL="0" indent="0" algn="ctr">
              <a:buNone/>
              <a:defRPr>
                <a:solidFill>
                  <a:schemeClr val="tx1">
                    <a:alpha val="0"/>
                  </a:schemeClr>
                </a:solidFill>
              </a:defRPr>
            </a:lvl1pPr>
          </a:lstStyle>
          <a:p>
            <a:pPr lvl="0"/>
            <a:r>
              <a:rPr lang="en-US" dirty="0"/>
              <a:t>x</a:t>
            </a:r>
          </a:p>
        </p:txBody>
      </p:sp>
      <p:sp>
        <p:nvSpPr>
          <p:cNvPr id="9" name="Text Placeholder 8">
            <a:extLst>
              <a:ext uri="{FF2B5EF4-FFF2-40B4-BE49-F238E27FC236}">
                <a16:creationId xmlns:a16="http://schemas.microsoft.com/office/drawing/2014/main" id="{713CF3E7-06EB-A521-4C56-E4CA3DD2BE1E}"/>
              </a:ext>
            </a:extLst>
          </p:cNvPr>
          <p:cNvSpPr>
            <a:spLocks noGrp="1"/>
          </p:cNvSpPr>
          <p:nvPr>
            <p:ph type="body" sz="quarter" idx="12" hasCustomPrompt="1"/>
          </p:nvPr>
        </p:nvSpPr>
        <p:spPr>
          <a:xfrm>
            <a:off x="3904488" y="1949450"/>
            <a:ext cx="685800" cy="3240088"/>
          </a:xfrm>
          <a:solidFill>
            <a:schemeClr val="accent3"/>
          </a:solidFill>
        </p:spPr>
        <p:txBody>
          <a:bodyPr anchor="ctr"/>
          <a:lstStyle>
            <a:lvl1pPr marL="0" indent="0" algn="ctr">
              <a:buNone/>
              <a:defRPr>
                <a:solidFill>
                  <a:schemeClr val="tx1">
                    <a:alpha val="0"/>
                  </a:schemeClr>
                </a:solidFill>
              </a:defRPr>
            </a:lvl1pPr>
          </a:lstStyle>
          <a:p>
            <a:pPr lvl="0"/>
            <a:r>
              <a:rPr lang="en-US" dirty="0"/>
              <a:t>x</a:t>
            </a:r>
          </a:p>
        </p:txBody>
      </p:sp>
      <p:sp>
        <p:nvSpPr>
          <p:cNvPr id="11" name="Text Placeholder 8">
            <a:extLst>
              <a:ext uri="{FF2B5EF4-FFF2-40B4-BE49-F238E27FC236}">
                <a16:creationId xmlns:a16="http://schemas.microsoft.com/office/drawing/2014/main" id="{F9BFAC58-F350-7AB0-04A2-D1284CA80F72}"/>
              </a:ext>
            </a:extLst>
          </p:cNvPr>
          <p:cNvSpPr>
            <a:spLocks noGrp="1"/>
          </p:cNvSpPr>
          <p:nvPr>
            <p:ph type="body" sz="quarter" idx="14" hasCustomPrompt="1"/>
          </p:nvPr>
        </p:nvSpPr>
        <p:spPr>
          <a:xfrm>
            <a:off x="5779008" y="1949428"/>
            <a:ext cx="685800" cy="3240088"/>
          </a:xfrm>
          <a:solidFill>
            <a:schemeClr val="accent4">
              <a:lumMod val="60000"/>
              <a:lumOff val="4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2" name="Text Placeholder 8">
            <a:extLst>
              <a:ext uri="{FF2B5EF4-FFF2-40B4-BE49-F238E27FC236}">
                <a16:creationId xmlns:a16="http://schemas.microsoft.com/office/drawing/2014/main" id="{F7F9C969-6E6E-F416-8977-083F8F482F73}"/>
              </a:ext>
            </a:extLst>
          </p:cNvPr>
          <p:cNvSpPr>
            <a:spLocks noGrp="1"/>
          </p:cNvSpPr>
          <p:nvPr>
            <p:ph type="body" sz="quarter" idx="15" hasCustomPrompt="1"/>
          </p:nvPr>
        </p:nvSpPr>
        <p:spPr>
          <a:xfrm>
            <a:off x="7598664" y="1949428"/>
            <a:ext cx="685800" cy="3240088"/>
          </a:xfrm>
          <a:solidFill>
            <a:schemeClr val="accent5">
              <a:lumMod val="40000"/>
              <a:lumOff val="6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3" name="Text Placeholder 8">
            <a:extLst>
              <a:ext uri="{FF2B5EF4-FFF2-40B4-BE49-F238E27FC236}">
                <a16:creationId xmlns:a16="http://schemas.microsoft.com/office/drawing/2014/main" id="{A5B06717-E8CC-113A-852F-ABF4C695249F}"/>
              </a:ext>
            </a:extLst>
          </p:cNvPr>
          <p:cNvSpPr>
            <a:spLocks noGrp="1"/>
          </p:cNvSpPr>
          <p:nvPr>
            <p:ph type="body" sz="quarter" idx="16" hasCustomPrompt="1"/>
          </p:nvPr>
        </p:nvSpPr>
        <p:spPr>
          <a:xfrm>
            <a:off x="9436608" y="1949428"/>
            <a:ext cx="685800" cy="3240088"/>
          </a:xfrm>
          <a:solidFill>
            <a:schemeClr val="accent3">
              <a:lumMod val="60000"/>
              <a:lumOff val="40000"/>
            </a:schemeClr>
          </a:solidFill>
        </p:spPr>
        <p:txBody>
          <a:bodyPr anchor="ctr"/>
          <a:lstStyle>
            <a:lvl1pPr marL="0" indent="0" algn="ctr">
              <a:buNone/>
              <a:defRPr>
                <a:solidFill>
                  <a:schemeClr val="tx1">
                    <a:alpha val="0"/>
                  </a:schemeClr>
                </a:solidFill>
              </a:defRPr>
            </a:lvl1pPr>
          </a:lstStyle>
          <a:p>
            <a:pPr lvl="0"/>
            <a:r>
              <a:rPr lang="en-US" dirty="0"/>
              <a:t>x</a:t>
            </a:r>
          </a:p>
        </p:txBody>
      </p:sp>
      <p:sp>
        <p:nvSpPr>
          <p:cNvPr id="15" name="Text Placeholder 16">
            <a:extLst>
              <a:ext uri="{FF2B5EF4-FFF2-40B4-BE49-F238E27FC236}">
                <a16:creationId xmlns:a16="http://schemas.microsoft.com/office/drawing/2014/main" id="{E14789EF-5CDE-6313-24AA-19D63DBA22C3}"/>
              </a:ext>
            </a:extLst>
          </p:cNvPr>
          <p:cNvSpPr>
            <a:spLocks noGrp="1"/>
          </p:cNvSpPr>
          <p:nvPr>
            <p:ph type="body" sz="quarter" idx="20"/>
          </p:nvPr>
        </p:nvSpPr>
        <p:spPr>
          <a:xfrm rot="16200000">
            <a:off x="676656"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6" name="Text Placeholder 16">
            <a:extLst>
              <a:ext uri="{FF2B5EF4-FFF2-40B4-BE49-F238E27FC236}">
                <a16:creationId xmlns:a16="http://schemas.microsoft.com/office/drawing/2014/main" id="{45183E19-6396-BC37-585D-3459E5A6F056}"/>
              </a:ext>
            </a:extLst>
          </p:cNvPr>
          <p:cNvSpPr>
            <a:spLocks noGrp="1"/>
          </p:cNvSpPr>
          <p:nvPr>
            <p:ph type="body" sz="quarter" idx="21"/>
          </p:nvPr>
        </p:nvSpPr>
        <p:spPr>
          <a:xfrm rot="16200000">
            <a:off x="2523744"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7" name="Text Placeholder 16">
            <a:extLst>
              <a:ext uri="{FF2B5EF4-FFF2-40B4-BE49-F238E27FC236}">
                <a16:creationId xmlns:a16="http://schemas.microsoft.com/office/drawing/2014/main" id="{BD93298C-7BDF-4FEB-9D50-9A70106605F9}"/>
              </a:ext>
            </a:extLst>
          </p:cNvPr>
          <p:cNvSpPr>
            <a:spLocks noGrp="1"/>
          </p:cNvSpPr>
          <p:nvPr>
            <p:ph type="body" sz="quarter" idx="22"/>
          </p:nvPr>
        </p:nvSpPr>
        <p:spPr>
          <a:xfrm rot="16200000">
            <a:off x="4389120"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8" name="Text Placeholder 16">
            <a:extLst>
              <a:ext uri="{FF2B5EF4-FFF2-40B4-BE49-F238E27FC236}">
                <a16:creationId xmlns:a16="http://schemas.microsoft.com/office/drawing/2014/main" id="{1C205F30-117C-F9B2-1DF1-4D808D72F07F}"/>
              </a:ext>
            </a:extLst>
          </p:cNvPr>
          <p:cNvSpPr>
            <a:spLocks noGrp="1"/>
          </p:cNvSpPr>
          <p:nvPr>
            <p:ph type="body" sz="quarter" idx="23"/>
          </p:nvPr>
        </p:nvSpPr>
        <p:spPr>
          <a:xfrm rot="16200000">
            <a:off x="8046720"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19" name="Text Placeholder 16">
            <a:extLst>
              <a:ext uri="{FF2B5EF4-FFF2-40B4-BE49-F238E27FC236}">
                <a16:creationId xmlns:a16="http://schemas.microsoft.com/office/drawing/2014/main" id="{D540A601-AB84-B187-127D-635BEAC7D2A5}"/>
              </a:ext>
            </a:extLst>
          </p:cNvPr>
          <p:cNvSpPr>
            <a:spLocks noGrp="1"/>
          </p:cNvSpPr>
          <p:nvPr>
            <p:ph type="body" sz="quarter" idx="34"/>
          </p:nvPr>
        </p:nvSpPr>
        <p:spPr>
          <a:xfrm rot="16200000">
            <a:off x="6199632" y="3785616"/>
            <a:ext cx="2359152" cy="466344"/>
          </a:xfrm>
          <a:noFill/>
        </p:spPr>
        <p:txBody>
          <a:bodyPr lIns="0" anchor="ctr"/>
          <a:lstStyle>
            <a:lvl1pPr marL="0" indent="0">
              <a:lnSpc>
                <a:spcPct val="90000"/>
              </a:lnSpc>
              <a:buNone/>
              <a:defRPr sz="2400" b="1" cap="all" spc="0" baseline="0">
                <a:solidFill>
                  <a:schemeClr val="tx1">
                    <a:lumMod val="75000"/>
                    <a:lumOff val="25000"/>
                  </a:schemeClr>
                </a:solidFill>
                <a:latin typeface="+mj-lt"/>
              </a:defRPr>
            </a:lvl1pPr>
          </a:lstStyle>
          <a:p>
            <a:pPr lvl="0"/>
            <a:r>
              <a:rPr lang="en-US" dirty="0"/>
              <a:t>Click to edit Master text styles</a:t>
            </a:r>
          </a:p>
        </p:txBody>
      </p:sp>
      <p:sp>
        <p:nvSpPr>
          <p:cNvPr id="20" name="Text Placeholder 16">
            <a:extLst>
              <a:ext uri="{FF2B5EF4-FFF2-40B4-BE49-F238E27FC236}">
                <a16:creationId xmlns:a16="http://schemas.microsoft.com/office/drawing/2014/main" id="{39FB08DE-7839-B706-A263-C826C48159CA}"/>
              </a:ext>
            </a:extLst>
          </p:cNvPr>
          <p:cNvSpPr>
            <a:spLocks noGrp="1"/>
          </p:cNvSpPr>
          <p:nvPr>
            <p:ph type="body" sz="quarter" idx="35"/>
          </p:nvPr>
        </p:nvSpPr>
        <p:spPr>
          <a:xfrm>
            <a:off x="2215750"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1" name="Text Placeholder 16">
            <a:extLst>
              <a:ext uri="{FF2B5EF4-FFF2-40B4-BE49-F238E27FC236}">
                <a16:creationId xmlns:a16="http://schemas.microsoft.com/office/drawing/2014/main" id="{A93934A6-FE95-C496-F14E-85DA799206A2}"/>
              </a:ext>
            </a:extLst>
          </p:cNvPr>
          <p:cNvSpPr>
            <a:spLocks noGrp="1"/>
          </p:cNvSpPr>
          <p:nvPr>
            <p:ph type="body" sz="quarter" idx="36"/>
          </p:nvPr>
        </p:nvSpPr>
        <p:spPr>
          <a:xfrm>
            <a:off x="4052969"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2" name="Text Placeholder 16">
            <a:extLst>
              <a:ext uri="{FF2B5EF4-FFF2-40B4-BE49-F238E27FC236}">
                <a16:creationId xmlns:a16="http://schemas.microsoft.com/office/drawing/2014/main" id="{5C30B205-E799-B533-0710-85E8A6AED6EA}"/>
              </a:ext>
            </a:extLst>
          </p:cNvPr>
          <p:cNvSpPr>
            <a:spLocks noGrp="1"/>
          </p:cNvSpPr>
          <p:nvPr>
            <p:ph type="body" sz="quarter" idx="18"/>
          </p:nvPr>
        </p:nvSpPr>
        <p:spPr>
          <a:xfrm>
            <a:off x="5890188"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3" name="Text Placeholder 16">
            <a:extLst>
              <a:ext uri="{FF2B5EF4-FFF2-40B4-BE49-F238E27FC236}">
                <a16:creationId xmlns:a16="http://schemas.microsoft.com/office/drawing/2014/main" id="{3AFE0358-280A-EB8E-E2C5-932F3BD9FEEB}"/>
              </a:ext>
            </a:extLst>
          </p:cNvPr>
          <p:cNvSpPr>
            <a:spLocks noGrp="1"/>
          </p:cNvSpPr>
          <p:nvPr>
            <p:ph type="body" sz="quarter" idx="19"/>
          </p:nvPr>
        </p:nvSpPr>
        <p:spPr>
          <a:xfrm>
            <a:off x="7727407"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4" name="Text Placeholder 16">
            <a:extLst>
              <a:ext uri="{FF2B5EF4-FFF2-40B4-BE49-F238E27FC236}">
                <a16:creationId xmlns:a16="http://schemas.microsoft.com/office/drawing/2014/main" id="{E7337DF9-BEE0-9960-3F78-987551585C7B}"/>
              </a:ext>
            </a:extLst>
          </p:cNvPr>
          <p:cNvSpPr>
            <a:spLocks noGrp="1"/>
          </p:cNvSpPr>
          <p:nvPr>
            <p:ph type="body" sz="quarter" idx="31"/>
          </p:nvPr>
        </p:nvSpPr>
        <p:spPr>
          <a:xfrm>
            <a:off x="9564624" y="2615184"/>
            <a:ext cx="1444752" cy="2231136"/>
          </a:xfrm>
        </p:spPr>
        <p:txBody>
          <a:bodyPr lIns="0" tIns="91440" bIns="146304" anchor="t"/>
          <a:lstStyle>
            <a:lvl1pPr marL="0" indent="0">
              <a:lnSpc>
                <a:spcPct val="90000"/>
              </a:lnSpc>
              <a:buNone/>
              <a:defRPr sz="1400" cap="none" spc="0" baseline="0"/>
            </a:lvl1pPr>
          </a:lstStyle>
          <a:p>
            <a:pPr lvl="0"/>
            <a:r>
              <a:rPr lang="en-US" dirty="0"/>
              <a:t>Click to edit Master text styles</a:t>
            </a:r>
          </a:p>
        </p:txBody>
      </p:sp>
      <p:sp>
        <p:nvSpPr>
          <p:cNvPr id="25" name="Title 1">
            <a:extLst>
              <a:ext uri="{FF2B5EF4-FFF2-40B4-BE49-F238E27FC236}">
                <a16:creationId xmlns:a16="http://schemas.microsoft.com/office/drawing/2014/main" id="{87474658-A5AD-9D5A-7FD0-7082AC30877D}"/>
              </a:ext>
            </a:extLst>
          </p:cNvPr>
          <p:cNvSpPr>
            <a:spLocks noGrp="1"/>
          </p:cNvSpPr>
          <p:nvPr>
            <p:ph type="title"/>
          </p:nvPr>
        </p:nvSpPr>
        <p:spPr>
          <a:xfrm>
            <a:off x="640080" y="457200"/>
            <a:ext cx="10936224" cy="1298448"/>
          </a:xfrm>
        </p:spPr>
        <p:txBody>
          <a:bodyPr/>
          <a:lstStyle>
            <a:lvl1pPr algn="ctr">
              <a:defRPr/>
            </a:lvl1pPr>
          </a:lstStyle>
          <a:p>
            <a:r>
              <a:rPr lang="en-US"/>
              <a:t>Click to edit Master title style</a:t>
            </a:r>
          </a:p>
        </p:txBody>
      </p:sp>
      <p:sp>
        <p:nvSpPr>
          <p:cNvPr id="26" name="Slide Number Placeholder 2">
            <a:extLst>
              <a:ext uri="{FF2B5EF4-FFF2-40B4-BE49-F238E27FC236}">
                <a16:creationId xmlns:a16="http://schemas.microsoft.com/office/drawing/2014/main" id="{3013595B-EBCE-B1FB-3943-6DD82772C09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27" name="Footer Placeholder 3">
            <a:extLst>
              <a:ext uri="{FF2B5EF4-FFF2-40B4-BE49-F238E27FC236}">
                <a16:creationId xmlns:a16="http://schemas.microsoft.com/office/drawing/2014/main" id="{9398F5FD-521F-F335-268A-7300D9280BC6}"/>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2997813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4C9462-DD7C-E02D-1CDD-3A9BC288BE01}"/>
              </a:ext>
            </a:extLst>
          </p:cNvPr>
          <p:cNvSpPr/>
          <p:nvPr userDrawn="1"/>
        </p:nvSpPr>
        <p:spPr>
          <a:xfrm>
            <a:off x="6095999" y="0"/>
            <a:ext cx="6096000" cy="4762500"/>
          </a:xfrm>
          <a:prstGeom prst="rect">
            <a:avLst/>
          </a:prstGeom>
          <a:solidFill>
            <a:schemeClr val="accent4">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sp>
        <p:nvSpPr>
          <p:cNvPr id="3" name="Text Placeholder 2">
            <a:extLst>
              <a:ext uri="{FF2B5EF4-FFF2-40B4-BE49-F238E27FC236}">
                <a16:creationId xmlns:a16="http://schemas.microsoft.com/office/drawing/2014/main" id="{CF258996-D220-8B05-AE12-5AC4341BBFCF}"/>
              </a:ext>
            </a:extLst>
          </p:cNvPr>
          <p:cNvSpPr>
            <a:spLocks noGrp="1"/>
          </p:cNvSpPr>
          <p:nvPr>
            <p:ph type="body" idx="1"/>
          </p:nvPr>
        </p:nvSpPr>
        <p:spPr>
          <a:xfrm>
            <a:off x="4078224" y="2002536"/>
            <a:ext cx="727862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4078224" y="2615184"/>
            <a:ext cx="7278624" cy="1179576"/>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D5120D9-C6AF-17C8-8F32-1FEE6BFBC92A}"/>
              </a:ext>
            </a:extLst>
          </p:cNvPr>
          <p:cNvSpPr>
            <a:spLocks noGrp="1"/>
          </p:cNvSpPr>
          <p:nvPr>
            <p:ph type="body" sz="quarter" idx="3"/>
          </p:nvPr>
        </p:nvSpPr>
        <p:spPr>
          <a:xfrm>
            <a:off x="4078224" y="4352544"/>
            <a:ext cx="727862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4078224" y="4983480"/>
            <a:ext cx="7278624" cy="1179576"/>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cxnSp>
        <p:nvCxnSpPr>
          <p:cNvPr id="13" name="Straight Connector 12">
            <a:extLst>
              <a:ext uri="{FF2B5EF4-FFF2-40B4-BE49-F238E27FC236}">
                <a16:creationId xmlns:a16="http://schemas.microsoft.com/office/drawing/2014/main" id="{4FEB4121-C7B1-D448-DE15-4DFEA09D0655}"/>
              </a:ext>
            </a:extLst>
          </p:cNvPr>
          <p:cNvCxnSpPr>
            <a:cxnSpLocks/>
          </p:cNvCxnSpPr>
          <p:nvPr userDrawn="1"/>
        </p:nvCxnSpPr>
        <p:spPr>
          <a:xfrm>
            <a:off x="-2" y="231595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6431E3-2BD2-4D62-E397-DC4A847C7F2A}"/>
              </a:ext>
            </a:extLst>
          </p:cNvPr>
          <p:cNvCxnSpPr>
            <a:cxnSpLocks/>
          </p:cNvCxnSpPr>
          <p:nvPr userDrawn="1"/>
        </p:nvCxnSpPr>
        <p:spPr>
          <a:xfrm>
            <a:off x="-2" y="465910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Tree>
    <p:extLst>
      <p:ext uri="{BB962C8B-B14F-4D97-AF65-F5344CB8AC3E}">
        <p14:creationId xmlns:p14="http://schemas.microsoft.com/office/powerpoint/2010/main" val="343373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hree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E26A0C-E42F-6A2A-044B-8C817559CB87}"/>
              </a:ext>
            </a:extLst>
          </p:cNvPr>
          <p:cNvSpPr/>
          <p:nvPr userDrawn="1"/>
        </p:nvSpPr>
        <p:spPr>
          <a:xfrm>
            <a:off x="4377128" y="3560257"/>
            <a:ext cx="7814872" cy="3297743"/>
          </a:xfrm>
          <a:prstGeom prst="rect">
            <a:avLst/>
          </a:prstGeom>
          <a:solidFill>
            <a:schemeClr val="accent2">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cxnSp>
        <p:nvCxnSpPr>
          <p:cNvPr id="7" name="Straight Connector 6">
            <a:extLst>
              <a:ext uri="{FF2B5EF4-FFF2-40B4-BE49-F238E27FC236}">
                <a16:creationId xmlns:a16="http://schemas.microsoft.com/office/drawing/2014/main" id="{F156E3D2-16B0-AFFA-51A9-B37F5830B6D9}"/>
              </a:ext>
            </a:extLst>
          </p:cNvPr>
          <p:cNvCxnSpPr>
            <a:cxnSpLocks/>
          </p:cNvCxnSpPr>
          <p:nvPr userDrawn="1"/>
        </p:nvCxnSpPr>
        <p:spPr>
          <a:xfrm>
            <a:off x="0" y="2657582"/>
            <a:ext cx="10782300" cy="0"/>
          </a:xfrm>
          <a:prstGeom prst="line">
            <a:avLst/>
          </a:prstGeom>
          <a:ln w="15875" cap="sq" cmpd="sng">
            <a:solidFill>
              <a:schemeClr val="tx1">
                <a:lumMod val="75000"/>
                <a:lumOff val="25000"/>
              </a:schemeClr>
            </a:solidFill>
            <a:headEnd type="none"/>
            <a:tailEnd type="ova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CF258996-D220-8B05-AE12-5AC4341BBFCF}"/>
              </a:ext>
            </a:extLst>
          </p:cNvPr>
          <p:cNvSpPr>
            <a:spLocks noGrp="1"/>
          </p:cNvSpPr>
          <p:nvPr>
            <p:ph type="body" idx="1"/>
          </p:nvPr>
        </p:nvSpPr>
        <p:spPr>
          <a:xfrm>
            <a:off x="1664208"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1664208"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D5120D9-C6AF-17C8-8F32-1FEE6BFBC92A}"/>
              </a:ext>
            </a:extLst>
          </p:cNvPr>
          <p:cNvSpPr>
            <a:spLocks noGrp="1"/>
          </p:cNvSpPr>
          <p:nvPr>
            <p:ph type="body" sz="quarter" idx="3"/>
          </p:nvPr>
        </p:nvSpPr>
        <p:spPr>
          <a:xfrm>
            <a:off x="5010912"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5010912"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
        <p:nvSpPr>
          <p:cNvPr id="8" name="Text Placeholder 4">
            <a:extLst>
              <a:ext uri="{FF2B5EF4-FFF2-40B4-BE49-F238E27FC236}">
                <a16:creationId xmlns:a16="http://schemas.microsoft.com/office/drawing/2014/main" id="{9537EA5E-3E96-57B0-C639-22C290FCD5E8}"/>
              </a:ext>
            </a:extLst>
          </p:cNvPr>
          <p:cNvSpPr>
            <a:spLocks noGrp="1"/>
          </p:cNvSpPr>
          <p:nvPr>
            <p:ph type="body" sz="quarter" idx="12"/>
          </p:nvPr>
        </p:nvSpPr>
        <p:spPr>
          <a:xfrm>
            <a:off x="8348472" y="1929384"/>
            <a:ext cx="2432304" cy="630936"/>
          </a:xfrm>
        </p:spPr>
        <p:txBody>
          <a:bodyPr lIns="0" anchor="ctr"/>
          <a:lstStyle>
            <a:lvl1pPr marL="0" indent="0">
              <a:buNone/>
              <a:defRPr sz="2400" b="1" cap="all" baseline="0">
                <a:solidFill>
                  <a:schemeClr val="tx1">
                    <a:lumMod val="75000"/>
                    <a:lumOff val="2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5">
            <a:extLst>
              <a:ext uri="{FF2B5EF4-FFF2-40B4-BE49-F238E27FC236}">
                <a16:creationId xmlns:a16="http://schemas.microsoft.com/office/drawing/2014/main" id="{C81D5F3B-60ED-CA80-3AE7-2EFC356E7748}"/>
              </a:ext>
            </a:extLst>
          </p:cNvPr>
          <p:cNvSpPr>
            <a:spLocks noGrp="1"/>
          </p:cNvSpPr>
          <p:nvPr>
            <p:ph sz="quarter" idx="13"/>
          </p:nvPr>
        </p:nvSpPr>
        <p:spPr>
          <a:xfrm>
            <a:off x="8348472" y="2926080"/>
            <a:ext cx="2569464" cy="2093976"/>
          </a:xfrm>
        </p:spPr>
        <p:txBody>
          <a:bodyPr lIns="0" rIns="18288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7223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15" name="Text Placeholder 10">
            <a:extLst>
              <a:ext uri="{FF2B5EF4-FFF2-40B4-BE49-F238E27FC236}">
                <a16:creationId xmlns:a16="http://schemas.microsoft.com/office/drawing/2014/main" id="{5CD45539-3B3A-464F-2480-A7235DE9D3E7}"/>
              </a:ext>
            </a:extLst>
          </p:cNvPr>
          <p:cNvSpPr>
            <a:spLocks noGrp="1"/>
          </p:cNvSpPr>
          <p:nvPr>
            <p:ph type="body" sz="quarter" idx="17"/>
          </p:nvPr>
        </p:nvSpPr>
        <p:spPr>
          <a:xfrm>
            <a:off x="0" y="3154680"/>
            <a:ext cx="12198096" cy="1709928"/>
          </a:xfrm>
        </p:spPr>
        <p:txBody>
          <a:bodyPr anchor="ctr">
            <a:noAutofit/>
          </a:bodyPr>
          <a:lstStyle>
            <a:lvl1pPr marL="0" indent="0" algn="ctr">
              <a:lnSpc>
                <a:spcPct val="90000"/>
              </a:lnSpc>
              <a:spcBef>
                <a:spcPts val="0"/>
              </a:spcBef>
              <a:buNone/>
              <a:defRPr sz="13800" b="1" cap="all" baseline="0">
                <a:solidFill>
                  <a:schemeClr val="accent4">
                    <a:lumMod val="75000"/>
                  </a:schemeClr>
                </a:solidFill>
                <a:latin typeface="+mj-lt"/>
              </a:defRPr>
            </a:lvl1pPr>
          </a:lstStyle>
          <a:p>
            <a:pPr lvl="0"/>
            <a:r>
              <a:rPr lang="en-US" dirty="0"/>
              <a:t>Click to edit Master text styles</a:t>
            </a:r>
          </a:p>
        </p:txBody>
      </p:sp>
      <p:sp>
        <p:nvSpPr>
          <p:cNvPr id="2" name="Title 1">
            <a:extLst>
              <a:ext uri="{FF2B5EF4-FFF2-40B4-BE49-F238E27FC236}">
                <a16:creationId xmlns:a16="http://schemas.microsoft.com/office/drawing/2014/main" id="{23732606-8178-6E55-26AD-51AAFF50D284}"/>
              </a:ext>
            </a:extLst>
          </p:cNvPr>
          <p:cNvSpPr>
            <a:spLocks noGrp="1"/>
          </p:cNvSpPr>
          <p:nvPr>
            <p:ph type="title"/>
          </p:nvPr>
        </p:nvSpPr>
        <p:spPr>
          <a:xfrm>
            <a:off x="0" y="1828800"/>
            <a:ext cx="12198096" cy="1709928"/>
          </a:xfrm>
        </p:spPr>
        <p:txBody>
          <a:bodyPr>
            <a:noAutofit/>
          </a:bodyPr>
          <a:lstStyle>
            <a:lvl1pPr algn="ctr">
              <a:defRPr sz="13800" cap="all" baseline="0">
                <a:solidFill>
                  <a:schemeClr val="accent4">
                    <a:lumMod val="75000"/>
                  </a:schemeClr>
                </a:solidFill>
              </a:defRPr>
            </a:lvl1pPr>
          </a:lstStyle>
          <a:p>
            <a:r>
              <a:rPr lang="en-US" dirty="0"/>
              <a:t>Click to edit Master title style</a:t>
            </a:r>
          </a:p>
        </p:txBody>
      </p:sp>
      <p:sp>
        <p:nvSpPr>
          <p:cNvPr id="3" name="Slide Number Placeholder 2">
            <a:extLst>
              <a:ext uri="{FF2B5EF4-FFF2-40B4-BE49-F238E27FC236}">
                <a16:creationId xmlns:a16="http://schemas.microsoft.com/office/drawing/2014/main" id="{CF00AE91-3B85-16DB-77F3-EDF2472DDB30}"/>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4" name="Footer Placeholder 3">
            <a:extLst>
              <a:ext uri="{FF2B5EF4-FFF2-40B4-BE49-F238E27FC236}">
                <a16:creationId xmlns:a16="http://schemas.microsoft.com/office/drawing/2014/main" id="{959C2A85-E1A4-A097-5C3F-E9D9396F5753}"/>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
        <p:nvSpPr>
          <p:cNvPr id="11" name="Text Placeholder 10">
            <a:extLst>
              <a:ext uri="{FF2B5EF4-FFF2-40B4-BE49-F238E27FC236}">
                <a16:creationId xmlns:a16="http://schemas.microsoft.com/office/drawing/2014/main" id="{5B2F2BA9-7FBD-D1B5-303E-B240F73D58E1}"/>
              </a:ext>
            </a:extLst>
          </p:cNvPr>
          <p:cNvSpPr>
            <a:spLocks noGrp="1"/>
          </p:cNvSpPr>
          <p:nvPr>
            <p:ph type="body" sz="quarter" idx="13"/>
          </p:nvPr>
        </p:nvSpPr>
        <p:spPr>
          <a:xfrm>
            <a:off x="0" y="2587752"/>
            <a:ext cx="12198096" cy="1508760"/>
          </a:xfrm>
          <a:solidFill>
            <a:schemeClr val="accent3"/>
          </a:solidFill>
        </p:spPr>
        <p:txBody>
          <a:bodyPr lIns="877824" rIns="877824" anchor="ctr">
            <a:noAutofit/>
          </a:bodyPr>
          <a:lstStyle>
            <a:lvl1pPr marL="0" indent="0" algn="ctr">
              <a:lnSpc>
                <a:spcPct val="100000"/>
              </a:lnSpc>
              <a:spcBef>
                <a:spcPts val="0"/>
              </a:spcBef>
              <a:buNone/>
              <a:defRPr sz="1800" cap="none" baseline="0"/>
            </a:lvl1pPr>
          </a:lstStyle>
          <a:p>
            <a:pPr lvl="0"/>
            <a:r>
              <a:rPr lang="en-US" dirty="0"/>
              <a:t>Click to edit Master text styles</a:t>
            </a:r>
          </a:p>
        </p:txBody>
      </p:sp>
    </p:spTree>
    <p:extLst>
      <p:ext uri="{BB962C8B-B14F-4D97-AF65-F5344CB8AC3E}">
        <p14:creationId xmlns:p14="http://schemas.microsoft.com/office/powerpoint/2010/main" val="27728790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A6C6E2D-7286-A78B-3254-6E7A370C6A6B}"/>
              </a:ext>
            </a:extLst>
          </p:cNvPr>
          <p:cNvSpPr>
            <a:spLocks noGrp="1"/>
          </p:cNvSpPr>
          <p:nvPr>
            <p:ph type="pic" sz="quarter" idx="10"/>
          </p:nvPr>
        </p:nvSpPr>
        <p:spPr>
          <a:xfrm>
            <a:off x="7653528" y="2532888"/>
            <a:ext cx="3730752" cy="3721608"/>
          </a:xfrm>
          <a:solidFill>
            <a:schemeClr val="accent1">
              <a:lumMod val="90000"/>
            </a:schemeClr>
          </a:solidFill>
        </p:spPr>
        <p:txBody>
          <a:bodyPr anchor="ctr"/>
          <a:lstStyle>
            <a:lvl1pPr marL="0" indent="0" algn="ctr">
              <a:buNone/>
              <a:defRPr sz="1000"/>
            </a:lvl1pPr>
          </a:lstStyle>
          <a:p>
            <a:endParaRPr lang="en-US" dirty="0"/>
          </a:p>
        </p:txBody>
      </p:sp>
      <p:sp>
        <p:nvSpPr>
          <p:cNvPr id="2" name="Title 1">
            <a:extLst>
              <a:ext uri="{FF2B5EF4-FFF2-40B4-BE49-F238E27FC236}">
                <a16:creationId xmlns:a16="http://schemas.microsoft.com/office/drawing/2014/main" id="{F5CE9608-82F8-5A3A-8F2B-B02328A17B1C}"/>
              </a:ext>
            </a:extLst>
          </p:cNvPr>
          <p:cNvSpPr>
            <a:spLocks noGrp="1"/>
          </p:cNvSpPr>
          <p:nvPr>
            <p:ph type="ctrTitle"/>
          </p:nvPr>
        </p:nvSpPr>
        <p:spPr>
          <a:xfrm>
            <a:off x="356616" y="850392"/>
            <a:ext cx="11347704" cy="1298448"/>
          </a:xfrm>
        </p:spPr>
        <p:txBody>
          <a:bodyPr anchor="ctr">
            <a:noAutofit/>
          </a:bodyPr>
          <a:lstStyle>
            <a:lvl1pPr algn="l">
              <a:defRPr sz="13800" cap="all" baseline="0"/>
            </a:lvl1pPr>
          </a:lstStyle>
          <a:p>
            <a:r>
              <a:rPr lang="en-US" dirty="0"/>
              <a:t>Click to edit Master title style</a:t>
            </a:r>
          </a:p>
        </p:txBody>
      </p:sp>
      <p:sp>
        <p:nvSpPr>
          <p:cNvPr id="3" name="Subtitle 2">
            <a:extLst>
              <a:ext uri="{FF2B5EF4-FFF2-40B4-BE49-F238E27FC236}">
                <a16:creationId xmlns:a16="http://schemas.microsoft.com/office/drawing/2014/main" id="{3D4EF1E8-FA5F-A239-4078-9559136871D4}"/>
              </a:ext>
            </a:extLst>
          </p:cNvPr>
          <p:cNvSpPr>
            <a:spLocks noGrp="1"/>
          </p:cNvSpPr>
          <p:nvPr>
            <p:ph type="subTitle" idx="1"/>
          </p:nvPr>
        </p:nvSpPr>
        <p:spPr>
          <a:xfrm>
            <a:off x="356616" y="4187952"/>
            <a:ext cx="5376672" cy="13716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Text Placeholder 10">
            <a:extLst>
              <a:ext uri="{FF2B5EF4-FFF2-40B4-BE49-F238E27FC236}">
                <a16:creationId xmlns:a16="http://schemas.microsoft.com/office/drawing/2014/main" id="{FBFFEADD-5074-43DB-8F36-D0CB44E613C2}"/>
              </a:ext>
            </a:extLst>
          </p:cNvPr>
          <p:cNvSpPr>
            <a:spLocks noGrp="1"/>
          </p:cNvSpPr>
          <p:nvPr>
            <p:ph type="body" sz="quarter" idx="11" hasCustomPrompt="1"/>
          </p:nvPr>
        </p:nvSpPr>
        <p:spPr>
          <a:xfrm>
            <a:off x="357188" y="2432304"/>
            <a:ext cx="5738812" cy="1298448"/>
          </a:xfrm>
        </p:spPr>
        <p:txBody>
          <a:bodyPr anchor="ctr"/>
          <a:lstStyle>
            <a:lvl1pPr marL="0" indent="0">
              <a:buNone/>
              <a:defRPr sz="13800" b="1" i="1" cap="all" baseline="0">
                <a:solidFill>
                  <a:schemeClr val="tx1">
                    <a:lumMod val="75000"/>
                    <a:lumOff val="25000"/>
                  </a:schemeClr>
                </a:solidFill>
                <a:latin typeface="+mj-lt"/>
              </a:defRPr>
            </a:lvl1pPr>
          </a:lstStyle>
          <a:p>
            <a:pPr lvl="0"/>
            <a:r>
              <a:rPr lang="en-US" dirty="0"/>
              <a:t>Title</a:t>
            </a:r>
          </a:p>
        </p:txBody>
      </p:sp>
      <p:sp>
        <p:nvSpPr>
          <p:cNvPr id="6" name="Picture Placeholder 8">
            <a:extLst>
              <a:ext uri="{FF2B5EF4-FFF2-40B4-BE49-F238E27FC236}">
                <a16:creationId xmlns:a16="http://schemas.microsoft.com/office/drawing/2014/main" id="{343883A3-D444-AA65-322E-C4F2B66929CF}"/>
              </a:ext>
            </a:extLst>
          </p:cNvPr>
          <p:cNvSpPr>
            <a:spLocks noGrp="1"/>
          </p:cNvSpPr>
          <p:nvPr>
            <p:ph type="pic" sz="quarter" idx="12"/>
          </p:nvPr>
        </p:nvSpPr>
        <p:spPr>
          <a:xfrm>
            <a:off x="5632704" y="3593592"/>
            <a:ext cx="3410712" cy="1783080"/>
          </a:xfrm>
          <a:solidFill>
            <a:schemeClr val="accent5">
              <a:lumMod val="20000"/>
              <a:lumOff val="80000"/>
            </a:schemeClr>
          </a:solidFill>
        </p:spPr>
        <p:txBody>
          <a:bodyPr anchor="ctr"/>
          <a:lstStyle>
            <a:lvl1pPr marL="0" indent="0" algn="ctr">
              <a:buNone/>
              <a:defRPr sz="1000"/>
            </a:lvl1pPr>
          </a:lstStyle>
          <a:p>
            <a:endParaRPr lang="en-US" dirty="0"/>
          </a:p>
        </p:txBody>
      </p:sp>
    </p:spTree>
    <p:extLst>
      <p:ext uri="{BB962C8B-B14F-4D97-AF65-F5344CB8AC3E}">
        <p14:creationId xmlns:p14="http://schemas.microsoft.com/office/powerpoint/2010/main" val="364790557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F4C9462-DD7C-E02D-1CDD-3A9BC288BE01}"/>
              </a:ext>
            </a:extLst>
          </p:cNvPr>
          <p:cNvSpPr/>
          <p:nvPr userDrawn="1"/>
        </p:nvSpPr>
        <p:spPr>
          <a:xfrm>
            <a:off x="6095999" y="0"/>
            <a:ext cx="6096000" cy="4762500"/>
          </a:xfrm>
          <a:prstGeom prst="rect">
            <a:avLst/>
          </a:prstGeom>
          <a:solidFill>
            <a:schemeClr val="accent4">
              <a:lumMod val="40000"/>
              <a:lumOff val="60000"/>
              <a:alpha val="4078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lumMod val="60000"/>
                  <a:lumOff val="40000"/>
                </a:schemeClr>
              </a:solidFill>
            </a:endParaRPr>
          </a:p>
        </p:txBody>
      </p:sp>
      <p:sp>
        <p:nvSpPr>
          <p:cNvPr id="4" name="Content Placeholder 3">
            <a:extLst>
              <a:ext uri="{FF2B5EF4-FFF2-40B4-BE49-F238E27FC236}">
                <a16:creationId xmlns:a16="http://schemas.microsoft.com/office/drawing/2014/main" id="{384BC794-4A27-9A79-42A9-AFA939B20CB7}"/>
              </a:ext>
            </a:extLst>
          </p:cNvPr>
          <p:cNvSpPr>
            <a:spLocks noGrp="1"/>
          </p:cNvSpPr>
          <p:nvPr>
            <p:ph sz="half" idx="2"/>
          </p:nvPr>
        </p:nvSpPr>
        <p:spPr>
          <a:xfrm>
            <a:off x="4078224" y="1984248"/>
            <a:ext cx="7278624" cy="1810512"/>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D2344281-6BA8-08CC-F27B-A84598690509}"/>
              </a:ext>
            </a:extLst>
          </p:cNvPr>
          <p:cNvSpPr>
            <a:spLocks noGrp="1"/>
          </p:cNvSpPr>
          <p:nvPr>
            <p:ph sz="quarter" idx="4"/>
          </p:nvPr>
        </p:nvSpPr>
        <p:spPr>
          <a:xfrm>
            <a:off x="4078224" y="4352544"/>
            <a:ext cx="7278624" cy="1810512"/>
          </a:xfrm>
        </p:spPr>
        <p:txBody>
          <a:bodyPr lIns="0"/>
          <a:lstStyle>
            <a:lvl1pPr>
              <a:defRPr sz="1400">
                <a:solidFill>
                  <a:schemeClr val="tx1">
                    <a:lumMod val="75000"/>
                    <a:lumOff val="25000"/>
                  </a:schemeClr>
                </a:solidFill>
              </a:defRPr>
            </a:lvl1pPr>
            <a:lvl2pPr>
              <a:defRPr sz="1200">
                <a:solidFill>
                  <a:schemeClr val="tx1">
                    <a:lumMod val="75000"/>
                    <a:lumOff val="25000"/>
                  </a:schemeClr>
                </a:solidFill>
              </a:defRPr>
            </a:lvl2pPr>
            <a:lvl3pPr>
              <a:defRPr sz="1100">
                <a:solidFill>
                  <a:schemeClr val="tx1">
                    <a:lumMod val="75000"/>
                    <a:lumOff val="25000"/>
                  </a:schemeClr>
                </a:solidFill>
              </a:defRPr>
            </a:lvl3pPr>
            <a:lvl4pPr>
              <a:defRPr sz="1050">
                <a:solidFill>
                  <a:schemeClr val="tx1">
                    <a:lumMod val="75000"/>
                    <a:lumOff val="25000"/>
                  </a:schemeClr>
                </a:solidFill>
              </a:defRPr>
            </a:lvl4pPr>
            <a:lvl5pPr>
              <a:defRPr sz="105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2">
            <a:extLst>
              <a:ext uri="{FF2B5EF4-FFF2-40B4-BE49-F238E27FC236}">
                <a16:creationId xmlns:a16="http://schemas.microsoft.com/office/drawing/2014/main" id="{D180249D-D2B0-9DE0-465A-6DA7FEB8A58C}"/>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11" name="Footer Placeholder 3">
            <a:extLst>
              <a:ext uri="{FF2B5EF4-FFF2-40B4-BE49-F238E27FC236}">
                <a16:creationId xmlns:a16="http://schemas.microsoft.com/office/drawing/2014/main" id="{02B3893C-830A-CE74-7EA8-9BB69F636FD1}"/>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cxnSp>
        <p:nvCxnSpPr>
          <p:cNvPr id="13" name="Straight Connector 12">
            <a:extLst>
              <a:ext uri="{FF2B5EF4-FFF2-40B4-BE49-F238E27FC236}">
                <a16:creationId xmlns:a16="http://schemas.microsoft.com/office/drawing/2014/main" id="{4FEB4121-C7B1-D448-DE15-4DFEA09D0655}"/>
              </a:ext>
            </a:extLst>
          </p:cNvPr>
          <p:cNvCxnSpPr>
            <a:cxnSpLocks/>
          </p:cNvCxnSpPr>
          <p:nvPr userDrawn="1"/>
        </p:nvCxnSpPr>
        <p:spPr>
          <a:xfrm>
            <a:off x="-2" y="231595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6431E3-2BD2-4D62-E397-DC4A847C7F2A}"/>
              </a:ext>
            </a:extLst>
          </p:cNvPr>
          <p:cNvCxnSpPr>
            <a:cxnSpLocks/>
          </p:cNvCxnSpPr>
          <p:nvPr userDrawn="1"/>
        </p:nvCxnSpPr>
        <p:spPr>
          <a:xfrm>
            <a:off x="-2" y="4659109"/>
            <a:ext cx="3858207" cy="0"/>
          </a:xfrm>
          <a:prstGeom prst="line">
            <a:avLst/>
          </a:prstGeom>
          <a:ln w="15875" cap="sq" cmpd="sng">
            <a:solidFill>
              <a:schemeClr val="tx1">
                <a:lumMod val="75000"/>
                <a:lumOff val="25000"/>
              </a:schemeClr>
            </a:solidFill>
            <a:tailEnd type="ova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09AB8F6B-6D48-A68F-FD44-35F659AF2AC3}"/>
              </a:ext>
            </a:extLst>
          </p:cNvPr>
          <p:cNvSpPr>
            <a:spLocks noGrp="1"/>
          </p:cNvSpPr>
          <p:nvPr>
            <p:ph type="title"/>
          </p:nvPr>
        </p:nvSpPr>
        <p:spPr>
          <a:xfrm>
            <a:off x="640080" y="457200"/>
            <a:ext cx="10936224" cy="1298448"/>
          </a:xfrm>
        </p:spPr>
        <p:txBody>
          <a:bodyPr/>
          <a:lstStyle/>
          <a:p>
            <a:r>
              <a:rPr lang="en-US"/>
              <a:t>Click to edit Master title style</a:t>
            </a:r>
          </a:p>
        </p:txBody>
      </p:sp>
    </p:spTree>
    <p:extLst>
      <p:ext uri="{BB962C8B-B14F-4D97-AF65-F5344CB8AC3E}">
        <p14:creationId xmlns:p14="http://schemas.microsoft.com/office/powerpoint/2010/main" val="33779918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7BFC0-622D-78DB-4C7F-A2FA024C5956}"/>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74CFF80F-DCFA-670B-579E-37B302452052}"/>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5" name="Slide Number Placeholder 4">
            <a:extLst>
              <a:ext uri="{FF2B5EF4-FFF2-40B4-BE49-F238E27FC236}">
                <a16:creationId xmlns:a16="http://schemas.microsoft.com/office/drawing/2014/main" id="{9ED5F004-91A0-6002-ADBC-13D488B34C56}"/>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1922672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55F8A4-5F7C-D72D-3152-E32D36CB3821}"/>
              </a:ext>
            </a:extLst>
          </p:cNvPr>
          <p:cNvSpPr>
            <a:spLocks noGrp="1"/>
          </p:cNvSpPr>
          <p:nvPr>
            <p:ph type="ftr" sz="quarter" idx="11"/>
          </p:nvPr>
        </p:nvSpPr>
        <p:spPr>
          <a:xfrm rot="16200000">
            <a:off x="-531091" y="983633"/>
            <a:ext cx="1728216" cy="283464"/>
          </a:xfrm>
          <a:prstGeom prst="rect">
            <a:avLst/>
          </a:prstGeom>
        </p:spPr>
        <p:txBody>
          <a:bodyPr/>
          <a:lstStyle/>
          <a:p>
            <a:r>
              <a:rPr lang="en-US" dirty="0"/>
              <a:t>Presentation title</a:t>
            </a:r>
          </a:p>
        </p:txBody>
      </p:sp>
      <p:sp>
        <p:nvSpPr>
          <p:cNvPr id="4" name="Slide Number Placeholder 3">
            <a:extLst>
              <a:ext uri="{FF2B5EF4-FFF2-40B4-BE49-F238E27FC236}">
                <a16:creationId xmlns:a16="http://schemas.microsoft.com/office/drawing/2014/main" id="{F7C25242-09B4-0142-6671-8450905AA5DC}"/>
              </a:ext>
            </a:extLst>
          </p:cNvPr>
          <p:cNvSpPr>
            <a:spLocks noGrp="1"/>
          </p:cNvSpPr>
          <p:nvPr>
            <p:ph type="sldNum" sz="quarter" idx="12"/>
          </p:nvPr>
        </p:nvSpPr>
        <p:spPr/>
        <p:txBody>
          <a:bodyPr/>
          <a:lstStyle/>
          <a:p>
            <a:fld id="{BC0F0449-EF10-3E4D-894D-3DE10CF4206D}" type="slidenum">
              <a:rPr lang="en-US" smtClean="0"/>
              <a:t>‹#›</a:t>
            </a:fld>
            <a:endParaRPr lang="en-US" dirty="0"/>
          </a:p>
        </p:txBody>
      </p:sp>
    </p:spTree>
    <p:extLst>
      <p:ext uri="{BB962C8B-B14F-4D97-AF65-F5344CB8AC3E}">
        <p14:creationId xmlns:p14="http://schemas.microsoft.com/office/powerpoint/2010/main" val="12590753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525B-C154-D20D-97A4-047C9CC983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5A1B8FF-2966-C2CF-BC8F-A322410A5A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988CC0-E81C-D2FD-24CC-8D1179C58B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2">
            <a:extLst>
              <a:ext uri="{FF2B5EF4-FFF2-40B4-BE49-F238E27FC236}">
                <a16:creationId xmlns:a16="http://schemas.microsoft.com/office/drawing/2014/main" id="{E7F841FD-D5EE-62EE-F649-30697BB81B06}"/>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9" name="Footer Placeholder 3">
            <a:extLst>
              <a:ext uri="{FF2B5EF4-FFF2-40B4-BE49-F238E27FC236}">
                <a16:creationId xmlns:a16="http://schemas.microsoft.com/office/drawing/2014/main" id="{0533D4FA-41B7-3B85-9984-899340B9D595}"/>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30469436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058E3-7897-8638-F0DE-3DDACC000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AE7686-00A6-DD15-45FE-E6663C21EA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C271584-1072-B88D-B424-16D9F75AC1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Slide Number Placeholder 2">
            <a:extLst>
              <a:ext uri="{FF2B5EF4-FFF2-40B4-BE49-F238E27FC236}">
                <a16:creationId xmlns:a16="http://schemas.microsoft.com/office/drawing/2014/main" id="{D4020094-C16F-1070-9F84-9CBF13F85F81}"/>
              </a:ext>
            </a:extLst>
          </p:cNvPr>
          <p:cNvSpPr>
            <a:spLocks noGrp="1"/>
          </p:cNvSpPr>
          <p:nvPr>
            <p:ph type="sldNum" sz="quarter" idx="10"/>
          </p:nvPr>
        </p:nvSpPr>
        <p:spPr>
          <a:xfrm>
            <a:off x="11356848" y="6400800"/>
            <a:ext cx="438912" cy="246888"/>
          </a:xfrm>
        </p:spPr>
        <p:txBody>
          <a:bodyPr>
            <a:noAutofit/>
          </a:bodyPr>
          <a:lstStyle/>
          <a:p>
            <a:fld id="{BC0F0449-EF10-3E4D-894D-3DE10CF4206D}" type="slidenum">
              <a:rPr lang="en-US" smtClean="0"/>
              <a:pPr/>
              <a:t>‹#›</a:t>
            </a:fld>
            <a:endParaRPr lang="en-US" dirty="0"/>
          </a:p>
        </p:txBody>
      </p:sp>
      <p:sp>
        <p:nvSpPr>
          <p:cNvPr id="9" name="Footer Placeholder 3">
            <a:extLst>
              <a:ext uri="{FF2B5EF4-FFF2-40B4-BE49-F238E27FC236}">
                <a16:creationId xmlns:a16="http://schemas.microsoft.com/office/drawing/2014/main" id="{C24EA55D-AFC4-F4F2-FB5D-EB20AFEA48B6}"/>
              </a:ext>
            </a:extLst>
          </p:cNvPr>
          <p:cNvSpPr>
            <a:spLocks noGrp="1"/>
          </p:cNvSpPr>
          <p:nvPr>
            <p:ph type="ftr" sz="quarter" idx="11"/>
          </p:nvPr>
        </p:nvSpPr>
        <p:spPr>
          <a:xfrm>
            <a:off x="365760" y="6400800"/>
            <a:ext cx="2916936" cy="246888"/>
          </a:xfrm>
        </p:spPr>
        <p:txBody>
          <a:bodyPr>
            <a:noAutofit/>
          </a:bodyPr>
          <a:lstStyle>
            <a:lvl1pPr algn="l">
              <a:defRPr/>
            </a:lvl1pPr>
          </a:lstStyle>
          <a:p>
            <a:r>
              <a:rPr lang="en-US" dirty="0"/>
              <a:t>Presentation title</a:t>
            </a:r>
          </a:p>
        </p:txBody>
      </p:sp>
    </p:spTree>
    <p:extLst>
      <p:ext uri="{BB962C8B-B14F-4D97-AF65-F5344CB8AC3E}">
        <p14:creationId xmlns:p14="http://schemas.microsoft.com/office/powerpoint/2010/main" val="27061052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11206C-54A4-0DD2-0DA0-0828D48AF8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9FA9B531-1C66-2F6C-4232-5ADD330DF70F}"/>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2B064FE0-ADDF-F3C6-AEAB-A27E120C236F}"/>
              </a:ext>
            </a:extLst>
          </p:cNvPr>
          <p:cNvSpPr>
            <a:spLocks noGrp="1"/>
          </p:cNvSpPr>
          <p:nvPr>
            <p:ph type="sldNum" sz="quarter" idx="4"/>
          </p:nvPr>
        </p:nvSpPr>
        <p:spPr>
          <a:xfrm>
            <a:off x="135369" y="6428281"/>
            <a:ext cx="402336" cy="283464"/>
          </a:xfrm>
          <a:prstGeom prst="rect">
            <a:avLst/>
          </a:prstGeom>
        </p:spPr>
        <p:txBody>
          <a:bodyPr vert="horz" lIns="91440" tIns="45720" rIns="91440" bIns="45720" rtlCol="0" anchor="ctr">
            <a:noAutofit/>
          </a:bodyPr>
          <a:lstStyle>
            <a:lvl1pPr algn="ctr">
              <a:defRPr sz="1200">
                <a:solidFill>
                  <a:schemeClr val="tx1">
                    <a:lumMod val="75000"/>
                    <a:lumOff val="25000"/>
                  </a:schemeClr>
                </a:solidFill>
              </a:defRPr>
            </a:lvl1pPr>
          </a:lstStyle>
          <a:p>
            <a:fld id="{BC0F0449-EF10-3E4D-894D-3DE10CF4206D}" type="slidenum">
              <a:rPr lang="en-US" smtClean="0"/>
              <a:pPr/>
              <a:t>‹#›</a:t>
            </a:fld>
            <a:endParaRPr lang="en-US" dirty="0"/>
          </a:p>
        </p:txBody>
      </p:sp>
      <p:cxnSp>
        <p:nvCxnSpPr>
          <p:cNvPr id="8" name="Straight Connector 7">
            <a:extLst>
              <a:ext uri="{FF2B5EF4-FFF2-40B4-BE49-F238E27FC236}">
                <a16:creationId xmlns:a16="http://schemas.microsoft.com/office/drawing/2014/main" id="{78710315-F2E5-50AA-6E01-B56CA2A14274}"/>
              </a:ext>
            </a:extLst>
          </p:cNvPr>
          <p:cNvCxnSpPr>
            <a:cxnSpLocks/>
          </p:cNvCxnSpPr>
          <p:nvPr userDrawn="1"/>
        </p:nvCxnSpPr>
        <p:spPr>
          <a:xfrm>
            <a:off x="334058" y="1754908"/>
            <a:ext cx="0" cy="4562299"/>
          </a:xfrm>
          <a:prstGeom prst="line">
            <a:avLst/>
          </a:prstGeom>
          <a:ln w="12700" cap="sq" cmpd="sng">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C5CE6DBE-1597-24EC-79C6-1B2879B1667C}"/>
              </a:ext>
            </a:extLst>
          </p:cNvPr>
          <p:cNvSpPr>
            <a:spLocks noGrp="1"/>
          </p:cNvSpPr>
          <p:nvPr>
            <p:ph type="ftr" sz="quarter" idx="3"/>
          </p:nvPr>
        </p:nvSpPr>
        <p:spPr>
          <a:xfrm rot="16200000">
            <a:off x="-531091" y="983633"/>
            <a:ext cx="1728216" cy="283464"/>
          </a:xfrm>
          <a:prstGeom prst="rect">
            <a:avLst/>
          </a:prstGeom>
        </p:spPr>
        <p:txBody>
          <a:bodyPr vert="horz" lIns="91440" tIns="45720" rIns="91440" bIns="45720" rtlCol="0" anchor="ctr">
            <a:noAutofit/>
          </a:bodyPr>
          <a:lstStyle>
            <a:lvl1pPr algn="r">
              <a:defRPr sz="1200">
                <a:solidFill>
                  <a:schemeClr val="tx1">
                    <a:lumMod val="75000"/>
                    <a:lumOff val="25000"/>
                  </a:schemeClr>
                </a:solidFill>
              </a:defRPr>
            </a:lvl1pPr>
          </a:lstStyle>
          <a:p>
            <a:r>
              <a:rPr lang="en-US" dirty="0"/>
              <a:t>Presentation title</a:t>
            </a:r>
          </a:p>
        </p:txBody>
      </p:sp>
    </p:spTree>
    <p:extLst>
      <p:ext uri="{BB962C8B-B14F-4D97-AF65-F5344CB8AC3E}">
        <p14:creationId xmlns:p14="http://schemas.microsoft.com/office/powerpoint/2010/main" val="1657955436"/>
      </p:ext>
    </p:extLst>
  </p:cSld>
  <p:clrMap bg1="dk1" tx1="lt1" bg2="dk2" tx2="lt2" accent1="accent1" accent2="accent2" accent3="accent3" accent4="accent4" accent5="accent5" accent6="accent6" hlink="hlink" folHlink="folHlink"/>
  <p:sldLayoutIdLst>
    <p:sldLayoutId id="2147483660" r:id="rId1"/>
    <p:sldLayoutId id="2147483661" r:id="rId2"/>
    <p:sldLayoutId id="2147483662" r:id="rId3"/>
    <p:sldLayoutId id="2147483651" r:id="rId4"/>
    <p:sldLayoutId id="2147483650" r:id="rId5"/>
    <p:sldLayoutId id="2147483663" r:id="rId6"/>
    <p:sldLayoutId id="2147483664" r:id="rId7"/>
    <p:sldLayoutId id="2147483665" r:id="rId8"/>
    <p:sldLayoutId id="2147483666" r:id="rId9"/>
    <p:sldLayoutId id="2147483653" r:id="rId10"/>
    <p:sldLayoutId id="2147483667" r:id="rId11"/>
    <p:sldLayoutId id="2147483668" r:id="rId12"/>
    <p:sldLayoutId id="2147483669" r:id="rId13"/>
    <p:sldLayoutId id="2147483670" r:id="rId14"/>
    <p:sldLayoutId id="2147483654" r:id="rId15"/>
    <p:sldLayoutId id="2147483655" r:id="rId16"/>
    <p:sldLayoutId id="2147483656" r:id="rId17"/>
    <p:sldLayoutId id="2147483657" r:id="rId18"/>
  </p:sldLayoutIdLst>
  <p:hf hdr="0" dt="0"/>
  <p:txStyles>
    <p:titleStyle>
      <a:lvl1pPr algn="l" defTabSz="914400" rtl="0" eaLnBrk="1" latinLnBrk="0" hangingPunct="1">
        <a:lnSpc>
          <a:spcPct val="90000"/>
        </a:lnSpc>
        <a:spcBef>
          <a:spcPct val="0"/>
        </a:spcBef>
        <a:buNone/>
        <a:defRPr sz="8200" b="1" kern="120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Rectangle 5"/>
          <p:cNvSpPr/>
          <p:nvPr/>
        </p:nvSpPr>
        <p:spPr>
          <a:xfrm>
            <a:off x="0" y="0"/>
            <a:ext cx="12192000" cy="685800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19200" y="342900"/>
            <a:ext cx="9753600" cy="3429000"/>
          </a:xfrm>
          <a:prstGeom prst="rect">
            <a:avLst/>
          </a:prstGeom>
          <a:noFill/>
        </p:spPr>
        <p:txBody>
          <a:bodyPr wrap="square">
            <a:spAutoFit/>
          </a:bodyPr>
          <a:lstStyle/>
          <a:p>
            <a:pPr algn="ctr">
              <a:defRPr sz="3000" b="1" i="0" u="none">
                <a:solidFill>
                  <a:srgbClr val="000000"/>
                </a:solidFill>
              </a:defRPr>
            </a:pPr>
            <a:r>
              <a:t>Blacktown Chinese Christian Church</a:t>
            </a:r>
          </a:p>
        </p:txBody>
      </p:sp>
      <p:sp>
        <p:nvSpPr>
          <p:cNvPr id="8" name="TextBox 7"/>
          <p:cNvSpPr txBox="1"/>
          <p:nvPr/>
        </p:nvSpPr>
        <p:spPr>
          <a:xfrm>
            <a:off x="1219200" y="1028700"/>
            <a:ext cx="9753600" cy="3429000"/>
          </a:xfrm>
          <a:prstGeom prst="rect">
            <a:avLst/>
          </a:prstGeom>
          <a:noFill/>
        </p:spPr>
        <p:txBody>
          <a:bodyPr wrap="square">
            <a:spAutoFit/>
          </a:bodyPr>
          <a:lstStyle/>
          <a:p>
            <a:pPr algn="ctr">
              <a:defRPr sz="2300" b="1" i="0" u="none">
                <a:solidFill>
                  <a:srgbClr val="000000"/>
                </a:solidFill>
              </a:defRPr>
            </a:pPr>
            <a:r>
              <a:t>Welcome to Our English Service</a:t>
            </a:r>
            <a:br/>
            <a:r>
              <a:t>13.09.2026</a:t>
            </a:r>
          </a:p>
        </p:txBody>
      </p:sp>
      <p:sp>
        <p:nvSpPr>
          <p:cNvPr id="9" name="TextBox 8"/>
          <p:cNvSpPr txBox="1"/>
          <p:nvPr/>
        </p:nvSpPr>
        <p:spPr>
          <a:xfrm>
            <a:off x="1219200" y="2400300"/>
            <a:ext cx="9753600" cy="3429000"/>
          </a:xfrm>
          <a:prstGeom prst="rect">
            <a:avLst/>
          </a:prstGeom>
          <a:noFill/>
        </p:spPr>
        <p:txBody>
          <a:bodyPr wrap="square">
            <a:spAutoFit/>
          </a:bodyPr>
          <a:lstStyle/>
          <a:p>
            <a:pPr algn="ctr">
              <a:defRPr sz="2000" b="1" i="0" u="sng">
                <a:solidFill>
                  <a:srgbClr val="7030A0"/>
                </a:solidFill>
              </a:defRPr>
            </a:pPr>
            <a:r>
              <a:t>English Service 9:45 – 11:00 am</a:t>
            </a:r>
          </a:p>
        </p:txBody>
      </p:sp>
      <p:sp>
        <p:nvSpPr>
          <p:cNvPr id="10" name="TextBox 9"/>
          <p:cNvSpPr txBox="1"/>
          <p:nvPr/>
        </p:nvSpPr>
        <p:spPr>
          <a:xfrm>
            <a:off x="1219200" y="2743200"/>
            <a:ext cx="9753600" cy="3429000"/>
          </a:xfrm>
          <a:prstGeom prst="rect">
            <a:avLst/>
          </a:prstGeom>
          <a:noFill/>
        </p:spPr>
        <p:txBody>
          <a:bodyPr wrap="square">
            <a:spAutoFit/>
          </a:bodyPr>
          <a:lstStyle/>
          <a:p>
            <a:pPr algn="l">
              <a:defRPr sz="2000" b="1" i="0" u="none">
                <a:solidFill>
                  <a:srgbClr val="000000"/>
                </a:solidFill>
              </a:defRPr>
            </a:pPr>
            <a:r>
              <a:t>Worship Songs:</a:t>
            </a:r>
            <a:br/>
            <a:br/>
            <a:br/>
            <a:br/>
            <a:r>
              <a:t>Passage:</a:t>
            </a:r>
            <a:br/>
            <a:r>
              <a:t>Speaker:</a:t>
            </a:r>
            <a:br/>
            <a:r>
              <a:t>Topic:</a:t>
            </a:r>
            <a:br/>
            <a:r>
              <a:t>Response Song:</a:t>
            </a:r>
            <a:br/>
            <a:r>
              <a:t>Announcements and Closing Prayer</a:t>
            </a:r>
            <a:br/>
            <a:r>
              <a:t>Benediction</a:t>
            </a:r>
          </a:p>
        </p:txBody>
      </p:sp>
      <p:sp>
        <p:nvSpPr>
          <p:cNvPr id="11" name="TextBox 10"/>
          <p:cNvSpPr txBox="1"/>
          <p:nvPr/>
        </p:nvSpPr>
        <p:spPr>
          <a:xfrm>
            <a:off x="1219200" y="2743200"/>
            <a:ext cx="9753600" cy="3429000"/>
          </a:xfrm>
          <a:prstGeom prst="rect">
            <a:avLst/>
          </a:prstGeom>
          <a:noFill/>
        </p:spPr>
        <p:txBody>
          <a:bodyPr wrap="square">
            <a:spAutoFit/>
          </a:bodyPr>
          <a:lstStyle/>
          <a:p>
            <a:pPr algn="ctr">
              <a:defRPr sz="2000" b="0" i="0" u="none">
                <a:solidFill>
                  <a:srgbClr val="000000"/>
                </a:solidFill>
              </a:defRPr>
            </a:pPr>
            <a:r>
              <a:t>God Is For Us</a:t>
            </a:r>
            <a:br/>
            <a:r>
              <a:t>A Thousand Hallelujahs</a:t>
            </a:r>
            <a:br/>
            <a:r>
              <a:t>This I Believe</a:t>
            </a:r>
            <a:br/>
            <a:r>
              <a:t>Build My Life (response)</a:t>
            </a:r>
            <a:br/>
            <a:r>
              <a:t>Eph 4:12-16</a:t>
            </a:r>
            <a:br/>
            <a:r>
              <a:t>Xavier Lakshmanan</a:t>
            </a:r>
            <a:br/>
            <a:r>
              <a:t>Aims of the Growing Church</a:t>
            </a:r>
            <a:br/>
            <a:br/>
            <a:b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BCCC english service</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God Is For Us</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We won't fear the battle, we won’t fear the night</a:t>
            </a:r>
          </a:p>
          <a:p>
            <a:pPr algn="ctr">
              <a:defRPr sz="3300" b="0"/>
            </a:pPr>
            <a:r>
              <a:t>We will walk the valley with You by our side</a:t>
            </a:r>
          </a:p>
          <a:p>
            <a:pPr algn="ctr">
              <a:defRPr sz="3300" b="0"/>
            </a:pPr>
            <a:r>
              <a:t>You will go before us, You will lead the way</a:t>
            </a:r>
          </a:p>
          <a:p>
            <a:pPr algn="ctr">
              <a:defRPr sz="3300" b="0"/>
            </a:pPr>
            <a:r>
              <a:t>We have found a refuge, only You can save</a:t>
            </a:r>
          </a:p>
          <a:p>
            <a:pPr algn="ctr">
              <a:defRPr sz="3300" b="0"/>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Sing with joy now: our God is for us</a:t>
            </a:r>
          </a:p>
          <a:p>
            <a:pPr algn="ctr">
              <a:defRPr sz="3300" b="0"/>
            </a:pPr>
            <a:r>
              <a:t>The Father's love is a strong and mighty fortress</a:t>
            </a:r>
          </a:p>
          <a:p>
            <a:pPr algn="ctr">
              <a:defRPr sz="3300" b="0"/>
            </a:pPr>
            <a:r>
              <a:t>Raise your voice now, no love is greater</a:t>
            </a:r>
          </a:p>
          <a:p>
            <a:pPr algn="ctr">
              <a:defRPr sz="3300" b="0"/>
            </a:pPr>
            <a:r>
              <a:t>Who can stand against us if our God is for us</a:t>
            </a:r>
          </a:p>
          <a:p>
            <a:pPr algn="ctr">
              <a:defRPr sz="3300" b="0"/>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Even when I stumble, even when I fall</a:t>
            </a:r>
          </a:p>
          <a:p>
            <a:pPr algn="ctr">
              <a:defRPr sz="3300" b="0"/>
            </a:pPr>
            <a:r>
              <a:t>Even when I turn back, still Your love is sure</a:t>
            </a:r>
          </a:p>
          <a:p>
            <a:pPr algn="ctr">
              <a:defRPr sz="3300" b="0"/>
            </a:pPr>
            <a:r>
              <a:t>You will not abandon, You will not forsake</a:t>
            </a:r>
          </a:p>
          <a:p>
            <a:pPr algn="ctr">
              <a:defRPr sz="3300" b="0"/>
            </a:pPr>
            <a:r>
              <a:t>You will cheer me onward with never-ending grace</a:t>
            </a:r>
          </a:p>
          <a:p>
            <a:pPr algn="ctr">
              <a:defRPr sz="3300" b="0"/>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Sing with joy now: our God is for us</a:t>
            </a:r>
          </a:p>
          <a:p>
            <a:pPr algn="ctr">
              <a:defRPr sz="3300" b="0"/>
            </a:pPr>
            <a:r>
              <a:t>The Father's love is a strong and mighty fortress</a:t>
            </a:r>
          </a:p>
          <a:p>
            <a:pPr algn="ctr">
              <a:defRPr sz="3300" b="0"/>
            </a:pPr>
            <a:r>
              <a:t>Raise your voice now, no love is greater</a:t>
            </a:r>
          </a:p>
          <a:p>
            <a:pPr algn="ctr">
              <a:defRPr sz="3300" b="0"/>
            </a:pPr>
            <a:r>
              <a:t>Who can stand against us if our God is for us</a:t>
            </a:r>
          </a:p>
          <a:p>
            <a:pPr algn="ctr">
              <a:defRPr sz="3300" b="0"/>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Neither height nor depth can separate us</a:t>
            </a:r>
          </a:p>
          <a:p>
            <a:pPr algn="ctr">
              <a:defRPr sz="3300" b="0"/>
            </a:pPr>
            <a:r>
              <a:t>Hell and death will not defeat us</a:t>
            </a:r>
          </a:p>
          <a:p>
            <a:pPr algn="ctr">
              <a:defRPr sz="3300" b="0"/>
            </a:pPr>
            <a:r>
              <a:t>He who gave His son to free us</a:t>
            </a:r>
          </a:p>
          <a:p>
            <a:pPr algn="ctr">
              <a:defRPr sz="3300" b="0"/>
            </a:pPr>
            <a:r>
              <a:t>Holds me in His love</a:t>
            </a:r>
          </a:p>
          <a:p>
            <a:pPr algn="ctr">
              <a:defRPr sz="3300" b="0"/>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Neither height nor depth can separate us</a:t>
            </a:r>
          </a:p>
          <a:p>
            <a:pPr algn="ctr">
              <a:defRPr sz="3300" b="0"/>
            </a:pPr>
            <a:r>
              <a:t>Hell and death will not defeat us</a:t>
            </a:r>
          </a:p>
          <a:p>
            <a:pPr algn="ctr">
              <a:defRPr sz="3300" b="0"/>
            </a:pPr>
            <a:r>
              <a:t>He who gave His son to free us</a:t>
            </a:r>
          </a:p>
          <a:p>
            <a:pPr algn="ctr">
              <a:defRPr sz="3300" b="0"/>
            </a:pPr>
            <a:r>
              <a:t>Holds me in His love</a:t>
            </a:r>
          </a:p>
          <a:p>
            <a:pPr algn="ctr">
              <a:defRPr sz="3300" b="0"/>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Sing with joy now: our God is for us</a:t>
            </a:r>
          </a:p>
          <a:p>
            <a:pPr algn="ctr">
              <a:defRPr sz="3300" b="0"/>
            </a:pPr>
            <a:r>
              <a:t>The Father’s love is a strong and mighty fortress</a:t>
            </a:r>
          </a:p>
          <a:p>
            <a:pPr algn="ctr">
              <a:defRPr sz="3300" b="0"/>
            </a:pPr>
            <a:r>
              <a:t>Raise your voice now, no love is greater</a:t>
            </a:r>
          </a:p>
          <a:p>
            <a:pPr algn="ctr">
              <a:defRPr sz="3300" b="0"/>
            </a:pPr>
            <a:r>
              <a:t>Who can stand against us if our God is for us</a:t>
            </a:r>
          </a:p>
          <a:p>
            <a:pPr algn="ctr">
              <a:defRPr sz="3300" b="0"/>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Sing with joy now: our God is for us</a:t>
            </a:r>
          </a:p>
          <a:p>
            <a:pPr algn="ctr">
              <a:defRPr sz="3300" b="0"/>
            </a:pPr>
            <a:r>
              <a:t>The Father's love is a strong and mighty fortress</a:t>
            </a:r>
          </a:p>
          <a:p>
            <a:pPr algn="ctr">
              <a:defRPr sz="3300" b="0"/>
            </a:pPr>
            <a:r>
              <a:t>Raise your voice now, no love is greater</a:t>
            </a:r>
          </a:p>
          <a:p>
            <a:pPr algn="ctr">
              <a:defRPr sz="3300" b="0"/>
            </a:pPr>
            <a:r>
              <a:t>Who can stand against us if our God is for us</a:t>
            </a:r>
          </a:p>
          <a:p>
            <a:pPr algn="ctr">
              <a:defRPr sz="3300" b="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A Thousand Hallelujahs</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Who else would rocks cry out to worship?</a:t>
            </a:r>
          </a:p>
          <a:p>
            <a:pPr algn="ctr">
              <a:defRPr sz="3300" b="0"/>
            </a:pPr>
            <a:r>
              <a:t>Whose glory taught the stars to shine?</a:t>
            </a:r>
          </a:p>
          <a:p>
            <a:pPr algn="ctr">
              <a:defRPr sz="3300" b="0"/>
            </a:pPr>
            <a:r>
              <a:t>Perhaps creation longs to have the words to sing</a:t>
            </a:r>
          </a:p>
          <a:p>
            <a:pPr algn="ctr">
              <a:defRPr sz="3300" b="0"/>
            </a:pPr>
            <a:r>
              <a:t>But this joy is mine</a:t>
            </a:r>
          </a:p>
          <a:p>
            <a:pPr algn="ctr">
              <a:defRPr sz="3300" b="0"/>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Who else would die for our redemption?</a:t>
            </a:r>
          </a:p>
          <a:p>
            <a:pPr algn="ctr">
              <a:defRPr sz="3300" b="0"/>
            </a:pPr>
            <a:r>
              <a:t>Whose resurrection means I’ll rise?</a:t>
            </a:r>
          </a:p>
          <a:p>
            <a:pPr algn="ctr">
              <a:defRPr sz="3300" b="0"/>
            </a:pPr>
            <a:r>
              <a:t>There isn’t time enough to sing of all You’ve done</a:t>
            </a:r>
          </a:p>
          <a:p>
            <a:pPr algn="ctr">
              <a:defRPr sz="3300" b="0"/>
            </a:pPr>
            <a:r>
              <a:t>But I have eternity to try</a:t>
            </a:r>
          </a:p>
          <a:p>
            <a:pPr algn="ctr">
              <a:defRPr sz="3300" b="0"/>
            </a:p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Praise to the Lord</a:t>
            </a:r>
          </a:p>
          <a:p>
            <a:pPr algn="ctr">
              <a:defRPr sz="3300" b="0"/>
            </a:pPr>
            <a:r>
              <a:t>To the lamb</a:t>
            </a:r>
          </a:p>
          <a:p>
            <a:pPr algn="ctr">
              <a:defRPr sz="3300" b="0"/>
            </a:pPr>
            <a:r>
              <a:t>To the King of Heaven</a:t>
            </a:r>
          </a:p>
          <a:p>
            <a:pPr algn="ctr">
              <a:defRPr sz="3300" b="0"/>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Praise for He rose</a:t>
            </a:r>
          </a:p>
          <a:p>
            <a:pPr algn="ctr">
              <a:defRPr sz="3300" b="0"/>
            </a:pPr>
            <a:r>
              <a:t>Now He reigns</a:t>
            </a:r>
          </a:p>
          <a:p>
            <a:pPr algn="ctr">
              <a:defRPr sz="3300" b="0"/>
            </a:pPr>
            <a:r>
              <a:t>We will sing forever</a:t>
            </a:r>
          </a:p>
          <a:p>
            <a:pPr algn="ctr">
              <a:defRPr sz="3300" b="0"/>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Praise to the Lord</a:t>
            </a:r>
          </a:p>
          <a:p>
            <a:pPr algn="ctr">
              <a:defRPr sz="3300" b="0"/>
            </a:pPr>
            <a:r>
              <a:t>To the lamb</a:t>
            </a:r>
          </a:p>
          <a:p>
            <a:pPr algn="ctr">
              <a:defRPr sz="3300" b="0"/>
            </a:pPr>
            <a:r>
              <a:t>To the King of Heaven</a:t>
            </a:r>
          </a:p>
          <a:p>
            <a:pPr algn="ctr">
              <a:defRPr sz="3300" b="0"/>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Praise for He rose</a:t>
            </a:r>
          </a:p>
          <a:p>
            <a:pPr algn="ctr">
              <a:defRPr sz="3300" b="0"/>
            </a:pPr>
            <a:r>
              <a:t>Now He reigns</a:t>
            </a:r>
          </a:p>
          <a:p>
            <a:pPr algn="ctr">
              <a:defRPr sz="3300" b="0"/>
            </a:pPr>
            <a:r>
              <a:t>We will sing forever</a:t>
            </a:r>
          </a:p>
          <a:p>
            <a:pPr algn="ctr">
              <a:defRPr sz="3300" b="0"/>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Praise to the Lord</a:t>
            </a:r>
          </a:p>
          <a:p>
            <a:pPr algn="ctr">
              <a:defRPr sz="3300" b="0"/>
            </a:pPr>
            <a:r>
              <a:t>To the lamb</a:t>
            </a:r>
          </a:p>
          <a:p>
            <a:pPr algn="ctr">
              <a:defRPr sz="3300" b="0"/>
            </a:pPr>
            <a:r>
              <a:t>To the King of Heaven</a:t>
            </a:r>
          </a:p>
          <a:p>
            <a:pPr algn="ctr">
              <a:defRPr sz="3300" b="0"/>
            </a:p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Praise for He rose</a:t>
            </a:r>
          </a:p>
          <a:p>
            <a:pPr algn="ctr">
              <a:defRPr sz="3300" b="0"/>
            </a:pPr>
            <a:r>
              <a:t>Now He reigns</a:t>
            </a:r>
          </a:p>
          <a:p>
            <a:pPr algn="ctr">
              <a:defRPr sz="3300" b="0"/>
            </a:pPr>
            <a:r>
              <a:t>We will sing forever</a:t>
            </a:r>
          </a:p>
          <a:p>
            <a:pPr algn="ctr">
              <a:defRPr sz="3300" b="0"/>
            </a:p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With a thousand hallelujahs</a:t>
            </a:r>
          </a:p>
          <a:p>
            <a:pPr algn="ctr">
              <a:defRPr sz="3300" b="0"/>
            </a:pPr>
            <a:r>
              <a:t>We magnify Your name</a:t>
            </a:r>
          </a:p>
          <a:p>
            <a:pPr algn="ctr">
              <a:defRPr sz="3300" b="0"/>
            </a:pPr>
            <a:r>
              <a:t>You alone deserve the glory</a:t>
            </a:r>
          </a:p>
          <a:p>
            <a:pPr algn="ctr">
              <a:defRPr sz="3300" b="0"/>
            </a:pPr>
            <a:r>
              <a:t>The honor and the praise</a:t>
            </a:r>
          </a:p>
          <a:p>
            <a:pPr algn="ctr">
              <a:defRPr sz="3300" b="0"/>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Lord Jesus</a:t>
            </a:r>
          </a:p>
          <a:p>
            <a:pPr algn="ctr">
              <a:defRPr sz="3300" b="0"/>
            </a:pPr>
            <a:r>
              <a:t>This song is forever Yours</a:t>
            </a:r>
          </a:p>
          <a:p>
            <a:pPr algn="ctr">
              <a:defRPr sz="3300" b="0"/>
            </a:pPr>
            <a:r>
              <a:t>A thousand hallelujahs</a:t>
            </a:r>
          </a:p>
          <a:p>
            <a:pPr algn="ctr">
              <a:defRPr sz="3300" b="0"/>
            </a:pPr>
            <a:r>
              <a:t>And a thousand more</a:t>
            </a:r>
          </a:p>
          <a:p>
            <a:pPr algn="ctr">
              <a:defRPr sz="3300" b="0"/>
            </a:p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This I Believe</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Our Father everlasting</a:t>
            </a:r>
          </a:p>
          <a:p>
            <a:pPr algn="ctr">
              <a:defRPr sz="3300" b="0"/>
            </a:pPr>
            <a:r>
              <a:t>The all-creating One</a:t>
            </a:r>
          </a:p>
          <a:p>
            <a:pPr algn="ctr">
              <a:defRPr sz="3300" b="0"/>
            </a:pPr>
            <a:r>
              <a:t>God Almighty</a:t>
            </a:r>
          </a:p>
          <a:p>
            <a:pPr algn="ctr">
              <a:defRPr sz="3300" b="0"/>
            </a:pPr>
          </a:p>
          <a:p>
            <a:pPr algn="ctr">
              <a:defRPr sz="3300" b="0"/>
            </a:p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Through your Holy Spirit</a:t>
            </a:r>
          </a:p>
          <a:p>
            <a:pPr algn="ctr">
              <a:defRPr sz="3300" b="0"/>
            </a:pPr>
            <a:r>
              <a:t>Conceiving Christ the Son</a:t>
            </a:r>
          </a:p>
          <a:p>
            <a:pPr algn="ctr">
              <a:defRPr sz="3300" b="0"/>
            </a:pPr>
            <a:r>
              <a:t>Jesus our Saviour</a:t>
            </a:r>
          </a:p>
          <a:p>
            <a:pPr algn="ctr">
              <a:defRPr sz="3300" b="0"/>
            </a:pP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God our Father</a:t>
            </a:r>
          </a:p>
          <a:p>
            <a:pPr algn="ctr">
              <a:defRPr sz="3300" b="0"/>
            </a:pPr>
            <a:r>
              <a:t>I believe in Christ the Son</a:t>
            </a:r>
          </a:p>
          <a:p>
            <a:pPr algn="ctr">
              <a:defRPr sz="3300" b="0"/>
            </a:pPr>
            <a:r>
              <a:t>I believe in the Holy Spirit</a:t>
            </a:r>
          </a:p>
          <a:p>
            <a:pPr algn="ctr">
              <a:defRPr sz="3300" b="0"/>
            </a:pPr>
            <a:r>
              <a:t>Our God is three in One</a:t>
            </a:r>
          </a:p>
          <a:p>
            <a:pPr algn="ctr">
              <a:defRPr sz="3300" b="0"/>
            </a:pP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the resurrection</a:t>
            </a:r>
          </a:p>
          <a:p>
            <a:pPr algn="ctr">
              <a:defRPr sz="3300" b="0"/>
            </a:pPr>
            <a:r>
              <a:t>That we will rise again</a:t>
            </a:r>
          </a:p>
          <a:p>
            <a:pPr algn="ctr">
              <a:defRPr sz="3300" b="0"/>
            </a:pPr>
            <a:r>
              <a:t>For I believe in the Name of Jesus</a:t>
            </a:r>
          </a:p>
          <a:p>
            <a:pPr algn="ctr">
              <a:defRPr sz="3300" b="0"/>
            </a:p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Our Judge and our Defender</a:t>
            </a:r>
          </a:p>
          <a:p>
            <a:pPr algn="ctr">
              <a:defRPr sz="3300" b="0"/>
            </a:pPr>
            <a:r>
              <a:t>Suffered and crucified</a:t>
            </a:r>
          </a:p>
          <a:p>
            <a:pPr algn="ctr">
              <a:defRPr sz="3300" b="0"/>
            </a:pPr>
            <a:r>
              <a:t>Forgiveness is in You</a:t>
            </a:r>
          </a:p>
          <a:p>
            <a:pPr algn="ctr">
              <a:defRPr sz="3300" b="0"/>
            </a:pPr>
          </a:p>
          <a:p>
            <a:pPr algn="ctr">
              <a:defRPr sz="3300" b="0"/>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Descended into darkness</a:t>
            </a:r>
          </a:p>
          <a:p>
            <a:pPr algn="ctr">
              <a:defRPr sz="3300" b="0"/>
            </a:pPr>
            <a:r>
              <a:t>You rose in glorious light</a:t>
            </a:r>
          </a:p>
          <a:p>
            <a:pPr algn="ctr">
              <a:defRPr sz="3300" b="0"/>
            </a:pPr>
            <a:r>
              <a:t>Forever seated high</a:t>
            </a:r>
          </a:p>
          <a:p>
            <a:pPr algn="ctr">
              <a:defRPr sz="3300" b="0"/>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God our Father</a:t>
            </a:r>
          </a:p>
          <a:p>
            <a:pPr algn="ctr">
              <a:defRPr sz="3300" b="0"/>
            </a:pPr>
            <a:r>
              <a:t>I believe in Christ the Son</a:t>
            </a:r>
          </a:p>
          <a:p>
            <a:pPr algn="ctr">
              <a:defRPr sz="3300" b="0"/>
            </a:pPr>
            <a:r>
              <a:t>I believe in the Holy Spirit</a:t>
            </a:r>
          </a:p>
          <a:p>
            <a:pPr algn="ctr">
              <a:defRPr sz="3300" b="0"/>
            </a:pPr>
            <a:r>
              <a:t>Our God is three in One</a:t>
            </a:r>
          </a:p>
          <a:p>
            <a:pPr algn="ctr">
              <a:defRPr sz="3300" b="0"/>
            </a:p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the resurrection</a:t>
            </a:r>
          </a:p>
          <a:p>
            <a:pPr algn="ctr">
              <a:defRPr sz="3300" b="0"/>
            </a:pPr>
            <a:r>
              <a:t>That we will rise again</a:t>
            </a:r>
          </a:p>
          <a:p>
            <a:pPr algn="ctr">
              <a:defRPr sz="3300" b="0"/>
            </a:pPr>
            <a:r>
              <a:t>For I believe in the Name of Jesus</a:t>
            </a:r>
          </a:p>
          <a:p>
            <a:pPr algn="ctr">
              <a:defRPr sz="3300" b="0"/>
            </a:pP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You</a:t>
            </a:r>
          </a:p>
          <a:p>
            <a:pPr algn="ctr">
              <a:defRPr sz="3300" b="0"/>
            </a:pPr>
            <a:r>
              <a:t>I believe You rose again</a:t>
            </a:r>
          </a:p>
          <a:p>
            <a:pPr algn="ctr">
              <a:defRPr sz="3300" b="0"/>
            </a:pPr>
            <a:r>
              <a:t>I believe that Jesus Christ is Lord</a:t>
            </a:r>
          </a:p>
          <a:p>
            <a:pPr algn="ctr">
              <a:defRPr sz="3300" b="0"/>
            </a:pPr>
            <a:r>
              <a:t>(x2)</a:t>
            </a:r>
          </a:p>
          <a:p>
            <a:pPr algn="ctr">
              <a:defRPr sz="3300" b="0"/>
            </a:pP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life eternal</a:t>
            </a:r>
          </a:p>
          <a:p>
            <a:pPr algn="ctr">
              <a:defRPr sz="3300" b="0"/>
            </a:pPr>
            <a:r>
              <a:t>I believe in the virgin birth</a:t>
            </a:r>
          </a:p>
          <a:p>
            <a:pPr algn="ctr">
              <a:defRPr sz="3300" b="0"/>
            </a:pPr>
            <a:r>
              <a:t>I believe in the saints' communion</a:t>
            </a:r>
          </a:p>
          <a:p>
            <a:pPr algn="ctr">
              <a:defRPr sz="3300" b="0"/>
            </a:pPr>
            <a:r>
              <a:t>And in Your Holy Church</a:t>
            </a:r>
          </a:p>
          <a:p>
            <a:pPr algn="ctr">
              <a:defRPr sz="3300" b="0"/>
            </a:p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the resurrection</a:t>
            </a:r>
          </a:p>
          <a:p>
            <a:pPr algn="ctr">
              <a:defRPr sz="3300" b="0"/>
            </a:pPr>
            <a:r>
              <a:t>When Jesus comes again</a:t>
            </a:r>
          </a:p>
          <a:p>
            <a:pPr algn="ctr">
              <a:defRPr sz="3300" b="0"/>
            </a:pPr>
            <a:r>
              <a:t>For I believe in the Name of Jesus</a:t>
            </a:r>
          </a:p>
          <a:p>
            <a:pPr algn="ctr">
              <a:defRPr sz="3300" b="0"/>
            </a:pP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God our Father</a:t>
            </a:r>
          </a:p>
          <a:p>
            <a:pPr algn="ctr">
              <a:defRPr sz="3300" b="0"/>
            </a:pPr>
            <a:r>
              <a:t>I believe in Christ the Son</a:t>
            </a:r>
          </a:p>
          <a:p>
            <a:pPr algn="ctr">
              <a:defRPr sz="3300" b="0"/>
            </a:pPr>
            <a:r>
              <a:t>I believe in the Holy Spirit</a:t>
            </a:r>
          </a:p>
          <a:p>
            <a:pPr algn="ctr">
              <a:defRPr sz="3300" b="0"/>
            </a:pPr>
            <a:r>
              <a:t>Our God is three in One</a:t>
            </a:r>
          </a:p>
          <a:p>
            <a:pPr algn="ctr">
              <a:defRPr sz="3300" b="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believe in the resurrection</a:t>
            </a:r>
          </a:p>
          <a:p>
            <a:pPr algn="ctr">
              <a:defRPr sz="3300" b="0"/>
            </a:pPr>
            <a:r>
              <a:t>That we will rise again</a:t>
            </a:r>
          </a:p>
          <a:p>
            <a:pPr algn="ctr">
              <a:defRPr sz="3300" b="0"/>
            </a:pPr>
            <a:r>
              <a:t>For I believe in the Name of Jesus</a:t>
            </a:r>
          </a:p>
          <a:p>
            <a:pPr algn="ctr">
              <a:defRPr sz="3300" b="0"/>
            </a:pP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For I believe in the Name of Jesus</a:t>
            </a:r>
          </a:p>
          <a:p>
            <a:pPr algn="ctr">
              <a:defRPr sz="3300" b="0"/>
            </a:pPr>
            <a:r>
              <a:t>For I believe in the Name of Jesus</a:t>
            </a:r>
          </a:p>
          <a:p>
            <a:pPr algn="ctr">
              <a:defRPr sz="3300" b="0"/>
            </a:pP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Build My Life</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r>
              <a:t>CCLI Licence No: 5485849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Worthy of every song we could ever sing</a:t>
            </a:r>
          </a:p>
          <a:p>
            <a:pPr algn="ctr">
              <a:defRPr sz="3300" b="0"/>
            </a:pPr>
            <a:r>
              <a:t>Worthy of all the praise we could ever bring</a:t>
            </a:r>
          </a:p>
          <a:p>
            <a:pPr algn="ctr">
              <a:defRPr sz="3300" b="0"/>
            </a:pPr>
            <a:r>
              <a:t>Worthy of every breath we could ever breathe</a:t>
            </a:r>
          </a:p>
          <a:p>
            <a:pPr algn="ctr">
              <a:defRPr sz="3300" b="0"/>
            </a:pPr>
            <a:r>
              <a:t>We live for You</a:t>
            </a:r>
          </a:p>
          <a:p>
            <a:pPr algn="ctr">
              <a:defRPr sz="3300" b="0"/>
            </a:p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Jesus, the name above every other name</a:t>
            </a:r>
          </a:p>
          <a:p>
            <a:pPr algn="ctr">
              <a:defRPr sz="3300" b="0"/>
            </a:pPr>
            <a:r>
              <a:t>Jesus, the only one who could ever save</a:t>
            </a:r>
          </a:p>
          <a:p>
            <a:pPr algn="ctr">
              <a:defRPr sz="3300" b="0"/>
            </a:pPr>
            <a:r>
              <a:t>Worthy of every breath we could ever breathe</a:t>
            </a:r>
          </a:p>
          <a:p>
            <a:pPr algn="ctr">
              <a:defRPr sz="3300" b="0"/>
            </a:pPr>
            <a:r>
              <a:t>We live for You</a:t>
            </a:r>
          </a:p>
          <a:p>
            <a:pPr algn="ctr">
              <a:defRPr sz="3300" b="0"/>
            </a:p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Holy, there is no one like You</a:t>
            </a:r>
          </a:p>
          <a:p>
            <a:pPr algn="ctr">
              <a:defRPr sz="3300" b="0"/>
            </a:pPr>
            <a:r>
              <a:t>There is none beside You</a:t>
            </a:r>
          </a:p>
          <a:p>
            <a:pPr algn="ctr">
              <a:defRPr sz="3300" b="0"/>
            </a:pPr>
            <a:r>
              <a:t>Open up my eyes in wonder</a:t>
            </a:r>
          </a:p>
          <a:p>
            <a:pPr algn="ctr">
              <a:defRPr sz="3300" b="0"/>
            </a:pP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Show me who You are</a:t>
            </a:r>
          </a:p>
          <a:p>
            <a:pPr algn="ctr">
              <a:defRPr sz="3300" b="0"/>
            </a:pPr>
            <a:r>
              <a:t>And fill me with Your heart</a:t>
            </a:r>
          </a:p>
          <a:p>
            <a:pPr algn="ctr">
              <a:defRPr sz="3300" b="0"/>
            </a:pPr>
            <a:r>
              <a:t>And lead me in Your love to those around me</a:t>
            </a:r>
          </a:p>
          <a:p>
            <a:pPr algn="ctr">
              <a:defRPr sz="3300" b="0"/>
            </a:pP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Worthy of every song we could ever sing</a:t>
            </a:r>
          </a:p>
          <a:p>
            <a:pPr algn="ctr">
              <a:defRPr sz="3300" b="0"/>
            </a:pPr>
            <a:r>
              <a:t>Worthy of all the praise we could ever bring</a:t>
            </a:r>
          </a:p>
          <a:p>
            <a:pPr algn="ctr">
              <a:defRPr sz="3300" b="0"/>
            </a:pPr>
            <a:r>
              <a:t>Worthy of every breath we could ever breathe</a:t>
            </a:r>
          </a:p>
          <a:p>
            <a:pPr algn="ctr">
              <a:defRPr sz="3300" b="0"/>
            </a:pPr>
            <a:r>
              <a:t>We live for You</a:t>
            </a:r>
          </a:p>
          <a:p>
            <a:pPr algn="ctr">
              <a:defRPr sz="3300" b="0"/>
            </a:p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Jesus, the name above every other name</a:t>
            </a:r>
          </a:p>
          <a:p>
            <a:pPr algn="ctr">
              <a:defRPr sz="3300" b="0"/>
            </a:pPr>
            <a:r>
              <a:t>Jesus, the only one who could ever save</a:t>
            </a:r>
          </a:p>
          <a:p>
            <a:pPr algn="ctr">
              <a:defRPr sz="3300" b="0"/>
            </a:pPr>
            <a:r>
              <a:t>Worthy of every breath we could ever breathe</a:t>
            </a:r>
          </a:p>
          <a:p>
            <a:pPr algn="ctr">
              <a:defRPr sz="3300" b="0"/>
            </a:pPr>
            <a:r>
              <a:t>We live for You</a:t>
            </a:r>
          </a:p>
          <a:p>
            <a:pPr algn="ctr">
              <a:defRPr sz="3300" b="0"/>
            </a:p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Holy, there is no one like You</a:t>
            </a:r>
          </a:p>
          <a:p>
            <a:pPr algn="ctr">
              <a:defRPr sz="3300" b="0"/>
            </a:pPr>
            <a:r>
              <a:t>There is none beside You</a:t>
            </a:r>
          </a:p>
          <a:p>
            <a:pPr algn="ctr">
              <a:defRPr sz="3300" b="0"/>
            </a:pPr>
            <a:r>
              <a:t>Open up my eyes in wonder</a:t>
            </a:r>
          </a:p>
          <a:p>
            <a:pPr algn="ctr">
              <a:defRPr sz="3300" b="0"/>
            </a:p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Show me who You are</a:t>
            </a:r>
          </a:p>
          <a:p>
            <a:pPr algn="ctr">
              <a:defRPr sz="3300" b="0"/>
            </a:pPr>
            <a:r>
              <a:t>And fill me with Your heart</a:t>
            </a:r>
          </a:p>
          <a:p>
            <a:pPr algn="ctr">
              <a:defRPr sz="3300" b="0"/>
            </a:pPr>
            <a:r>
              <a:t>And lead me in Your love to those around me</a:t>
            </a:r>
          </a:p>
          <a:p>
            <a:pPr algn="ctr">
              <a:defRPr sz="3300" b="0"/>
            </a:p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Holy, there is no one like You</a:t>
            </a:r>
          </a:p>
          <a:p>
            <a:pPr algn="ctr">
              <a:defRPr sz="3300" b="0"/>
            </a:pPr>
            <a:r>
              <a:t>There is none beside You</a:t>
            </a:r>
          </a:p>
          <a:p>
            <a:pPr algn="ctr">
              <a:defRPr sz="3300" b="0"/>
            </a:pPr>
            <a:r>
              <a:t>Open up my eyes in wonder</a:t>
            </a:r>
          </a:p>
          <a:p>
            <a:pPr algn="ctr">
              <a:defRPr sz="3300" b="0"/>
            </a:p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Show me who You are</a:t>
            </a:r>
          </a:p>
          <a:p>
            <a:pPr algn="ctr">
              <a:defRPr sz="3300" b="0"/>
            </a:pPr>
            <a:r>
              <a:t>And fill me with Your heart</a:t>
            </a:r>
          </a:p>
          <a:p>
            <a:pPr algn="ctr">
              <a:defRPr sz="3300" b="0"/>
            </a:pPr>
            <a:r>
              <a:t>And lead me in Your love to those around me</a:t>
            </a:r>
          </a:p>
          <a:p>
            <a:pPr algn="ctr">
              <a:defRPr sz="3300" b="0"/>
            </a:p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will build my life upon Your love</a:t>
            </a:r>
          </a:p>
          <a:p>
            <a:pPr algn="ctr">
              <a:defRPr sz="3300" b="0"/>
            </a:pPr>
            <a:r>
              <a:t>It is a firm foundation</a:t>
            </a:r>
          </a:p>
          <a:p>
            <a:pPr algn="ctr">
              <a:defRPr sz="3300" b="0"/>
            </a:pPr>
            <a:r>
              <a:t>I will put my trust in You alone</a:t>
            </a:r>
          </a:p>
          <a:p>
            <a:pPr algn="ctr">
              <a:defRPr sz="3300" b="0"/>
            </a:pPr>
            <a:r>
              <a:t>And I will not be shaken (x2)</a:t>
            </a:r>
          </a:p>
          <a:p>
            <a:pPr algn="ctr">
              <a:defRPr sz="3300" b="0"/>
            </a:p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Holy, there is no one like You</a:t>
            </a:r>
          </a:p>
          <a:p>
            <a:pPr algn="ctr">
              <a:defRPr sz="3300" b="0"/>
            </a:pPr>
            <a:r>
              <a:t>There is none beside You</a:t>
            </a:r>
          </a:p>
          <a:p>
            <a:pPr algn="ctr">
              <a:defRPr sz="3300" b="0"/>
            </a:pPr>
            <a:r>
              <a:t>Open up my eyes in wonder</a:t>
            </a:r>
          </a:p>
          <a:p>
            <a:pPr algn="ctr">
              <a:defRPr sz="3300" b="0"/>
            </a:p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Show me who You are</a:t>
            </a:r>
          </a:p>
          <a:p>
            <a:pPr algn="ctr">
              <a:defRPr sz="3300" b="0"/>
            </a:pPr>
            <a:r>
              <a:t>And fill me with Your heart</a:t>
            </a:r>
          </a:p>
          <a:p>
            <a:pPr algn="ctr">
              <a:defRPr sz="3300" b="0"/>
            </a:pPr>
            <a:r>
              <a:t>And lead me in Your love to those around me</a:t>
            </a:r>
          </a:p>
          <a:p>
            <a:pPr algn="ctr">
              <a:defRPr sz="3300" b="0"/>
            </a:p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Holy, there is no one like You</a:t>
            </a:r>
          </a:p>
          <a:p>
            <a:pPr algn="ctr">
              <a:defRPr sz="3300" b="0"/>
            </a:pPr>
            <a:r>
              <a:t>There is none beside You</a:t>
            </a:r>
          </a:p>
          <a:p>
            <a:pPr algn="ctr">
              <a:defRPr sz="3300" b="0"/>
            </a:pPr>
            <a:r>
              <a:t>Open up my eyes in wonder</a:t>
            </a:r>
          </a:p>
          <a:p>
            <a:pPr algn="ctr">
              <a:defRPr sz="3300" b="0"/>
            </a:p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Show me who You are</a:t>
            </a:r>
          </a:p>
          <a:p>
            <a:pPr algn="ctr">
              <a:defRPr sz="3300" b="0"/>
            </a:pPr>
            <a:r>
              <a:t>And fill me with Your heart</a:t>
            </a:r>
          </a:p>
          <a:p>
            <a:pPr algn="ctr">
              <a:defRPr sz="3300" b="0"/>
            </a:pPr>
            <a:r>
              <a:t>And lead me in Your love to those around me</a:t>
            </a:r>
          </a:p>
          <a:p>
            <a:pPr algn="ctr">
              <a:defRPr sz="3300" b="0"/>
            </a:p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1028700"/>
            <a:ext cx="10972800" cy="5486400"/>
          </a:xfrm>
          <a:prstGeom prst="rect">
            <a:avLst/>
          </a:prstGeom>
          <a:noFill/>
        </p:spPr>
        <p:txBody>
          <a:bodyPr wrap="square">
            <a:spAutoFit/>
          </a:bodyPr>
          <a:lstStyle/>
          <a:p>
            <a:pPr algn="ctr">
              <a:defRPr sz="3300" b="0"/>
            </a:pPr>
            <a:r>
              <a:t>I will build my life upon Your love</a:t>
            </a:r>
          </a:p>
          <a:p>
            <a:pPr algn="ctr">
              <a:defRPr sz="3300" b="0"/>
            </a:pPr>
            <a:r>
              <a:t>It is a firm foundation</a:t>
            </a:r>
          </a:p>
          <a:p>
            <a:pPr algn="ctr">
              <a:defRPr sz="3300" b="0"/>
            </a:pPr>
            <a:r>
              <a:t>I will put my trust in You alone</a:t>
            </a:r>
          </a:p>
          <a:p>
            <a:pPr algn="ctr">
              <a:defRPr sz="3300" b="0"/>
            </a:pPr>
            <a:r>
              <a:t>And I will not be shaken</a:t>
            </a:r>
          </a:p>
          <a:p>
            <a:pPr algn="ctr">
              <a:defRPr sz="3300" b="0"/>
            </a:p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685800"/>
            <a:ext cx="4876800" cy="5486400"/>
          </a:xfrm>
          <a:prstGeom prst="rect">
            <a:avLst/>
          </a:prstGeom>
          <a:noFill/>
        </p:spPr>
        <p:txBody>
          <a:bodyPr wrap="square">
            <a:spAutoFit/>
          </a:bodyPr>
          <a:lstStyle/>
          <a:p>
            <a:pPr>
              <a:defRPr sz="4000"/>
            </a:pPr>
            <a:r>
              <a:t>Bible reading</a:t>
            </a:r>
          </a:p>
        </p:txBody>
      </p:sp>
      <p:pic>
        <p:nvPicPr>
          <p:cNvPr id="7" name="Picture 6" descr="Bible.png"/>
          <p:cNvPicPr>
            <a:picLocks noChangeAspect="1"/>
          </p:cNvPicPr>
          <p:nvPr/>
        </p:nvPicPr>
        <p:blipFill>
          <a:blip r:embed="rId2"/>
          <a:stretch>
            <a:fillRect/>
          </a:stretch>
        </p:blipFill>
        <p:spPr>
          <a:xfrm>
            <a:off x="6019800" y="685800"/>
            <a:ext cx="5486400" cy="54864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4:12-16</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¹² to equip his people for works of service, so that the body of Christ may be built up ¹³ until we all reach unity in the faith and in the knowledge of the Son of God and become mature, attaining to the whole measure of the fullness of Christ. </a:t>
            </a:r>
          </a:p>
          <a:p>
            <a:pPr algn="ctr">
              <a:defRPr sz="3200" b="0"/>
            </a:p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4:12-16</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¹⁴ Then we will no longer be infants, tossed back and forth by the waves, and blown here and there by every wind of teaching and by the cunning and craftiness of people in their deceitful scheming. ¹⁵ Instead, speaking the truth in love, we will grow to become in every respect the mature body of him who is the head, that is, Christ.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609600" y="274320"/>
            <a:ext cx="10972800" cy="1028700"/>
          </a:xfrm>
          <a:prstGeom prst="rect">
            <a:avLst/>
          </a:prstGeom>
          <a:noFill/>
        </p:spPr>
        <p:txBody>
          <a:bodyPr wrap="square">
            <a:spAutoFit/>
          </a:bodyPr>
          <a:lstStyle/>
          <a:p>
            <a:pPr algn="ctr">
              <a:defRPr sz="5000" b="1"/>
            </a:pPr>
            <a:r>
              <a:t>Eph 4:12-16</a:t>
            </a:r>
          </a:p>
        </p:txBody>
      </p:sp>
      <p:sp>
        <p:nvSpPr>
          <p:cNvPr id="7" name="TextBox 6"/>
          <p:cNvSpPr txBox="1"/>
          <p:nvPr/>
        </p:nvSpPr>
        <p:spPr>
          <a:xfrm>
            <a:off x="609600" y="1303020"/>
            <a:ext cx="10972800" cy="5486400"/>
          </a:xfrm>
          <a:prstGeom prst="rect">
            <a:avLst/>
          </a:prstGeom>
          <a:noFill/>
        </p:spPr>
        <p:txBody>
          <a:bodyPr wrap="square">
            <a:spAutoFit/>
          </a:bodyPr>
          <a:lstStyle/>
          <a:p>
            <a:pPr algn="ctr">
              <a:defRPr sz="3200" b="0"/>
            </a:pPr>
            <a:r>
              <a:t>¹⁶ From him the whole body, joined and held together by every supporting ligament, grows and builds itself up in love, as each part does its work.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Announcements</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914400" y="2514600"/>
            <a:ext cx="3657600" cy="914400"/>
          </a:xfrm>
          <a:prstGeom prst="rect">
            <a:avLst/>
          </a:prstGeom>
          <a:noFill/>
        </p:spPr>
        <p:txBody>
          <a:bodyPr wrap="square" lIns="0">
            <a:spAutoFit/>
          </a:bodyPr>
          <a:lstStyle/>
          <a:p/>
          <a:p>
            <a:pPr>
              <a:defRPr sz="5000"/>
            </a:pPr>
            <a:r>
              <a:t>Offering</a:t>
            </a:r>
          </a:p>
        </p:txBody>
      </p:sp>
      <p:sp>
        <p:nvSpPr>
          <p:cNvPr id="7" name="Rounded Rectangle 6"/>
          <p:cNvSpPr/>
          <p:nvPr/>
        </p:nvSpPr>
        <p:spPr>
          <a:xfrm>
            <a:off x="4038600" y="2286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70714" y="228600"/>
            <a:ext cx="6339840" cy="1143000"/>
          </a:xfrm>
          <a:prstGeom prst="rect">
            <a:avLst/>
          </a:prstGeom>
          <a:noFill/>
        </p:spPr>
        <p:txBody>
          <a:bodyPr wrap="square">
            <a:spAutoFit/>
          </a:bodyPr>
          <a:lstStyle/>
          <a:p/>
          <a:p>
            <a:pPr>
              <a:defRPr sz="2300">
                <a:latin typeface="Gill Sans MT"/>
              </a:defRPr>
            </a:pPr>
            <a:r>
              <a:t>Account name: Blacktown Chinese Christian Church</a:t>
            </a:r>
          </a:p>
        </p:txBody>
      </p:sp>
      <p:pic>
        <p:nvPicPr>
          <p:cNvPr id="9" name="Picture 8" descr="church.png"/>
          <p:cNvPicPr>
            <a:picLocks noChangeAspect="1"/>
          </p:cNvPicPr>
          <p:nvPr/>
        </p:nvPicPr>
        <p:blipFill>
          <a:blip r:embed="rId2"/>
          <a:stretch>
            <a:fillRect/>
          </a:stretch>
        </p:blipFill>
        <p:spPr>
          <a:xfrm>
            <a:off x="4152900" y="342900"/>
            <a:ext cx="914400" cy="914400"/>
          </a:xfrm>
          <a:prstGeom prst="rect">
            <a:avLst/>
          </a:prstGeom>
        </p:spPr>
      </p:pic>
      <p:sp>
        <p:nvSpPr>
          <p:cNvPr id="10" name="Rounded Rectangle 9"/>
          <p:cNvSpPr/>
          <p:nvPr/>
        </p:nvSpPr>
        <p:spPr>
          <a:xfrm>
            <a:off x="4038600" y="15430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0714" y="1543050"/>
            <a:ext cx="6339840" cy="1143000"/>
          </a:xfrm>
          <a:prstGeom prst="rect">
            <a:avLst/>
          </a:prstGeom>
          <a:noFill/>
        </p:spPr>
        <p:txBody>
          <a:bodyPr wrap="square">
            <a:spAutoFit/>
          </a:bodyPr>
          <a:lstStyle/>
          <a:p/>
          <a:p>
            <a:pPr>
              <a:defRPr sz="2300">
                <a:latin typeface="Gill Sans MT"/>
              </a:defRPr>
            </a:pPr>
            <a:r>
              <a:t>Account number: 4216 50263</a:t>
            </a:r>
          </a:p>
        </p:txBody>
      </p:sp>
      <p:pic>
        <p:nvPicPr>
          <p:cNvPr id="12" name="Picture 11" descr="account_number.png"/>
          <p:cNvPicPr>
            <a:picLocks noChangeAspect="1"/>
          </p:cNvPicPr>
          <p:nvPr/>
        </p:nvPicPr>
        <p:blipFill>
          <a:blip r:embed="rId3"/>
          <a:stretch>
            <a:fillRect/>
          </a:stretch>
        </p:blipFill>
        <p:spPr>
          <a:xfrm>
            <a:off x="4152900" y="1657350"/>
            <a:ext cx="914400" cy="914400"/>
          </a:xfrm>
          <a:prstGeom prst="rect">
            <a:avLst/>
          </a:prstGeom>
        </p:spPr>
      </p:pic>
      <p:sp>
        <p:nvSpPr>
          <p:cNvPr id="13" name="Rounded Rectangle 12"/>
          <p:cNvSpPr/>
          <p:nvPr/>
        </p:nvSpPr>
        <p:spPr>
          <a:xfrm>
            <a:off x="4038600" y="28575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70714" y="2857500"/>
            <a:ext cx="6339840" cy="1143000"/>
          </a:xfrm>
          <a:prstGeom prst="rect">
            <a:avLst/>
          </a:prstGeom>
          <a:noFill/>
        </p:spPr>
        <p:txBody>
          <a:bodyPr wrap="square">
            <a:spAutoFit/>
          </a:bodyPr>
          <a:lstStyle/>
          <a:p/>
          <a:p>
            <a:pPr>
              <a:defRPr sz="2300">
                <a:latin typeface="Gill Sans MT"/>
              </a:defRPr>
            </a:pPr>
            <a:r>
              <a:t>BSB: 112 - 879</a:t>
            </a:r>
          </a:p>
        </p:txBody>
      </p:sp>
      <p:pic>
        <p:nvPicPr>
          <p:cNvPr id="15" name="Picture 14" descr="bsb.png"/>
          <p:cNvPicPr>
            <a:picLocks noChangeAspect="1"/>
          </p:cNvPicPr>
          <p:nvPr/>
        </p:nvPicPr>
        <p:blipFill>
          <a:blip r:embed="rId4"/>
          <a:stretch>
            <a:fillRect/>
          </a:stretch>
        </p:blipFill>
        <p:spPr>
          <a:xfrm>
            <a:off x="4152900" y="2971800"/>
            <a:ext cx="914400" cy="914400"/>
          </a:xfrm>
          <a:prstGeom prst="rect">
            <a:avLst/>
          </a:prstGeom>
        </p:spPr>
      </p:pic>
      <p:sp>
        <p:nvSpPr>
          <p:cNvPr id="16" name="Rounded Rectangle 15"/>
          <p:cNvSpPr/>
          <p:nvPr/>
        </p:nvSpPr>
        <p:spPr>
          <a:xfrm>
            <a:off x="4038600" y="417195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70714" y="4171950"/>
            <a:ext cx="6339840" cy="1143000"/>
          </a:xfrm>
          <a:prstGeom prst="rect">
            <a:avLst/>
          </a:prstGeom>
          <a:noFill/>
        </p:spPr>
        <p:txBody>
          <a:bodyPr wrap="square">
            <a:spAutoFit/>
          </a:bodyPr>
          <a:lstStyle/>
          <a:p/>
          <a:p>
            <a:pPr>
              <a:defRPr sz="2300">
                <a:latin typeface="Gill Sans MT"/>
              </a:defRPr>
            </a:pPr>
            <a:r>
              <a:t>Please put in "offering" as the reference</a:t>
            </a:r>
          </a:p>
        </p:txBody>
      </p:sp>
      <p:pic>
        <p:nvPicPr>
          <p:cNvPr id="18" name="Picture 17" descr="hands.png"/>
          <p:cNvPicPr>
            <a:picLocks noChangeAspect="1"/>
          </p:cNvPicPr>
          <p:nvPr/>
        </p:nvPicPr>
        <p:blipFill>
          <a:blip r:embed="rId5"/>
          <a:stretch>
            <a:fillRect/>
          </a:stretch>
        </p:blipFill>
        <p:spPr>
          <a:xfrm>
            <a:off x="4152900" y="4286250"/>
            <a:ext cx="914400" cy="914400"/>
          </a:xfrm>
          <a:prstGeom prst="rect">
            <a:avLst/>
          </a:prstGeom>
        </p:spPr>
      </p:pic>
      <p:sp>
        <p:nvSpPr>
          <p:cNvPr id="19" name="Rounded Rectangle 18"/>
          <p:cNvSpPr/>
          <p:nvPr/>
        </p:nvSpPr>
        <p:spPr>
          <a:xfrm>
            <a:off x="4038600" y="5486400"/>
            <a:ext cx="7924800" cy="1143000"/>
          </a:xfrm>
          <a:prstGeom prst="roundRect">
            <a:avLst/>
          </a:prstGeom>
          <a:solidFill>
            <a:schemeClr val="bg2">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70714" y="5486400"/>
            <a:ext cx="6339840" cy="1143000"/>
          </a:xfrm>
          <a:prstGeom prst="rect">
            <a:avLst/>
          </a:prstGeom>
          <a:noFill/>
        </p:spPr>
        <p:txBody>
          <a:bodyPr wrap="square">
            <a:spAutoFit/>
          </a:bodyPr>
          <a:lstStyle/>
          <a:p/>
          <a:p>
            <a:pPr>
              <a:defRPr sz="2300">
                <a:latin typeface="Gill Sans MT"/>
              </a:defRPr>
            </a:pPr>
            <a:r>
              <a:t>The offering box is available at the back of the hall</a:t>
            </a:r>
          </a:p>
        </p:txBody>
      </p:sp>
      <p:pic>
        <p:nvPicPr>
          <p:cNvPr id="21" name="Picture 20" descr="box.png"/>
          <p:cNvPicPr>
            <a:picLocks noChangeAspect="1"/>
          </p:cNvPicPr>
          <p:nvPr/>
        </p:nvPicPr>
        <p:blipFill>
          <a:blip r:embed="rId6"/>
          <a:stretch>
            <a:fillRect/>
          </a:stretch>
        </p:blipFill>
        <p:spPr>
          <a:xfrm>
            <a:off x="4152900" y="5600700"/>
            <a:ext cx="914400" cy="9144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Prayer points</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2" sz="quarter"/>
          </p:nvPr>
        </p:nvSpPr>
        <p:spPr/>
      </p:sp>
      <p:sp>
        <p:nvSpPr>
          <p:cNvPr id="3" name="Picture Placeholder 2"/>
          <p:cNvSpPr>
            <a:spLocks noGrp="1"/>
          </p:cNvSpPr>
          <p:nvPr>
            <p:ph type="pic" idx="13" sz="quarter"/>
          </p:nvPr>
        </p:nvSpPr>
        <p:spPr/>
      </p:sp>
      <p:sp>
        <p:nvSpPr>
          <p:cNvPr id="4" name="Picture Placeholder 3"/>
          <p:cNvSpPr>
            <a:spLocks noGrp="1"/>
          </p:cNvSpPr>
          <p:nvPr>
            <p:ph type="pic" idx="14" sz="quarter"/>
          </p:nvPr>
        </p:nvSpPr>
        <p:spPr/>
      </p:sp>
      <p:sp>
        <p:nvSpPr>
          <p:cNvPr id="5" name="Picture Placeholder 4"/>
          <p:cNvSpPr>
            <a:spLocks noGrp="1"/>
          </p:cNvSpPr>
          <p:nvPr>
            <p:ph type="pic" idx="15" sz="quarter"/>
          </p:nvPr>
        </p:nvSpPr>
        <p:spPr/>
      </p:sp>
      <p:sp>
        <p:nvSpPr>
          <p:cNvPr id="6" name="TextBox 5"/>
          <p:cNvSpPr txBox="1"/>
          <p:nvPr/>
        </p:nvSpPr>
        <p:spPr>
          <a:xfrm>
            <a:off x="1219200" y="1371600"/>
            <a:ext cx="9753600" cy="3429000"/>
          </a:xfrm>
          <a:prstGeom prst="rect">
            <a:avLst/>
          </a:prstGeom>
          <a:noFill/>
        </p:spPr>
        <p:txBody>
          <a:bodyPr wrap="square">
            <a:spAutoFit/>
          </a:bodyPr>
          <a:lstStyle/>
          <a:p>
            <a:pPr algn="ctr">
              <a:defRPr sz="5000" b="0" i="0" u="none"/>
            </a:pPr>
            <a:r>
              <a:t>Mingle time!</a:t>
            </a:r>
          </a:p>
        </p:txBody>
      </p:sp>
      <p:sp>
        <p:nvSpPr>
          <p:cNvPr id="7" name="TextBox 6"/>
          <p:cNvSpPr txBox="1"/>
          <p:nvPr/>
        </p:nvSpPr>
        <p:spPr>
          <a:xfrm>
            <a:off x="1219200" y="4114800"/>
            <a:ext cx="9753600" cy="3429000"/>
          </a:xfrm>
          <a:prstGeom prst="rect">
            <a:avLst/>
          </a:prstGeom>
          <a:noFill/>
        </p:spPr>
        <p:txBody>
          <a:bodyPr wrap="square">
            <a:spAutoFit/>
          </a:bodyPr>
          <a:lstStyle/>
          <a:p>
            <a:pPr algn="ctr">
              <a:defRPr sz="800" b="0" i="0" u="none"/>
            </a:pPr>
          </a:p>
        </p:txBody>
      </p:sp>
    </p:spTree>
  </p:cSld>
  <p:clrMapOvr>
    <a:masterClrMapping/>
  </p:clrMapOvr>
</p:sld>
</file>

<file path=ppt/theme/theme1.xml><?xml version="1.0" encoding="utf-8"?>
<a:theme xmlns:a="http://schemas.openxmlformats.org/drawingml/2006/main" name="Office Theme">
  <a:themeElements>
    <a:clrScheme name="Custom 13">
      <a:dk1>
        <a:srgbClr val="010101"/>
      </a:dk1>
      <a:lt1>
        <a:srgbClr val="FFFFFF"/>
      </a:lt1>
      <a:dk2>
        <a:srgbClr val="66484E"/>
      </a:dk2>
      <a:lt2>
        <a:srgbClr val="E6E3E5"/>
      </a:lt2>
      <a:accent1>
        <a:srgbClr val="E4E1DB"/>
      </a:accent1>
      <a:accent2>
        <a:srgbClr val="C08D80"/>
      </a:accent2>
      <a:accent3>
        <a:srgbClr val="D3B9AA"/>
      </a:accent3>
      <a:accent4>
        <a:srgbClr val="C17250"/>
      </a:accent4>
      <a:accent5>
        <a:srgbClr val="6F4838"/>
      </a:accent5>
      <a:accent6>
        <a:srgbClr val="9F5700"/>
      </a:accent6>
      <a:hlink>
        <a:srgbClr val="9F5700"/>
      </a:hlink>
      <a:folHlink>
        <a:srgbClr val="BF8C7F"/>
      </a:folHlink>
    </a:clrScheme>
    <a:fontScheme name="Custom 42">
      <a:majorFont>
        <a:latin typeface="Bodoni MT Condense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3CA24C-CD06-4FED-9400-8722D47B2DE8}">
  <ds:schemaRefs>
    <ds:schemaRef ds:uri="http://schemas.microsoft.com/sharepoint/v3/contenttype/forms"/>
  </ds:schemaRefs>
</ds:datastoreItem>
</file>

<file path=customXml/itemProps2.xml><?xml version="1.0" encoding="utf-8"?>
<ds:datastoreItem xmlns:ds="http://schemas.openxmlformats.org/officeDocument/2006/customXml" ds:itemID="{DA8DECC2-4004-45B0-9152-E844B904755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2D7B06D1-7850-46BB-A9CE-FFFBBA2716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TM00089993</Template>
  <TotalTime>0</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0</vt:i4>
      </vt:variant>
    </vt:vector>
  </HeadingPairs>
  <TitlesOfParts>
    <vt:vector size="5" baseType="lpstr">
      <vt:lpstr>Arial</vt:lpstr>
      <vt:lpstr>Avenir Next LT Pro</vt:lpstr>
      <vt:lpstr>Bodoni MT Condensed</vt:lpstr>
      <vt:lpstr>Calibri</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2022-10-31T03:10:14Z</dcterms:created>
  <dcterms:modified xsi:type="dcterms:W3CDTF">2024-07-29T04:59:59Z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