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Lst>
  <p:sldSz cx="18288000" cy="10287000"/>
  <p:notesSz cx="6858000" cy="9144000"/>
  <p:embeddedFontLst>
    <p:embeddedFont>
      <p:font typeface="Century Gothic" panose="020B0502020202020204" pitchFamily="34" charset="0"/>
      <p:regular r:id="rId2"/>
      <p:bold r:id="rId3"/>
      <p:italic r:id="rId4"/>
      <p:boldItalic r:id="rId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5432B"/>
    <a:srgbClr val="744C0A"/>
    <a:srgbClr val="A86F03"/>
    <a:srgbClr val="7A6414"/>
    <a:srgbClr val="341C0D"/>
    <a:srgbClr val="472712"/>
    <a:srgbClr val="0E174A"/>
    <a:srgbClr val="030812"/>
    <a:srgbClr val="102A48"/>
    <a:srgbClr val="183B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9863" autoAdjust="0"/>
    <p:restoredTop sz="94609" autoAdjust="0"/>
  </p:normalViewPr>
  <p:slideViewPr>
    <p:cSldViewPr>
      <p:cViewPr varScale="1">
        <p:scale>
          <a:sx n="79" d="100"/>
          <a:sy n="79" d="100"/>
        </p:scale>
        <p:origin x="800"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font" Target="fonts/font1.fntdata"/><Relationship Id="rId3" Type="http://schemas.openxmlformats.org/officeDocument/2006/relationships/font" Target="fonts/font2.fntdata"/><Relationship Id="rId4" Type="http://schemas.openxmlformats.org/officeDocument/2006/relationships/font" Target="fonts/font3.fntdata"/><Relationship Id="rId5" Type="http://schemas.openxmlformats.org/officeDocument/2006/relationships/font" Target="fonts/font4.fntdata"/><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flip="none" rotWithShape="1">
          <a:gsLst>
            <a:gs pos="0">
              <a:schemeClr val="accent6">
                <a:lumMod val="75000"/>
              </a:schemeClr>
            </a:gs>
            <a:gs pos="100000">
              <a:srgbClr val="0E174A">
                <a:lumMod val="84016"/>
                <a:alpha val="91474"/>
              </a:srgbClr>
            </a:gs>
          </a:gsLst>
          <a:lin ang="54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626518" y="914402"/>
            <a:ext cx="13014333" cy="4800600"/>
          </a:xfrm>
        </p:spPr>
        <p:txBody>
          <a:bodyPr anchor="b">
            <a:normAutofit/>
          </a:bodyPr>
          <a:lstStyle>
            <a:lvl1pPr algn="ctr">
              <a:defRPr sz="72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GB"/>
              <a:t>Click to edit Master title style</a:t>
            </a:r>
            <a:endParaRPr lang="en-US" dirty="0"/>
          </a:p>
        </p:txBody>
      </p:sp>
      <p:sp>
        <p:nvSpPr>
          <p:cNvPr id="3" name="Subtitle 2"/>
          <p:cNvSpPr>
            <a:spLocks noGrp="1"/>
          </p:cNvSpPr>
          <p:nvPr>
            <p:ph type="subTitle" idx="1"/>
          </p:nvPr>
        </p:nvSpPr>
        <p:spPr>
          <a:xfrm>
            <a:off x="2626518" y="5829300"/>
            <a:ext cx="13014333" cy="2857500"/>
          </a:xfrm>
        </p:spPr>
        <p:txBody>
          <a:bodyPr anchor="t">
            <a:normAutofit/>
          </a:bodyPr>
          <a:lstStyle>
            <a:lvl1pPr marL="0" indent="0" algn="ctr">
              <a:buNone/>
              <a:defRPr sz="3150">
                <a:gradFill flip="none" rotWithShape="1">
                  <a:gsLst>
                    <a:gs pos="0">
                      <a:schemeClr val="tx1"/>
                    </a:gs>
                    <a:gs pos="100000">
                      <a:schemeClr val="tx1">
                        <a:lumMod val="75000"/>
                      </a:schemeClr>
                    </a:gs>
                  </a:gsLst>
                  <a:lin ang="5400000" scaled="0"/>
                  <a:tileRect/>
                </a:gra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5588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4443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6519" y="4962872"/>
            <a:ext cx="13030200" cy="2203200"/>
          </a:xfrm>
        </p:spPr>
        <p:txBody>
          <a:bodyPr anchor="b"/>
          <a:lstStyle>
            <a:lvl1pPr algn="r">
              <a:defRPr sz="6000" b="0" cap="all"/>
            </a:lvl1pPr>
          </a:lstStyle>
          <a:p>
            <a:r>
              <a:rPr lang="en-GB"/>
              <a:t>Click to edit Master title style</a:t>
            </a:r>
            <a:endParaRPr lang="en-US" dirty="0"/>
          </a:p>
        </p:txBody>
      </p:sp>
      <p:sp>
        <p:nvSpPr>
          <p:cNvPr id="3" name="Text Placeholder 2"/>
          <p:cNvSpPr>
            <a:spLocks noGrp="1"/>
          </p:cNvSpPr>
          <p:nvPr>
            <p:ph type="body" idx="1"/>
          </p:nvPr>
        </p:nvSpPr>
        <p:spPr>
          <a:xfrm>
            <a:off x="2626517" y="7166072"/>
            <a:ext cx="13030202" cy="1290600"/>
          </a:xfrm>
        </p:spPr>
        <p:txBody>
          <a:bodyPr anchor="t">
            <a:normAutofit/>
          </a:bodyPr>
          <a:lstStyle>
            <a:lvl1pPr marL="0" indent="0" algn="r">
              <a:buNone/>
              <a:defRPr sz="30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8651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712118" y="4000499"/>
            <a:ext cx="7315200" cy="4686302"/>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9255918" y="4000500"/>
            <a:ext cx="7315200" cy="4686300"/>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7/29/24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79796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2143921" y="3987799"/>
            <a:ext cx="6883397" cy="864393"/>
          </a:xfrm>
        </p:spPr>
        <p:txBody>
          <a:bodyPr anchor="b">
            <a:noAutofit/>
          </a:bodyPr>
          <a:lstStyle>
            <a:lvl1pPr marL="0" indent="0">
              <a:buNone/>
              <a:defRPr sz="42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GB"/>
              <a:t>Click to edit Master text styles</a:t>
            </a:r>
          </a:p>
        </p:txBody>
      </p:sp>
      <p:sp>
        <p:nvSpPr>
          <p:cNvPr id="4" name="Content Placeholder 3"/>
          <p:cNvSpPr>
            <a:spLocks noGrp="1"/>
          </p:cNvSpPr>
          <p:nvPr>
            <p:ph sz="half" idx="2"/>
          </p:nvPr>
        </p:nvSpPr>
        <p:spPr>
          <a:xfrm>
            <a:off x="1712118" y="4864894"/>
            <a:ext cx="7315200" cy="3821906"/>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9664700" y="4000500"/>
            <a:ext cx="6906420" cy="864393"/>
          </a:xfrm>
        </p:spPr>
        <p:txBody>
          <a:bodyPr anchor="b">
            <a:noAutofit/>
          </a:bodyPr>
          <a:lstStyle>
            <a:lvl1pPr marL="0" indent="0">
              <a:buNone/>
              <a:defRPr sz="42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GB"/>
              <a:t>Click to edit Master text styles</a:t>
            </a:r>
          </a:p>
        </p:txBody>
      </p:sp>
      <p:sp>
        <p:nvSpPr>
          <p:cNvPr id="6" name="Content Placeholder 5"/>
          <p:cNvSpPr>
            <a:spLocks noGrp="1"/>
          </p:cNvSpPr>
          <p:nvPr>
            <p:ph sz="quarter" idx="4"/>
          </p:nvPr>
        </p:nvSpPr>
        <p:spPr>
          <a:xfrm>
            <a:off x="9255919" y="4864894"/>
            <a:ext cx="7315202" cy="3821906"/>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75688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8038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37633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7" y="2400300"/>
            <a:ext cx="5323682" cy="2057400"/>
          </a:xfrm>
        </p:spPr>
        <p:txBody>
          <a:bodyPr anchor="b">
            <a:normAutofit/>
          </a:bodyPr>
          <a:lstStyle>
            <a:lvl1pPr algn="l">
              <a:defRPr sz="3600" b="0"/>
            </a:lvl1pPr>
          </a:lstStyle>
          <a:p>
            <a:r>
              <a:rPr lang="en-GB"/>
              <a:t>Click to edit Master title style</a:t>
            </a:r>
            <a:endParaRPr lang="en-US" dirty="0"/>
          </a:p>
        </p:txBody>
      </p:sp>
      <p:sp>
        <p:nvSpPr>
          <p:cNvPr id="3" name="Content Placeholder 2"/>
          <p:cNvSpPr>
            <a:spLocks noGrp="1"/>
          </p:cNvSpPr>
          <p:nvPr>
            <p:ph idx="1"/>
          </p:nvPr>
        </p:nvSpPr>
        <p:spPr>
          <a:xfrm>
            <a:off x="7655718" y="914402"/>
            <a:ext cx="8915402" cy="7772400"/>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712117" y="4457700"/>
            <a:ext cx="5323682" cy="2743200"/>
          </a:xfrm>
        </p:spPr>
        <p:txBody>
          <a:bodyPr>
            <a:normAutofit/>
          </a:bodyPr>
          <a:lstStyle>
            <a:lvl1pPr marL="0" indent="0">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3132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7" y="2400300"/>
            <a:ext cx="8001002" cy="2057400"/>
          </a:xfrm>
        </p:spPr>
        <p:txBody>
          <a:bodyPr anchor="b">
            <a:normAutofit/>
          </a:bodyPr>
          <a:lstStyle>
            <a:lvl1pPr algn="l">
              <a:defRPr sz="42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11150600" y="-27432"/>
            <a:ext cx="4914899" cy="1035558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GB"/>
              <a:t>Click icon to add picture</a:t>
            </a:r>
            <a:endParaRPr lang="en-US" dirty="0"/>
          </a:p>
        </p:txBody>
      </p:sp>
      <p:sp>
        <p:nvSpPr>
          <p:cNvPr id="4" name="Text Placeholder 3"/>
          <p:cNvSpPr>
            <a:spLocks noGrp="1"/>
          </p:cNvSpPr>
          <p:nvPr>
            <p:ph type="body" sz="half" idx="2"/>
          </p:nvPr>
        </p:nvSpPr>
        <p:spPr>
          <a:xfrm>
            <a:off x="1712117" y="4457700"/>
            <a:ext cx="8001002" cy="2743200"/>
          </a:xfrm>
        </p:spPr>
        <p:txBody>
          <a:bodyP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GB"/>
              <a:t>Click to edit Master text styles</a:t>
            </a:r>
          </a:p>
        </p:txBody>
      </p:sp>
      <p:sp>
        <p:nvSpPr>
          <p:cNvPr id="5" name="Date Placeholder 4"/>
          <p:cNvSpPr>
            <a:spLocks noGrp="1"/>
          </p:cNvSpPr>
          <p:nvPr>
            <p:ph type="dt" sz="half" idx="10"/>
          </p:nvPr>
        </p:nvSpPr>
        <p:spPr>
          <a:xfrm>
            <a:off x="9598818" y="8824913"/>
            <a:ext cx="1371600" cy="547688"/>
          </a:xfrm>
        </p:spPr>
        <p:txBody>
          <a:bodyPr/>
          <a:lstStyle/>
          <a:p>
            <a:fld id="{1D8BD707-D9CF-40AE-B4C6-C98DA3205C09}" type="datetimeFigureOut">
              <a:rPr lang="en-US" smtClean="0"/>
              <a:pPr/>
              <a:t>7/29/24</a:t>
            </a:fld>
            <a:endParaRPr lang="en-US"/>
          </a:p>
        </p:txBody>
      </p:sp>
      <p:sp>
        <p:nvSpPr>
          <p:cNvPr id="6" name="Footer Placeholder 5"/>
          <p:cNvSpPr>
            <a:spLocks noGrp="1"/>
          </p:cNvSpPr>
          <p:nvPr>
            <p:ph type="ftr" sz="quarter" idx="11"/>
          </p:nvPr>
        </p:nvSpPr>
        <p:spPr>
          <a:xfrm>
            <a:off x="1712118" y="8824913"/>
            <a:ext cx="7658100" cy="547688"/>
          </a:xfrm>
        </p:spPr>
        <p:txBody>
          <a:bodyPr/>
          <a:lstStyle/>
          <a:p>
            <a:endParaRPr lang="en-US"/>
          </a:p>
        </p:txBody>
      </p:sp>
      <p:sp>
        <p:nvSpPr>
          <p:cNvPr id="7" name="Slide Number Placeholder 6"/>
          <p:cNvSpPr>
            <a:spLocks noGrp="1"/>
          </p:cNvSpPr>
          <p:nvPr>
            <p:ph type="sldNum" sz="quarter" idx="12"/>
          </p:nvPr>
        </p:nvSpPr>
        <p:spPr>
          <a:xfrm>
            <a:off x="16113919" y="8824913"/>
            <a:ext cx="4838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765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9" y="7099298"/>
            <a:ext cx="14859000" cy="85010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9694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GB"/>
              <a:t>Click icon to add picture</a:t>
            </a:r>
            <a:endParaRPr lang="en-US" dirty="0"/>
          </a:p>
        </p:txBody>
      </p:sp>
      <p:sp>
        <p:nvSpPr>
          <p:cNvPr id="4" name="Text Placeholder 3"/>
          <p:cNvSpPr>
            <a:spLocks noGrp="1"/>
          </p:cNvSpPr>
          <p:nvPr>
            <p:ph type="body" sz="half" idx="2"/>
          </p:nvPr>
        </p:nvSpPr>
        <p:spPr>
          <a:xfrm>
            <a:off x="1712119" y="7949405"/>
            <a:ext cx="14859000" cy="740568"/>
          </a:xfrm>
        </p:spPr>
        <p:txBody>
          <a:bodyP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043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8" y="914402"/>
            <a:ext cx="14858999" cy="4686299"/>
          </a:xfrm>
        </p:spPr>
        <p:txBody>
          <a:bodyPr anchor="ctr">
            <a:normAutofit/>
          </a:bodyPr>
          <a:lstStyle>
            <a:lvl1pPr algn="l">
              <a:defRPr sz="4800" b="0" cap="all"/>
            </a:lvl1pPr>
          </a:lstStyle>
          <a:p>
            <a:r>
              <a:rPr lang="en-GB"/>
              <a:t>Click to edit Master title style</a:t>
            </a:r>
            <a:endParaRPr lang="en-US" dirty="0"/>
          </a:p>
        </p:txBody>
      </p:sp>
      <p:sp>
        <p:nvSpPr>
          <p:cNvPr id="3" name="Text Placeholder 2"/>
          <p:cNvSpPr>
            <a:spLocks noGrp="1"/>
          </p:cNvSpPr>
          <p:nvPr>
            <p:ph type="body" idx="1"/>
          </p:nvPr>
        </p:nvSpPr>
        <p:spPr>
          <a:xfrm>
            <a:off x="1712117" y="6515100"/>
            <a:ext cx="14859000" cy="2171700"/>
          </a:xfrm>
        </p:spPr>
        <p:txBody>
          <a:bodyPr anchor="ctr">
            <a:normAutofit/>
          </a:bodyPr>
          <a:lstStyle>
            <a:lvl1pPr marL="0" indent="0" algn="l">
              <a:buNone/>
              <a:defRPr sz="30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00241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254918" y="1180236"/>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accent1"/>
                </a:solidFill>
              </a:rPr>
              <a:t>“</a:t>
            </a:r>
          </a:p>
        </p:txBody>
      </p:sp>
      <p:sp>
        <p:nvSpPr>
          <p:cNvPr id="15" name="TextBox 14"/>
          <p:cNvSpPr txBox="1"/>
          <p:nvPr/>
        </p:nvSpPr>
        <p:spPr>
          <a:xfrm>
            <a:off x="15656718" y="4114800"/>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accent1"/>
                </a:solidFill>
              </a:rPr>
              <a:t>”</a:t>
            </a:r>
          </a:p>
        </p:txBody>
      </p:sp>
      <p:sp>
        <p:nvSpPr>
          <p:cNvPr id="2" name="Title 1"/>
          <p:cNvSpPr>
            <a:spLocks noGrp="1"/>
          </p:cNvSpPr>
          <p:nvPr>
            <p:ph type="title"/>
          </p:nvPr>
        </p:nvSpPr>
        <p:spPr>
          <a:xfrm>
            <a:off x="2169319" y="914402"/>
            <a:ext cx="13944597" cy="4114799"/>
          </a:xfrm>
        </p:spPr>
        <p:txBody>
          <a:bodyPr anchor="ctr">
            <a:normAutofit/>
          </a:bodyPr>
          <a:lstStyle>
            <a:lvl1pPr algn="l">
              <a:defRPr sz="4800" b="0" cap="all">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2512218" y="5029200"/>
            <a:ext cx="13258803" cy="571500"/>
          </a:xfrm>
        </p:spPr>
        <p:txBody>
          <a:bodyPr anchor="ctr"/>
          <a:lstStyle>
            <a:lvl1pPr marL="0" indent="0">
              <a:buFontTx/>
              <a:buNone/>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GB"/>
              <a:t>Click to edit Master text styles</a:t>
            </a:r>
          </a:p>
        </p:txBody>
      </p:sp>
      <p:sp>
        <p:nvSpPr>
          <p:cNvPr id="3" name="Text Placeholder 2"/>
          <p:cNvSpPr>
            <a:spLocks noGrp="1"/>
          </p:cNvSpPr>
          <p:nvPr>
            <p:ph type="body" idx="1"/>
          </p:nvPr>
        </p:nvSpPr>
        <p:spPr>
          <a:xfrm>
            <a:off x="1712117" y="6515100"/>
            <a:ext cx="14859000" cy="2171700"/>
          </a:xfrm>
        </p:spPr>
        <p:txBody>
          <a:bodyPr vert="horz" lIns="91440" tIns="45720" rIns="91440" bIns="45720" rtlCol="0" anchor="ctr">
            <a:normAutofit/>
          </a:bodyPr>
          <a:lstStyle>
            <a:lvl1pPr>
              <a:buNone/>
              <a:defRPr lang="en-US" sz="3000">
                <a:gradFill flip="none" rotWithShape="1">
                  <a:gsLst>
                    <a:gs pos="0">
                      <a:schemeClr val="tx1"/>
                    </a:gs>
                    <a:gs pos="100000">
                      <a:schemeClr val="tx1">
                        <a:lumMod val="75000"/>
                      </a:schemeClr>
                    </a:gs>
                  </a:gsLst>
                  <a:lin ang="5400000" scaled="0"/>
                  <a:tileRect/>
                </a:gradFill>
              </a:defRPr>
            </a:lvl1pPr>
          </a:lstStyle>
          <a:p>
            <a:pPr marL="0" lvl="0" indent="0">
              <a:buNone/>
            </a:pPr>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40649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12118" y="4962872"/>
            <a:ext cx="14859000" cy="2203200"/>
          </a:xfrm>
        </p:spPr>
        <p:txBody>
          <a:bodyPr anchor="b">
            <a:normAutofit/>
          </a:bodyPr>
          <a:lstStyle>
            <a:lvl1pPr algn="l">
              <a:defRPr sz="4800" b="0" cap="all"/>
            </a:lvl1pPr>
          </a:lstStyle>
          <a:p>
            <a:r>
              <a:rPr lang="en-GB"/>
              <a:t>Click to edit Master title style</a:t>
            </a:r>
            <a:endParaRPr lang="en-US" dirty="0"/>
          </a:p>
        </p:txBody>
      </p:sp>
      <p:sp>
        <p:nvSpPr>
          <p:cNvPr id="3" name="Text Placeholder 2"/>
          <p:cNvSpPr>
            <a:spLocks noGrp="1"/>
          </p:cNvSpPr>
          <p:nvPr>
            <p:ph type="body" idx="1"/>
          </p:nvPr>
        </p:nvSpPr>
        <p:spPr>
          <a:xfrm>
            <a:off x="1712116" y="7166072"/>
            <a:ext cx="14859002" cy="1290600"/>
          </a:xfrm>
        </p:spPr>
        <p:txBody>
          <a:bodyPr vert="horz" lIns="91440" tIns="45720" rIns="91440" bIns="45720" rtlCol="0" anchor="t">
            <a:normAutofit/>
          </a:bodyPr>
          <a:lstStyle>
            <a:lvl1pPr>
              <a:defRPr lang="en-US" sz="3000">
                <a:gradFill flip="none" rotWithShape="1">
                  <a:gsLst>
                    <a:gs pos="0">
                      <a:schemeClr val="tx1"/>
                    </a:gs>
                    <a:gs pos="100000">
                      <a:schemeClr val="tx1">
                        <a:lumMod val="75000"/>
                      </a:schemeClr>
                    </a:gs>
                  </a:gsLst>
                  <a:lin ang="5400000" scaled="0"/>
                  <a:tileRect/>
                </a:gradFill>
              </a:defRPr>
            </a:lvl1pPr>
          </a:lstStyle>
          <a:p>
            <a:pPr marL="0" lvl="0" indent="0">
              <a:buNone/>
            </a:pPr>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92202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254918" y="1180236"/>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accent1"/>
                </a:solidFill>
              </a:rPr>
              <a:t>“</a:t>
            </a:r>
          </a:p>
        </p:txBody>
      </p:sp>
      <p:sp>
        <p:nvSpPr>
          <p:cNvPr id="15" name="TextBox 14"/>
          <p:cNvSpPr txBox="1"/>
          <p:nvPr/>
        </p:nvSpPr>
        <p:spPr>
          <a:xfrm>
            <a:off x="15656718" y="4114800"/>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accent1"/>
                </a:solidFill>
              </a:rPr>
              <a:t>”</a:t>
            </a:r>
          </a:p>
        </p:txBody>
      </p:sp>
      <p:sp>
        <p:nvSpPr>
          <p:cNvPr id="2" name="Title 1"/>
          <p:cNvSpPr>
            <a:spLocks noGrp="1"/>
          </p:cNvSpPr>
          <p:nvPr>
            <p:ph type="title"/>
          </p:nvPr>
        </p:nvSpPr>
        <p:spPr>
          <a:xfrm>
            <a:off x="2169319" y="914402"/>
            <a:ext cx="13944597" cy="4114799"/>
          </a:xfrm>
        </p:spPr>
        <p:txBody>
          <a:bodyPr anchor="ctr">
            <a:normAutofit/>
          </a:bodyPr>
          <a:lstStyle>
            <a:lvl1pPr algn="l">
              <a:defRPr sz="4800" b="0" cap="all">
                <a:gradFill flip="none" rotWithShape="1">
                  <a:gsLst>
                    <a:gs pos="0">
                      <a:schemeClr val="tx1"/>
                    </a:gs>
                    <a:gs pos="100000">
                      <a:schemeClr val="tx1">
                        <a:lumMod val="75000"/>
                      </a:schemeClr>
                    </a:gs>
                  </a:gsLst>
                  <a:lin ang="5400000" scaled="0"/>
                  <a:tileRect/>
                </a:gra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712118" y="5829300"/>
            <a:ext cx="14859000" cy="1333500"/>
          </a:xfrm>
        </p:spPr>
        <p:txBody>
          <a:bodyPr vert="horz" lIns="91440" tIns="45720" rIns="91440" bIns="45720" rtlCol="0" anchor="b">
            <a:normAutofit/>
          </a:bodyPr>
          <a:lstStyle>
            <a:lvl1pPr>
              <a:buNone/>
              <a:defRPr lang="en-US" sz="36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712117" y="7162800"/>
            <a:ext cx="14859000" cy="1524000"/>
          </a:xfrm>
        </p:spPr>
        <p:txBody>
          <a:bodyPr anchor="t">
            <a:normAutofit/>
          </a:bodyPr>
          <a:lstStyle>
            <a:lvl1pPr marL="0" indent="0" algn="l">
              <a:buNone/>
              <a:defRPr sz="27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0531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712118" y="914402"/>
            <a:ext cx="14858999" cy="4114799"/>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1712118" y="5257800"/>
            <a:ext cx="14859000" cy="1257300"/>
          </a:xfrm>
        </p:spPr>
        <p:txBody>
          <a:bodyPr vert="horz" lIns="91440" tIns="45720" rIns="91440" bIns="45720" rtlCol="0" anchor="b">
            <a:normAutofit/>
          </a:bodyPr>
          <a:lstStyle>
            <a:lvl1pPr>
              <a:buNone/>
              <a:defRPr lang="en-US" sz="42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712117" y="6515100"/>
            <a:ext cx="14859000" cy="2171700"/>
          </a:xfrm>
        </p:spPr>
        <p:txBody>
          <a:bodyPr anchor="t">
            <a:normAutofit/>
          </a:bodyPr>
          <a:lstStyle>
            <a:lvl1pPr marL="0" indent="0" algn="l">
              <a:buNone/>
              <a:defRPr sz="27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2857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712119" y="914400"/>
            <a:ext cx="14858997" cy="28575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160062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5347" y="914399"/>
            <a:ext cx="3315771" cy="777240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712118" y="914400"/>
            <a:ext cx="11315700" cy="77724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89189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341C0D"/>
            </a:gs>
            <a:gs pos="100000">
              <a:srgbClr val="75432B"/>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12119" y="914400"/>
            <a:ext cx="14858997" cy="285750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1712119" y="4000499"/>
            <a:ext cx="14858997" cy="4686302"/>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256418" y="8824913"/>
            <a:ext cx="2400300" cy="547688"/>
          </a:xfrm>
          <a:prstGeom prst="rect">
            <a:avLst/>
          </a:prstGeom>
        </p:spPr>
        <p:txBody>
          <a:bodyPr vert="horz" lIns="91440" tIns="45720" rIns="91440" bIns="45720" rtlCol="0" anchor="ctr"/>
          <a:lstStyle>
            <a:lvl1pPr algn="r">
              <a:defRPr sz="1350" b="1" i="0">
                <a:solidFill>
                  <a:schemeClr val="tx1">
                    <a:lumMod val="75000"/>
                  </a:schemeClr>
                </a:solidFill>
                <a:effectLst>
                  <a:outerShdw blurRad="50800" dist="38100" dir="2700000" algn="tl" rotWithShape="0">
                    <a:srgbClr val="000000">
                      <a:alpha val="43000"/>
                    </a:srgbClr>
                  </a:outerShdw>
                </a:effectLst>
                <a:latin typeface="+mn-lt"/>
              </a:defRPr>
            </a:lvl1pPr>
          </a:lstStyle>
          <a:p>
            <a:fld id="{1D8BD707-D9CF-40AE-B4C6-C98DA3205C09}" type="datetimeFigureOut">
              <a:rPr lang="en-US" smtClean="0"/>
              <a:pPr/>
              <a:t>7/29/24</a:t>
            </a:fld>
            <a:endParaRPr lang="en-US"/>
          </a:p>
        </p:txBody>
      </p:sp>
      <p:sp>
        <p:nvSpPr>
          <p:cNvPr id="5" name="Footer Placeholder 4"/>
          <p:cNvSpPr>
            <a:spLocks noGrp="1"/>
          </p:cNvSpPr>
          <p:nvPr>
            <p:ph type="ftr" sz="quarter" idx="3"/>
          </p:nvPr>
        </p:nvSpPr>
        <p:spPr>
          <a:xfrm>
            <a:off x="1712118" y="8824913"/>
            <a:ext cx="11315700" cy="547688"/>
          </a:xfrm>
          <a:prstGeom prst="rect">
            <a:avLst/>
          </a:prstGeom>
        </p:spPr>
        <p:txBody>
          <a:bodyPr vert="horz" lIns="91440" tIns="45720" rIns="91440" bIns="45720" rtlCol="0" anchor="ctr"/>
          <a:lstStyle>
            <a:lvl1pPr algn="l">
              <a:defRPr sz="135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5771019" y="8824913"/>
            <a:ext cx="826751" cy="547688"/>
          </a:xfrm>
          <a:prstGeom prst="rect">
            <a:avLst/>
          </a:prstGeom>
        </p:spPr>
        <p:txBody>
          <a:bodyPr vert="horz" lIns="91440" tIns="45720" rIns="91440" bIns="45720" rtlCol="0" anchor="ctr"/>
          <a:lstStyle>
            <a:lvl1pPr algn="r">
              <a:defRPr sz="1350" b="1" i="0">
                <a:solidFill>
                  <a:schemeClr val="tx1">
                    <a:lumMod val="75000"/>
                  </a:schemeClr>
                </a:solidFill>
                <a:effectLst>
                  <a:outerShdw blurRad="50800" dist="38100" dir="2700000" algn="tl" rotWithShape="0">
                    <a:srgbClr val="000000">
                      <a:alpha val="43000"/>
                    </a:srgbClr>
                  </a:outerShdw>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455465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85800" rtl="0" eaLnBrk="1" latinLnBrk="0" hangingPunct="1">
        <a:spcBef>
          <a:spcPct val="0"/>
        </a:spcBef>
        <a:buNone/>
        <a:defRPr sz="48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tx1"/>
        </a:buClr>
        <a:buSzPct val="100000"/>
        <a:buFont typeface="Arial"/>
        <a:buChar char="•"/>
        <a:defRPr sz="3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1114425" indent="-428625" algn="l" defTabSz="685800" rtl="0" eaLnBrk="1" latinLnBrk="0" hangingPunct="1">
        <a:spcBef>
          <a:spcPct val="20000"/>
        </a:spcBef>
        <a:spcAft>
          <a:spcPts val="900"/>
        </a:spcAft>
        <a:buClr>
          <a:schemeClr val="tx1"/>
        </a:buClr>
        <a:buSzPct val="100000"/>
        <a:buFont typeface="Arial"/>
        <a:buChar char="•"/>
        <a:defRPr sz="27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800225" indent="-428625" algn="l" defTabSz="685800" rtl="0" eaLnBrk="1" latinLnBrk="0" hangingPunct="1">
        <a:spcBef>
          <a:spcPct val="20000"/>
        </a:spcBef>
        <a:spcAft>
          <a:spcPts val="900"/>
        </a:spcAft>
        <a:buClr>
          <a:schemeClr val="tx1"/>
        </a:buClr>
        <a:buSzPct val="100000"/>
        <a:buFont typeface="Arial"/>
        <a:buChar char="•"/>
        <a:defRPr sz="2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2314575" indent="-257175" algn="l" defTabSz="685800" rtl="0" eaLnBrk="1" latinLnBrk="0" hangingPunct="1">
        <a:spcBef>
          <a:spcPct val="20000"/>
        </a:spcBef>
        <a:spcAft>
          <a:spcPts val="900"/>
        </a:spcAft>
        <a:buClr>
          <a:schemeClr val="tx1"/>
        </a:buClr>
        <a:buSzPct val="100000"/>
        <a:buFont typeface="Arial"/>
        <a:buChar char="•"/>
        <a:defRPr sz="21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3000375" indent="-257175" algn="l" defTabSz="685800" rtl="0" eaLnBrk="1" latinLnBrk="0" hangingPunct="1">
        <a:spcBef>
          <a:spcPct val="20000"/>
        </a:spcBef>
        <a:spcAft>
          <a:spcPts val="900"/>
        </a:spcAft>
        <a:buClr>
          <a:schemeClr val="tx1"/>
        </a:buClr>
        <a:buSzPct val="100000"/>
        <a:buFont typeface="Arial"/>
        <a:buChar char="•"/>
        <a:defRPr sz="21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37719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44577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51435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58293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514350"/>
            <a:ext cx="14630400" cy="51435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1828800" y="1543050"/>
            <a:ext cx="14630400" cy="5143500"/>
          </a:xfrm>
          <a:prstGeom prst="rect">
            <a:avLst/>
          </a:prstGeom>
          <a:noFill/>
        </p:spPr>
        <p:txBody>
          <a:bodyPr wrap="square">
            <a:spAutoFit/>
          </a:bodyPr>
          <a:lstStyle/>
          <a:p>
            <a:pPr algn="ctr">
              <a:defRPr sz="2300" b="1" i="0" u="none">
                <a:solidFill>
                  <a:srgbClr val="000000"/>
                </a:solidFill>
              </a:defRPr>
            </a:pPr>
            <a:r>
              <a:t>Welcome to Our English Service</a:t>
            </a:r>
            <a:br/>
            <a:r>
              <a:t>16.08.2026</a:t>
            </a:r>
          </a:p>
        </p:txBody>
      </p:sp>
      <p:sp>
        <p:nvSpPr>
          <p:cNvPr id="5" name="TextBox 4"/>
          <p:cNvSpPr txBox="1"/>
          <p:nvPr/>
        </p:nvSpPr>
        <p:spPr>
          <a:xfrm>
            <a:off x="1828800" y="3600450"/>
            <a:ext cx="14630400" cy="51435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1828800" y="4114800"/>
            <a:ext cx="14630400" cy="5143500"/>
          </a:xfrm>
          <a:prstGeom prst="rect">
            <a:avLst/>
          </a:prstGeom>
          <a:noFill/>
        </p:spPr>
        <p:txBody>
          <a:bodyPr wrap="square">
            <a:spAutoFit/>
          </a:bodyPr>
          <a:lstStyle/>
          <a:p>
            <a:pPr algn="l">
              <a:defRPr sz="2000" b="1" i="0" u="none">
                <a:solidFill>
                  <a:srgbClr val="000000"/>
                </a:solidFill>
              </a:defRPr>
            </a:pPr>
            <a:r>
              <a:t>Worship Songs:</a:t>
            </a:r>
            <a:br/>
            <a:r>
              <a:t>Passage:</a:t>
            </a:r>
            <a:br/>
            <a:r>
              <a:t>Speaker:</a:t>
            </a:r>
            <a:br/>
            <a:r>
              <a:t>Topic:</a:t>
            </a:r>
            <a:br/>
            <a:r>
              <a:t>Response Song:</a:t>
            </a:r>
            <a:br/>
            <a:r>
              <a:t>Announcements and Closing Prayer</a:t>
            </a:r>
            <a:br/>
            <a:r>
              <a:t>Benediction</a:t>
            </a:r>
          </a:p>
        </p:txBody>
      </p:sp>
      <p:sp>
        <p:nvSpPr>
          <p:cNvPr id="7" name="TextBox 6"/>
          <p:cNvSpPr txBox="1"/>
          <p:nvPr/>
        </p:nvSpPr>
        <p:spPr>
          <a:xfrm>
            <a:off x="1828800" y="4114800"/>
            <a:ext cx="14630400" cy="5143500"/>
          </a:xfrm>
          <a:prstGeom prst="rect">
            <a:avLst/>
          </a:prstGeom>
          <a:noFill/>
        </p:spPr>
        <p:txBody>
          <a:bodyPr wrap="square">
            <a:spAutoFit/>
          </a:bodyPr>
          <a:lstStyle/>
          <a:p>
            <a:pPr algn="ctr">
              <a:defRPr sz="2000" b="0" i="0" u="none">
                <a:solidFill>
                  <a:srgbClr val="000000"/>
                </a:solidFill>
              </a:defRPr>
            </a:pPr>
            <a:r>
              <a:t>nan</a:t>
            </a:r>
            <a:br/>
            <a:r>
              <a:t>Eph 4: 1-16</a:t>
            </a:r>
            <a:br/>
            <a:r>
              <a:t>Jenny Williams</a:t>
            </a:r>
            <a:br/>
            <a:r>
              <a:t>Living a LIfe Worthy of Christ</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057400"/>
            <a:ext cx="14630400" cy="5143500"/>
          </a:xfrm>
          <a:prstGeom prst="rect">
            <a:avLst/>
          </a:prstGeom>
          <a:noFill/>
        </p:spPr>
        <p:txBody>
          <a:bodyPr wrap="square">
            <a:spAutoFit/>
          </a:bodyPr>
          <a:lstStyle/>
          <a:p>
            <a:pPr algn="ctr">
              <a:defRPr sz="7000" b="0" i="0" u="none"/>
            </a:pPr>
            <a:r>
              <a:t>BCCC english service</a:t>
            </a:r>
          </a:p>
        </p:txBody>
      </p:sp>
      <p:sp>
        <p:nvSpPr>
          <p:cNvPr id="3" name="TextBox 2"/>
          <p:cNvSpPr txBox="1"/>
          <p:nvPr/>
        </p:nvSpPr>
        <p:spPr>
          <a:xfrm>
            <a:off x="1828800" y="6172200"/>
            <a:ext cx="14630400" cy="51435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8229600"/>
          </a:xfrm>
          <a:prstGeom prst="rect">
            <a:avLst/>
          </a:prstGeom>
          <a:noFill/>
        </p:spPr>
        <p:txBody>
          <a:bodyPr wrap="square">
            <a:spAutoFit/>
          </a:bodyPr>
          <a:lstStyle/>
          <a:p>
            <a:pPr>
              <a:defRPr sz="6000"/>
            </a:pPr>
            <a:r>
              <a:t>Bible reading</a:t>
            </a:r>
          </a:p>
        </p:txBody>
      </p:sp>
      <p:pic>
        <p:nvPicPr>
          <p:cNvPr id="3" name="Picture 2" descr="Bible.png"/>
          <p:cNvPicPr>
            <a:picLocks noChangeAspect="1"/>
          </p:cNvPicPr>
          <p:nvPr/>
        </p:nvPicPr>
        <p:blipFill>
          <a:blip r:embed="rId2"/>
          <a:stretch>
            <a:fillRect/>
          </a:stretch>
        </p:blipFill>
        <p:spPr>
          <a:xfrm>
            <a:off x="9029700" y="1028700"/>
            <a:ext cx="8229600" cy="8229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As a prisoner for the Lord, then, I urge you to live a life worthy of the calling you have received. ² Be completely humble and gentle; be patient, bearing with one another in love.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³ Make every effort to keep the unity of the Spirit through the bond of peace. ⁴ There is one body and one Spirit, just as you were called to one hope when you were called;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⁵ one Lord, one faith, one baptism; ⁶ one God and Father of all, who is over all and through all and in all. </a:t>
            </a:r>
          </a:p>
          <a:p>
            <a:pPr algn="ctr">
              <a:defRPr sz="43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⁷ But to each one of us grace has been given as Christ apportioned it. ⁸ This is why it says:</a:t>
            </a:r>
          </a:p>
          <a:p>
            <a:pPr algn="ctr">
              <a:defRPr sz="4300" b="0"/>
            </a:pPr>
            <a:r>
              <a:t>“When he ascended on high,</a:t>
            </a:r>
          </a:p>
          <a:p>
            <a:pPr algn="ctr">
              <a:defRPr sz="4300" b="0"/>
            </a:pPr>
            <a:r>
              <a:t>    he took many captives</a:t>
            </a:r>
          </a:p>
          <a:p>
            <a:pPr algn="ctr">
              <a:defRPr sz="4300" b="0"/>
            </a:pPr>
            <a:r>
              <a:t>    and gave gifts to his people.” </a:t>
            </a:r>
          </a:p>
          <a:p>
            <a:pPr algn="ctr">
              <a:defRPr sz="4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⁹ (What does “he ascended” mean except that he also descended to the lower, earthly regions? ¹⁰ He who descended is the very one who ascended higher than all the heavens, in order to fill the whole universe.)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¹¹ So Christ himself gave the apostles, the prophets, the evangelists, the pastors and teachers, ¹² to equip his people for works of service, so that the body of Christ may be built up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¹³ until we all reach unity in the faith and in the knowledge of the Son of God and become mature, attaining to the whole measure of the fullness of Christ. </a:t>
            </a:r>
          </a:p>
          <a:p>
            <a:pPr algn="ctr">
              <a:defRPr sz="4300" b="0"/>
            </a:pPr>
            <a:r>
              <a:t>¹⁴ Then we will no longer be infants, tossed back and forth by the waves, and blown here and there by every wind of teaching and by the cunning and craftiness of people in their deceitful scheming.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16459200" cy="1543050"/>
          </a:xfrm>
          <a:prstGeom prst="rect">
            <a:avLst/>
          </a:prstGeom>
          <a:noFill/>
        </p:spPr>
        <p:txBody>
          <a:bodyPr wrap="square">
            <a:spAutoFit/>
          </a:bodyPr>
          <a:lstStyle/>
          <a:p>
            <a:pPr algn="ctr">
              <a:defRPr sz="7000" b="1"/>
            </a:pPr>
            <a:r>
              <a:t>Eph 4: 1-16</a:t>
            </a:r>
          </a:p>
        </p:txBody>
      </p:sp>
      <p:sp>
        <p:nvSpPr>
          <p:cNvPr id="3" name="TextBox 2"/>
          <p:cNvSpPr txBox="1"/>
          <p:nvPr/>
        </p:nvSpPr>
        <p:spPr>
          <a:xfrm>
            <a:off x="914400" y="1817370"/>
            <a:ext cx="16459200" cy="8229600"/>
          </a:xfrm>
          <a:prstGeom prst="rect">
            <a:avLst/>
          </a:prstGeom>
          <a:noFill/>
        </p:spPr>
        <p:txBody>
          <a:bodyPr wrap="square">
            <a:spAutoFit/>
          </a:bodyPr>
          <a:lstStyle/>
          <a:p>
            <a:pPr algn="ctr">
              <a:defRPr sz="4300" b="0"/>
            </a:pPr>
            <a:r>
              <a:t>¹⁵ Instead, speaking the truth in love, we will grow to become in every respect the mature body of him who is the head, that is, Christ. ¹⁶ From him the whole body, joined and held together by every supporting ligament, grows and builds itself up in love, as each part does its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057400"/>
            <a:ext cx="14630400" cy="5143500"/>
          </a:xfrm>
          <a:prstGeom prst="rect">
            <a:avLst/>
          </a:prstGeom>
          <a:noFill/>
        </p:spPr>
        <p:txBody>
          <a:bodyPr wrap="square">
            <a:spAutoFit/>
          </a:bodyPr>
          <a:lstStyle/>
          <a:p>
            <a:pPr algn="ctr">
              <a:defRPr sz="7000" b="0" i="0" u="none"/>
            </a:pPr>
            <a:r>
              <a:t>Announcements</a:t>
            </a:r>
          </a:p>
        </p:txBody>
      </p:sp>
      <p:sp>
        <p:nvSpPr>
          <p:cNvPr id="3" name="TextBox 2"/>
          <p:cNvSpPr txBox="1"/>
          <p:nvPr/>
        </p:nvSpPr>
        <p:spPr>
          <a:xfrm>
            <a:off x="1828800" y="6172200"/>
            <a:ext cx="14630400" cy="5143500"/>
          </a:xfrm>
          <a:prstGeom prst="rect">
            <a:avLst/>
          </a:prstGeom>
          <a:noFill/>
        </p:spPr>
        <p:txBody>
          <a:bodyPr wrap="square">
            <a:spAutoFit/>
          </a:bodyPr>
          <a:lstStyle/>
          <a:p>
            <a:pPr algn="ctr">
              <a:defRPr sz="800" b="0" i="0" u="none"/>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4229100"/>
            <a:ext cx="5486400" cy="914400"/>
          </a:xfrm>
          <a:prstGeom prst="rect">
            <a:avLst/>
          </a:prstGeom>
          <a:noFill/>
        </p:spPr>
        <p:txBody>
          <a:bodyPr wrap="square" lIns="0">
            <a:spAutoFit/>
          </a:bodyPr>
          <a:lstStyle/>
          <a:p/>
          <a:p>
            <a:pPr>
              <a:defRPr sz="7000"/>
            </a:pPr>
            <a:r>
              <a:t>Offering</a:t>
            </a:r>
          </a:p>
        </p:txBody>
      </p:sp>
      <p:sp>
        <p:nvSpPr>
          <p:cNvPr id="3" name="Rounded Rectangle 2"/>
          <p:cNvSpPr/>
          <p:nvPr/>
        </p:nvSpPr>
        <p:spPr>
          <a:xfrm>
            <a:off x="6057900" y="342900"/>
            <a:ext cx="11887200" cy="17145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56071" y="342900"/>
            <a:ext cx="9509760" cy="1714500"/>
          </a:xfrm>
          <a:prstGeom prst="rect">
            <a:avLst/>
          </a:prstGeom>
          <a:noFill/>
        </p:spPr>
        <p:txBody>
          <a:bodyPr wrap="square">
            <a:spAutoFit/>
          </a:bodyPr>
          <a:lstStyle/>
          <a:p/>
          <a:p>
            <a:pPr>
              <a:defRPr sz="32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6229350" y="514350"/>
            <a:ext cx="1371600" cy="1371600"/>
          </a:xfrm>
          <a:prstGeom prst="rect">
            <a:avLst/>
          </a:prstGeom>
        </p:spPr>
      </p:pic>
      <p:sp>
        <p:nvSpPr>
          <p:cNvPr id="6" name="Rounded Rectangle 5"/>
          <p:cNvSpPr/>
          <p:nvPr/>
        </p:nvSpPr>
        <p:spPr>
          <a:xfrm>
            <a:off x="6057900" y="2314575"/>
            <a:ext cx="11887200" cy="17145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56071" y="2314575"/>
            <a:ext cx="9509760" cy="1714500"/>
          </a:xfrm>
          <a:prstGeom prst="rect">
            <a:avLst/>
          </a:prstGeom>
          <a:noFill/>
        </p:spPr>
        <p:txBody>
          <a:bodyPr wrap="square">
            <a:spAutoFit/>
          </a:bodyPr>
          <a:lstStyle/>
          <a:p/>
          <a:p>
            <a:pPr>
              <a:defRPr sz="32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6229350" y="2486025"/>
            <a:ext cx="1371600" cy="1371600"/>
          </a:xfrm>
          <a:prstGeom prst="rect">
            <a:avLst/>
          </a:prstGeom>
        </p:spPr>
      </p:pic>
      <p:sp>
        <p:nvSpPr>
          <p:cNvPr id="9" name="Rounded Rectangle 8"/>
          <p:cNvSpPr/>
          <p:nvPr/>
        </p:nvSpPr>
        <p:spPr>
          <a:xfrm>
            <a:off x="6057900" y="4286250"/>
            <a:ext cx="11887200" cy="17145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6071" y="4286250"/>
            <a:ext cx="9509760" cy="1714500"/>
          </a:xfrm>
          <a:prstGeom prst="rect">
            <a:avLst/>
          </a:prstGeom>
          <a:noFill/>
        </p:spPr>
        <p:txBody>
          <a:bodyPr wrap="square">
            <a:spAutoFit/>
          </a:bodyPr>
          <a:lstStyle/>
          <a:p/>
          <a:p>
            <a:pPr>
              <a:defRPr sz="3200">
                <a:latin typeface="Gill Sans MT"/>
              </a:defRPr>
            </a:pPr>
            <a:r>
              <a:t>BSB: 112 - 879</a:t>
            </a:r>
          </a:p>
        </p:txBody>
      </p:sp>
      <p:pic>
        <p:nvPicPr>
          <p:cNvPr id="11" name="Picture 10" descr="bsb.png"/>
          <p:cNvPicPr>
            <a:picLocks noChangeAspect="1"/>
          </p:cNvPicPr>
          <p:nvPr/>
        </p:nvPicPr>
        <p:blipFill>
          <a:blip r:embed="rId4"/>
          <a:stretch>
            <a:fillRect/>
          </a:stretch>
        </p:blipFill>
        <p:spPr>
          <a:xfrm>
            <a:off x="6229350" y="4457700"/>
            <a:ext cx="1371600" cy="1371600"/>
          </a:xfrm>
          <a:prstGeom prst="rect">
            <a:avLst/>
          </a:prstGeom>
        </p:spPr>
      </p:pic>
      <p:sp>
        <p:nvSpPr>
          <p:cNvPr id="12" name="Rounded Rectangle 11"/>
          <p:cNvSpPr/>
          <p:nvPr/>
        </p:nvSpPr>
        <p:spPr>
          <a:xfrm>
            <a:off x="6057900" y="6257925"/>
            <a:ext cx="11887200" cy="17145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6071" y="6257925"/>
            <a:ext cx="9509760" cy="1714500"/>
          </a:xfrm>
          <a:prstGeom prst="rect">
            <a:avLst/>
          </a:prstGeom>
          <a:noFill/>
        </p:spPr>
        <p:txBody>
          <a:bodyPr wrap="square">
            <a:spAutoFit/>
          </a:bodyPr>
          <a:lstStyle/>
          <a:p/>
          <a:p>
            <a:pPr>
              <a:defRPr sz="32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6229350" y="6429375"/>
            <a:ext cx="1371600" cy="1371600"/>
          </a:xfrm>
          <a:prstGeom prst="rect">
            <a:avLst/>
          </a:prstGeom>
        </p:spPr>
      </p:pic>
      <p:sp>
        <p:nvSpPr>
          <p:cNvPr id="15" name="Rounded Rectangle 14"/>
          <p:cNvSpPr/>
          <p:nvPr/>
        </p:nvSpPr>
        <p:spPr>
          <a:xfrm>
            <a:off x="6057900" y="8229600"/>
            <a:ext cx="11887200" cy="17145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6071" y="8229600"/>
            <a:ext cx="9509760" cy="1714500"/>
          </a:xfrm>
          <a:prstGeom prst="rect">
            <a:avLst/>
          </a:prstGeom>
          <a:noFill/>
        </p:spPr>
        <p:txBody>
          <a:bodyPr wrap="square">
            <a:spAutoFit/>
          </a:bodyPr>
          <a:lstStyle/>
          <a:p/>
          <a:p>
            <a:pPr>
              <a:defRPr sz="32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6229350" y="8401050"/>
            <a:ext cx="1371600" cy="1371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057400"/>
            <a:ext cx="14630400" cy="5143500"/>
          </a:xfrm>
          <a:prstGeom prst="rect">
            <a:avLst/>
          </a:prstGeom>
          <a:noFill/>
        </p:spPr>
        <p:txBody>
          <a:bodyPr wrap="square">
            <a:spAutoFit/>
          </a:bodyPr>
          <a:lstStyle/>
          <a:p>
            <a:pPr algn="ctr">
              <a:defRPr sz="7000" b="0" i="0" u="none"/>
            </a:pPr>
            <a:r>
              <a:t>Prayer points</a:t>
            </a:r>
          </a:p>
        </p:txBody>
      </p:sp>
      <p:sp>
        <p:nvSpPr>
          <p:cNvPr id="3" name="TextBox 2"/>
          <p:cNvSpPr txBox="1"/>
          <p:nvPr/>
        </p:nvSpPr>
        <p:spPr>
          <a:xfrm>
            <a:off x="1828800" y="6172200"/>
            <a:ext cx="14630400" cy="5143500"/>
          </a:xfrm>
          <a:prstGeom prst="rect">
            <a:avLst/>
          </a:prstGeom>
          <a:noFill/>
        </p:spPr>
        <p:txBody>
          <a:bodyPr wrap="square">
            <a:spAutoFit/>
          </a:bodyPr>
          <a:lstStyle/>
          <a:p>
            <a:pPr algn="ctr">
              <a:defRPr sz="800" b="0" i="0" u="none"/>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057400"/>
            <a:ext cx="14630400" cy="5143500"/>
          </a:xfrm>
          <a:prstGeom prst="rect">
            <a:avLst/>
          </a:prstGeom>
          <a:noFill/>
        </p:spPr>
        <p:txBody>
          <a:bodyPr wrap="square">
            <a:spAutoFit/>
          </a:bodyPr>
          <a:lstStyle/>
          <a:p>
            <a:pPr algn="ctr">
              <a:defRPr sz="7000" b="0" i="0" u="none"/>
            </a:pPr>
            <a:r>
              <a:t>Mingle time!</a:t>
            </a:r>
          </a:p>
        </p:txBody>
      </p:sp>
      <p:sp>
        <p:nvSpPr>
          <p:cNvPr id="3" name="TextBox 2"/>
          <p:cNvSpPr txBox="1"/>
          <p:nvPr/>
        </p:nvSpPr>
        <p:spPr>
          <a:xfrm>
            <a:off x="1828800" y="6172200"/>
            <a:ext cx="14630400" cy="5143500"/>
          </a:xfrm>
          <a:prstGeom prst="rect">
            <a:avLst/>
          </a:prstGeom>
          <a:noFill/>
        </p:spPr>
        <p:txBody>
          <a:bodyPr wrap="square">
            <a:spAutoFit/>
          </a:bodyPr>
          <a:lstStyle/>
          <a:p>
            <a:pPr algn="ctr">
              <a:defRPr sz="800" b="0" i="0" u="none"/>
            </a:p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{A4D55EEF-21F4-BB47-B4F7-72514DB86205}tf10001063</Template>
  <TotalTime>6</TotalTime>
  <Words>0</Words>
  <Application>Microsoft Macintosh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Century Gothic</vt:lpstr>
      <vt:lpstr>Mesh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BCCC Template</dc:title>
  <cp:lastModifiedBy>Johnny Wu</cp:lastModifiedBy>
  <cp:revision>11</cp:revision>
  <dcterms:created xsi:type="dcterms:W3CDTF">2006-08-16T00:00:00Z</dcterms:created>
  <dcterms:modified xsi:type="dcterms:W3CDTF">2024-07-29T05:02:21Z</dcterms:modified>
  <dc:identifier>DAF9TDiojmQ</dc:identifier>
</cp:coreProperties>
</file>