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43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92787-0673-4784-B1B4-DA8829A55E00}">
  <a:tblStyle styleId="{C7D92787-0673-4784-B1B4-DA8829A55E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491" autoAdjust="0"/>
    <p:restoredTop sz="94609"/>
  </p:normalViewPr>
  <p:slideViewPr>
    <p:cSldViewPr snapToGrid="0">
      <p:cViewPr varScale="1">
        <p:scale>
          <a:sx n="158" d="100"/>
          <a:sy n="158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  <a:prstGeom prst="rect">
            <a:avLst/>
          </a:prstGeo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AB3A824-1A51-4B26-AD58-A6D8E14F6C0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8497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7D162C4-EDD9-4389-A98B-B87ECEA2A81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8032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  <a:prstGeom prst="rect">
            <a:avLst/>
          </a:prstGeo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E5059C3-6A89-4494-99FF-5A4D6FFD50E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4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CA954B2F-12DE-47F5-8894-472B206D2E1E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2108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469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1FAF3416-4057-4DAA-829D-4CA07428D088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066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21D9284-D300-4297-87F7-E791DCC15DB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3" y="2404119"/>
            <a:ext cx="2456260" cy="16861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7D525BB-DA17-4BA0-B3C8-3AC3ABC827E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6546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B16C4C9A-3960-41CF-A4E9-2A8FB932454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6102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D857E33E-8B18-4087-B112-80991772953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4251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  <a:prstGeom prst="rect">
            <a:avLst/>
          </a:prstGeo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D3FFE419-2371-464F-8239-3959401C356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013332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511799"/>
            <a:ext cx="9144000" cy="330243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814255"/>
            <a:ext cx="9144000" cy="55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3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717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15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13.07.2025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002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br/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I will trust my saviour jesus</a:t>
            </a:r>
            <a:br/>
            <a:r>
              <a:t>King of kings</a:t>
            </a:r>
            <a:br/>
            <a:r>
              <a:t>O come to the altar</a:t>
            </a:r>
            <a:br/>
            <a:r>
              <a:t>Jeremiah 1: 4-10, 17-19</a:t>
            </a:r>
            <a:br/>
            <a:r>
              <a:t>Xavier Lakshmanan</a:t>
            </a:r>
            <a:br/>
            <a:r>
              <a:t>Jeremiah: God's Exalted Prophet</a:t>
            </a:r>
            <a:br/>
            <a:r>
              <a:t>TBA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Please keep all phones on silent</a:t>
            </a:r>
          </a:p>
        </p:txBody>
      </p:sp>
      <p:pic>
        <p:nvPicPr>
          <p:cNvPr id="3" name="Picture 2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I Will Trust My Saviour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I will trust my Saviour Jesus</a:t>
            </a:r>
          </a:p>
          <a:p>
            <a:pPr algn="ctr">
              <a:defRPr sz="2700" b="0"/>
            </a:pPr>
            <a:r>
              <a:t>When my darkest doubts befall</a:t>
            </a:r>
          </a:p>
          <a:p>
            <a:pPr algn="ctr">
              <a:defRPr sz="2700" b="0"/>
            </a:pPr>
            <a:r>
              <a:t>Trust Him when to simply trust Him</a:t>
            </a:r>
          </a:p>
          <a:p>
            <a:pPr algn="ctr">
              <a:defRPr sz="2700" b="0"/>
            </a:pPr>
            <a:r>
              <a:t>Seems the hardest thing of all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I will trust my Saviour Jesus</a:t>
            </a:r>
          </a:p>
          <a:p>
            <a:pPr algn="ctr">
              <a:defRPr sz="2700" b="0"/>
            </a:pPr>
            <a:r>
              <a:t>Trust Him when my strength is small</a:t>
            </a:r>
          </a:p>
          <a:p>
            <a:pPr algn="ctr">
              <a:defRPr sz="2700" b="0"/>
            </a:pPr>
            <a:r>
              <a:t>For I know the shield of Jesus</a:t>
            </a:r>
          </a:p>
          <a:p>
            <a:pPr algn="ctr">
              <a:defRPr sz="2700" b="0"/>
            </a:pPr>
            <a:r>
              <a:t>Is the safest place of all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Jesus, only Jesus</a:t>
            </a:r>
          </a:p>
          <a:p>
            <a:pPr algn="ctr">
              <a:defRPr sz="2700" b="0"/>
            </a:pPr>
            <a:r>
              <a:t>Help me trust You more and more</a:t>
            </a:r>
          </a:p>
          <a:p>
            <a:pPr algn="ctr">
              <a:defRPr sz="2700" b="0"/>
            </a:pPr>
            <a:r>
              <a:t>Jesus, only Jesus</a:t>
            </a:r>
          </a:p>
          <a:p>
            <a:pPr algn="ctr">
              <a:defRPr sz="2700" b="0"/>
            </a:pPr>
            <a:r>
              <a:t>May my heart be ever Yours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I will trust my Saviour Jesus</a:t>
            </a:r>
          </a:p>
          <a:p>
            <a:pPr algn="ctr">
              <a:defRPr sz="2700" b="0"/>
            </a:pPr>
            <a:r>
              <a:t>He has said His way is best</a:t>
            </a:r>
          </a:p>
          <a:p>
            <a:pPr algn="ctr">
              <a:defRPr sz="2700" b="0"/>
            </a:pPr>
            <a:r>
              <a:t>And I know the path He's chosen</a:t>
            </a:r>
          </a:p>
          <a:p>
            <a:pPr algn="ctr">
              <a:defRPr sz="2700" b="0"/>
            </a:pPr>
            <a:r>
              <a:t>Leads to everlasting rest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Jesus, only Jesus</a:t>
            </a:r>
          </a:p>
          <a:p>
            <a:pPr algn="ctr">
              <a:defRPr sz="2700" b="0"/>
            </a:pPr>
            <a:r>
              <a:t>Help me trust You more and more</a:t>
            </a:r>
          </a:p>
          <a:p>
            <a:pPr algn="ctr">
              <a:defRPr sz="2700" b="0"/>
            </a:pPr>
            <a:r>
              <a:t>Jesus, only Jesus</a:t>
            </a:r>
          </a:p>
          <a:p>
            <a:pPr algn="ctr">
              <a:defRPr sz="2700" b="0"/>
            </a:pPr>
            <a:r>
              <a:t>May my heart be ever Yours (x2)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Oh on that cross, how it was seen</a:t>
            </a:r>
          </a:p>
          <a:p>
            <a:pPr algn="ctr">
              <a:defRPr sz="2700" b="0"/>
            </a:pPr>
            <a:r>
              <a:t>I can go now ever trusting in the One who died for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What could I bring for Your gift is complete</a:t>
            </a:r>
          </a:p>
          <a:p>
            <a:pPr algn="ctr">
              <a:defRPr sz="2700" b="0"/>
            </a:pPr>
            <a:r>
              <a:t>So I trust You, simply trust You, Lord,</a:t>
            </a:r>
          </a:p>
          <a:p>
            <a:pPr algn="ctr">
              <a:defRPr sz="2700" b="0"/>
            </a:pPr>
            <a:r>
              <a:t>With every part of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Oh on that cross, how it was seen</a:t>
            </a:r>
          </a:p>
          <a:p>
            <a:pPr algn="ctr">
              <a:defRPr sz="2700" b="0"/>
            </a:pPr>
            <a:r>
              <a:t>I can go now ever trusting in the One who died for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What could I bring for Your gift is complete</a:t>
            </a:r>
          </a:p>
          <a:p>
            <a:pPr algn="ctr">
              <a:defRPr sz="2700" b="0"/>
            </a:pPr>
            <a:r>
              <a:t>So I trust You, simply trust You, Lord,</a:t>
            </a:r>
          </a:p>
          <a:p>
            <a:pPr algn="ctr">
              <a:defRPr sz="2700" b="0"/>
            </a:pPr>
            <a:r>
              <a:t>With every part of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Oh on that cross, how it was seen</a:t>
            </a:r>
          </a:p>
          <a:p>
            <a:pPr algn="ctr">
              <a:defRPr sz="2700" b="0"/>
            </a:pPr>
            <a:r>
              <a:t>I can go now ever trusting in the One who died for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What could I bring for Your gift is complete</a:t>
            </a:r>
          </a:p>
          <a:p>
            <a:pPr algn="ctr">
              <a:defRPr sz="2700" b="0"/>
            </a:pPr>
            <a:r>
              <a:t>So I trust You, simply trust You, Lord,</a:t>
            </a:r>
          </a:p>
          <a:p>
            <a:pPr algn="ctr">
              <a:defRPr sz="2700" b="0"/>
            </a:pPr>
            <a:r>
              <a:t>With every part of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Jesus, only Jesus</a:t>
            </a:r>
          </a:p>
          <a:p>
            <a:pPr algn="ctr">
              <a:defRPr sz="2700" b="0"/>
            </a:pPr>
            <a:r>
              <a:t>Help me trust You more and more</a:t>
            </a:r>
          </a:p>
          <a:p>
            <a:pPr algn="ctr">
              <a:defRPr sz="2700" b="0"/>
            </a:pPr>
            <a:r>
              <a:t>Jesus, only Jesus</a:t>
            </a:r>
          </a:p>
          <a:p>
            <a:pPr algn="ctr">
              <a:defRPr sz="2700" b="0"/>
            </a:pPr>
            <a:r>
              <a:t>May my heart be ever Yours (x2)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King Of 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In the darkness we were waiting</a:t>
            </a:r>
          </a:p>
          <a:p>
            <a:pPr algn="ctr">
              <a:defRPr sz="2700" b="0"/>
            </a:pPr>
            <a:r>
              <a:t>Without hope, without light</a:t>
            </a:r>
          </a:p>
          <a:p>
            <a:pPr algn="ctr">
              <a:defRPr sz="2700" b="0"/>
            </a:pPr>
            <a:r>
              <a:t>Till from heaven You came running</a:t>
            </a:r>
          </a:p>
          <a:p>
            <a:pPr algn="ctr">
              <a:defRPr sz="2700" b="0"/>
            </a:pPr>
            <a:r>
              <a:t>There was mercy in Your eyes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To fulfill the law and prophets</a:t>
            </a:r>
          </a:p>
          <a:p>
            <a:pPr algn="ctr">
              <a:defRPr sz="2700" b="0"/>
            </a:pPr>
            <a:r>
              <a:t>To a virgin came the word</a:t>
            </a:r>
          </a:p>
          <a:p>
            <a:pPr algn="ctr">
              <a:defRPr sz="2700" b="0"/>
            </a:pPr>
            <a:r>
              <a:t>From a throne of endless glory</a:t>
            </a:r>
          </a:p>
          <a:p>
            <a:pPr algn="ctr">
              <a:defRPr sz="2700" b="0"/>
            </a:pPr>
            <a:r>
              <a:t>To a cradle in the dirt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Praise the Father, praise the Son</a:t>
            </a:r>
          </a:p>
          <a:p>
            <a:pPr algn="ctr">
              <a:defRPr sz="2700" b="0"/>
            </a:pPr>
            <a:r>
              <a:t>Praise the Spirit, three in one</a:t>
            </a:r>
          </a:p>
          <a:p>
            <a:pPr algn="ctr">
              <a:defRPr sz="2700" b="0"/>
            </a:pPr>
            <a:r>
              <a:t>God of glory, Majesty</a:t>
            </a:r>
          </a:p>
          <a:p>
            <a:pPr algn="ctr">
              <a:defRPr sz="2700" b="0"/>
            </a:pPr>
            <a:r>
              <a:t>Praise forever to the King of Kings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To reveal the kingdom coming</a:t>
            </a:r>
          </a:p>
          <a:p>
            <a:pPr algn="ctr">
              <a:defRPr sz="2700" b="0"/>
            </a:pPr>
            <a:r>
              <a:t>And to reconcile the lost</a:t>
            </a:r>
          </a:p>
          <a:p>
            <a:pPr algn="ctr">
              <a:defRPr sz="2700" b="0"/>
            </a:pPr>
            <a:r>
              <a:t>To redeem the whole creation</a:t>
            </a:r>
          </a:p>
          <a:p>
            <a:pPr algn="ctr">
              <a:defRPr sz="2700" b="0"/>
            </a:pPr>
            <a:r>
              <a:t>You did not despise the cross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For even in your suffering</a:t>
            </a:r>
          </a:p>
          <a:p>
            <a:pPr algn="ctr">
              <a:defRPr sz="2700" b="0"/>
            </a:pPr>
            <a:r>
              <a:t>You saw to the other side</a:t>
            </a:r>
          </a:p>
          <a:p>
            <a:pPr algn="ctr">
              <a:defRPr sz="2700" b="0"/>
            </a:pPr>
            <a:r>
              <a:t>Knowing this was our salvation</a:t>
            </a:r>
          </a:p>
          <a:p>
            <a:pPr algn="ctr">
              <a:defRPr sz="2700" b="0"/>
            </a:pPr>
            <a:r>
              <a:t>Jesus for our sake you died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Praise the Father, praise the Son</a:t>
            </a:r>
          </a:p>
          <a:p>
            <a:pPr algn="ctr">
              <a:defRPr sz="2700" b="0"/>
            </a:pPr>
            <a:r>
              <a:t>Praise the Spirit, three in one</a:t>
            </a:r>
          </a:p>
          <a:p>
            <a:pPr algn="ctr">
              <a:defRPr sz="2700" b="0"/>
            </a:pPr>
            <a:r>
              <a:t>God of glory, Majesty</a:t>
            </a:r>
          </a:p>
          <a:p>
            <a:pPr algn="ctr">
              <a:defRPr sz="2700" b="0"/>
            </a:pPr>
            <a:r>
              <a:t>Praise forever to the King of Kings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the morning that You rose</a:t>
            </a:r>
          </a:p>
          <a:p>
            <a:pPr algn="ctr">
              <a:defRPr sz="2700" b="0"/>
            </a:pPr>
            <a:r>
              <a:t>All of heaven held its breath</a:t>
            </a:r>
          </a:p>
          <a:p>
            <a:pPr algn="ctr">
              <a:defRPr sz="2700" b="0"/>
            </a:pPr>
            <a:r>
              <a:t>Till that stone was moved for good</a:t>
            </a:r>
          </a:p>
          <a:p>
            <a:pPr algn="ctr">
              <a:defRPr sz="2700" b="0"/>
            </a:pPr>
            <a:r>
              <a:t>For the Lamb had conquered death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the dead rose from their tombs</a:t>
            </a:r>
          </a:p>
          <a:p>
            <a:pPr algn="ctr">
              <a:defRPr sz="2700" b="0"/>
            </a:pPr>
            <a:r>
              <a:t>And the angels stood in awe</a:t>
            </a:r>
          </a:p>
          <a:p>
            <a:pPr algn="ctr">
              <a:defRPr sz="2700" b="0"/>
            </a:pPr>
            <a:r>
              <a:t>For the souls of all who'd come</a:t>
            </a:r>
          </a:p>
          <a:p>
            <a:pPr algn="ctr">
              <a:defRPr sz="2700" b="0"/>
            </a:pPr>
            <a:r>
              <a:t>To the Father are restored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the Church of Christ was born</a:t>
            </a:r>
          </a:p>
          <a:p>
            <a:pPr algn="ctr">
              <a:defRPr sz="2700" b="0"/>
            </a:pPr>
            <a:r>
              <a:t>Then the Spirit lit the flame</a:t>
            </a:r>
          </a:p>
          <a:p>
            <a:pPr algn="ctr">
              <a:defRPr sz="2700" b="0"/>
            </a:pPr>
            <a:r>
              <a:t>Now this gospel truth of old</a:t>
            </a:r>
          </a:p>
          <a:p>
            <a:pPr algn="ctr">
              <a:defRPr sz="2700" b="0"/>
            </a:pPr>
            <a:r>
              <a:t>Shall not kneel, shall not faint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By His blood and in His name</a:t>
            </a:r>
          </a:p>
          <a:p>
            <a:pPr algn="ctr">
              <a:defRPr sz="2700" b="0"/>
            </a:pPr>
            <a:r>
              <a:t>In His freedom I am free</a:t>
            </a:r>
          </a:p>
          <a:p>
            <a:pPr algn="ctr">
              <a:defRPr sz="2700" b="0"/>
            </a:pPr>
            <a:r>
              <a:t>For the love of Jesus Christ</a:t>
            </a:r>
          </a:p>
          <a:p>
            <a:pPr algn="ctr">
              <a:defRPr sz="2700" b="0"/>
            </a:pPr>
            <a:r>
              <a:t>Who has resurrected me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Praise the Father, praise the Son</a:t>
            </a:r>
          </a:p>
          <a:p>
            <a:pPr algn="ctr">
              <a:defRPr sz="2700" b="0"/>
            </a:pPr>
            <a:r>
              <a:t>Praise the Spirit, three in one</a:t>
            </a:r>
          </a:p>
          <a:p>
            <a:pPr algn="ctr">
              <a:defRPr sz="2700" b="0"/>
            </a:pPr>
            <a:r>
              <a:t>God of glory, Majesty</a:t>
            </a:r>
          </a:p>
          <a:p>
            <a:pPr algn="ctr">
              <a:defRPr sz="2700" b="0"/>
            </a:pPr>
            <a:r>
              <a:t>Praise forever to the King of Kings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Praise forever to the King of Kings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O Come To The Altar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Are you hurting and broken within?</a:t>
            </a:r>
          </a:p>
          <a:p>
            <a:pPr algn="ctr">
              <a:defRPr sz="2700" b="0"/>
            </a:pPr>
            <a:r>
              <a:t>Overwhelmed by the weight of your sin?</a:t>
            </a:r>
          </a:p>
          <a:p>
            <a:pPr algn="ctr">
              <a:defRPr sz="2700" b="0"/>
            </a:pPr>
            <a:r>
              <a:t>Jesus is calling</a:t>
            </a:r>
          </a:p>
          <a:p>
            <a:pPr algn="ctr">
              <a:defRPr sz="2700" b="0"/>
            </a:pP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Have you come to the end of yourself</a:t>
            </a:r>
          </a:p>
          <a:p>
            <a:pPr algn="ctr">
              <a:defRPr sz="2700" b="0"/>
            </a:pPr>
            <a:r>
              <a:t>Do you thirst for a drink from the well?</a:t>
            </a:r>
          </a:p>
          <a:p>
            <a:pPr algn="ctr">
              <a:defRPr sz="2700" b="0"/>
            </a:pPr>
            <a:r>
              <a:t>Jesus is calling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 come to the altar</a:t>
            </a:r>
          </a:p>
          <a:p>
            <a:pPr algn="ctr">
              <a:defRPr sz="2700" b="0"/>
            </a:pPr>
            <a:r>
              <a:t>The Father's arms are open wide</a:t>
            </a:r>
          </a:p>
          <a:p>
            <a:pPr algn="ctr">
              <a:defRPr sz="2700" b="0"/>
            </a:pPr>
            <a:r>
              <a:t>Forgiveness was bought with</a:t>
            </a:r>
          </a:p>
          <a:p>
            <a:pPr algn="ctr">
              <a:defRPr sz="2700" b="0"/>
            </a:pPr>
            <a:r>
              <a:t>The precious blood of Jesus Christ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Leave behind your regrets and mistakes</a:t>
            </a:r>
          </a:p>
          <a:p>
            <a:pPr algn="ctr">
              <a:defRPr sz="2700" b="0"/>
            </a:pPr>
            <a:r>
              <a:t>Come today, there's no reason to wait</a:t>
            </a:r>
          </a:p>
          <a:p>
            <a:pPr algn="ctr">
              <a:defRPr sz="2700" b="0"/>
            </a:pPr>
            <a:r>
              <a:t>Jesus is calling</a:t>
            </a:r>
          </a:p>
          <a:p>
            <a:pPr algn="ctr">
              <a:defRPr sz="2700" b="0"/>
            </a:pP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Bring your sorrows and trade them for joy</a:t>
            </a:r>
          </a:p>
          <a:p>
            <a:pPr algn="ctr">
              <a:defRPr sz="2700" b="0"/>
            </a:pPr>
            <a:r>
              <a:t>From the ashes, a new life is born</a:t>
            </a:r>
          </a:p>
          <a:p>
            <a:pPr algn="ctr">
              <a:defRPr sz="2700" b="0"/>
            </a:pPr>
            <a:r>
              <a:t>Jesus is calling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 come to the altar</a:t>
            </a:r>
          </a:p>
          <a:p>
            <a:pPr algn="ctr">
              <a:defRPr sz="2700" b="0"/>
            </a:pPr>
            <a:r>
              <a:t>The Father's arms are open wide</a:t>
            </a:r>
          </a:p>
          <a:p>
            <a:pPr algn="ctr">
              <a:defRPr sz="2700" b="0"/>
            </a:pPr>
            <a:r>
              <a:t>Forgiveness was bought with</a:t>
            </a:r>
          </a:p>
          <a:p>
            <a:pPr algn="ctr">
              <a:defRPr sz="2700" b="0"/>
            </a:pPr>
            <a:r>
              <a:t>The precious blood of Jesus Christ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 come to the altar</a:t>
            </a:r>
          </a:p>
          <a:p>
            <a:pPr algn="ctr">
              <a:defRPr sz="2700" b="0"/>
            </a:pPr>
            <a:r>
              <a:t>The Father's arms are open wide</a:t>
            </a:r>
          </a:p>
          <a:p>
            <a:pPr algn="ctr">
              <a:defRPr sz="2700" b="0"/>
            </a:pPr>
            <a:r>
              <a:t>Forgiveness was bought with</a:t>
            </a:r>
          </a:p>
          <a:p>
            <a:pPr algn="ctr">
              <a:defRPr sz="2700" b="0"/>
            </a:pPr>
            <a:r>
              <a:t>The precious blood of Jesus Christ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Oh what a Savior</a:t>
            </a:r>
          </a:p>
          <a:p>
            <a:pPr algn="ctr">
              <a:defRPr sz="2700" b="0"/>
            </a:pPr>
            <a:r>
              <a:t>Isn't He wonderful?</a:t>
            </a:r>
          </a:p>
          <a:p>
            <a:pPr algn="ctr">
              <a:defRPr sz="2700" b="0"/>
            </a:pPr>
            <a:r>
              <a:t>Sing Hallelujah, Christ is risen</a:t>
            </a:r>
          </a:p>
          <a:p>
            <a:pPr algn="ctr">
              <a:defRPr sz="2700" b="0"/>
            </a:pP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Bow down before Him</a:t>
            </a:r>
          </a:p>
          <a:p>
            <a:pPr algn="ctr">
              <a:defRPr sz="2700" b="0"/>
            </a:pPr>
            <a:r>
              <a:t>For He is Lord of all</a:t>
            </a:r>
          </a:p>
          <a:p>
            <a:pPr algn="ctr">
              <a:defRPr sz="2700" b="0"/>
            </a:pPr>
            <a:r>
              <a:t>Sing Hallelujah, Christ is risen</a:t>
            </a:r>
          </a:p>
          <a:p>
            <a:pPr algn="ctr">
              <a:defRPr sz="2700" b="0"/>
            </a:pP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Oh what a Savior</a:t>
            </a:r>
          </a:p>
          <a:p>
            <a:pPr algn="ctr">
              <a:defRPr sz="2700" b="0"/>
            </a:pPr>
            <a:r>
              <a:t>Isn't He wonderful?</a:t>
            </a:r>
          </a:p>
          <a:p>
            <a:pPr algn="ctr">
              <a:defRPr sz="2700" b="0"/>
            </a:pPr>
            <a:r>
              <a:t>Sing Hallelujah, Christ is risen</a:t>
            </a:r>
          </a:p>
          <a:p>
            <a:pPr algn="ctr">
              <a:defRPr sz="2700" b="0"/>
            </a:pP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Bow down before Him</a:t>
            </a:r>
          </a:p>
          <a:p>
            <a:pPr algn="ctr">
              <a:defRPr sz="2700" b="0"/>
            </a:pPr>
            <a:r>
              <a:t>For He is Lord of all</a:t>
            </a:r>
          </a:p>
          <a:p>
            <a:pPr algn="ctr">
              <a:defRPr sz="2700" b="0"/>
            </a:pPr>
            <a:r>
              <a:t>Sing Hallelujah, Christ is risen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 come to the altar</a:t>
            </a:r>
          </a:p>
          <a:p>
            <a:pPr algn="ctr">
              <a:defRPr sz="2700" b="0"/>
            </a:pPr>
            <a:r>
              <a:t>The Father's arms are open wide</a:t>
            </a:r>
          </a:p>
          <a:p>
            <a:pPr algn="ctr">
              <a:defRPr sz="2700" b="0"/>
            </a:pPr>
            <a:r>
              <a:t>Forgiveness was bought with</a:t>
            </a:r>
          </a:p>
          <a:p>
            <a:pPr algn="ctr">
              <a:defRPr sz="2700" b="0"/>
            </a:pPr>
            <a:r>
              <a:t>The precious blood of Jesus Christ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 come to the altar</a:t>
            </a:r>
          </a:p>
          <a:p>
            <a:pPr algn="ctr">
              <a:defRPr sz="2700" b="0"/>
            </a:pPr>
            <a:r>
              <a:t>The Father's arms are open wide</a:t>
            </a:r>
          </a:p>
          <a:p>
            <a:pPr algn="ctr">
              <a:defRPr sz="2700" b="0"/>
            </a:pPr>
            <a:r>
              <a:t>Forgiveness was bought with</a:t>
            </a:r>
          </a:p>
          <a:p>
            <a:pPr algn="ctr">
              <a:defRPr sz="2700" b="0"/>
            </a:pPr>
            <a:r>
              <a:t>The precious blood of Jesus Christ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Bear your cross as you wait for the crown</a:t>
            </a:r>
          </a:p>
          <a:p>
            <a:pPr algn="ctr">
              <a:defRPr sz="2700" b="0"/>
            </a:pPr>
            <a:r>
              <a:t>Tell the world of the treasure you found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Jeremiah 1: 4-10, 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⁴ The word of the Lord came to me, saying, </a:t>
            </a:r>
          </a:p>
          <a:p>
            <a:pPr algn="ctr">
              <a:defRPr sz="2300" b="0"/>
            </a:pPr>
            <a:r>
              <a:t>⁵ “Before I formed you in the womb I knew you,</a:t>
            </a:r>
          </a:p>
          <a:p>
            <a:pPr algn="ctr">
              <a:defRPr sz="2300" b="0"/>
            </a:pPr>
            <a:r>
              <a:t>    before you were born I set you apart;</a:t>
            </a:r>
          </a:p>
          <a:p>
            <a:pPr algn="ctr">
              <a:defRPr sz="2300" b="0"/>
            </a:pPr>
            <a:r>
              <a:t>    I appointed you as a prophet to the nations.” </a:t>
            </a:r>
          </a:p>
          <a:p>
            <a:pPr algn="ctr">
              <a:defRPr sz="2300" b="0"/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Jeremiah 1: 4-10, 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⁶ “Alas, Sovereign Lord,” I said, “I do not know how to speak; I am too young.” </a:t>
            </a:r>
          </a:p>
          <a:p>
            <a:pPr algn="ctr">
              <a:defRPr sz="2300" b="0"/>
            </a:pPr>
            <a:r>
              <a:t>⁷ But the Lord said to me, “Do not say, ‘I am too young.’ You must go to everyone I send you to and say whatever I command you.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Jeremiah 1: 4-10, 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⁸ Do not be afraid of them, for I am with you and will rescue you,” declares the Lord. </a:t>
            </a:r>
          </a:p>
          <a:p>
            <a:pPr algn="ctr">
              <a:defRPr sz="2300" b="0"/>
            </a:pPr>
            <a:r>
              <a:t>⁹ Then the Lord reached out his hand and touched my mouth and said to me, “I have put my words in your mouth.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Jeremiah 1: 4-10, 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¹⁰ See, today I appoint you over nations and kingdoms to uproot and tear down, to destroy and overthrow, to build and to plant.”</a:t>
            </a:r>
          </a:p>
          <a:p>
            <a:pPr algn="ctr">
              <a:defRPr sz="2300" b="0"/>
            </a:pPr>
            <a:r>
              <a:t>¹⁷ “Get yourself ready! Stand up and say to them whatever I command you. Do not be terrified by them, or I will terrify you before them.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Jeremiah 1: 4-10, 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¹⁸ Today I have made you a fortified city, an iron pillar and a bronze wall to stand against the whole land—against the kings of Judah, its officials, its priests and the people of the land. ¹⁹ They will fight against you but will not overcome you, for I am with you and will rescue you,” declares the Lord.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57350"/>
            <a:ext cx="27432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4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28950" y="171450"/>
            <a:ext cx="5943600" cy="857250"/>
          </a:xfrm>
          <a:prstGeom prst="roundRect">
            <a:avLst/>
          </a:prstGeom>
          <a:solidFill>
            <a:srgbClr val="D9D9D9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78035" y="17145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257175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28950" y="1157287"/>
            <a:ext cx="5943600" cy="857250"/>
          </a:xfrm>
          <a:prstGeom prst="roundRect">
            <a:avLst/>
          </a:prstGeom>
          <a:solidFill>
            <a:srgbClr val="D9D9D9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8035" y="1157287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1243012"/>
            <a:ext cx="685800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28950" y="2143125"/>
            <a:ext cx="5943600" cy="857250"/>
          </a:xfrm>
          <a:prstGeom prst="roundRect">
            <a:avLst/>
          </a:prstGeom>
          <a:solidFill>
            <a:srgbClr val="D9D9D9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8035" y="2143125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2228850"/>
            <a:ext cx="685800" cy="685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28950" y="3128962"/>
            <a:ext cx="5943600" cy="857250"/>
          </a:xfrm>
          <a:prstGeom prst="roundRect">
            <a:avLst/>
          </a:prstGeom>
          <a:solidFill>
            <a:srgbClr val="D9D9D9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8035" y="3128962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75" y="3214687"/>
            <a:ext cx="685800" cy="685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8950" y="4114800"/>
            <a:ext cx="5943600" cy="857250"/>
          </a:xfrm>
          <a:prstGeom prst="roundRect">
            <a:avLst/>
          </a:prstGeom>
          <a:solidFill>
            <a:srgbClr val="D9D9D9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8035" y="411480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675" y="420052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{B691F8E2-2E89-4648-9BD9-FA578BC178E3}tf10001119</Template>
  <TotalTime>2110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Gallery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English service</dc:title>
  <dc:creator>Annabel Lam</dc:creator>
  <cp:lastModifiedBy>Johnny Wu</cp:lastModifiedBy>
  <cp:revision>46</cp:revision>
  <dcterms:modified xsi:type="dcterms:W3CDTF">2024-07-29T04:57:56Z</dcterms:modified>
</cp:coreProperties>
</file>