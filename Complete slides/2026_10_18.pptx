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843" r:id="rId1"/>
  </p:sldMasterIdLst>
  <p:notesMasterIdLst>
    <p:notesMasterId r:id="rId2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showAnimation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7D92787-0673-4784-B1B4-DA8829A55E00}">
  <a:tblStyle styleId="{C7D92787-0673-4784-B1B4-DA8829A55E0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2491" autoAdjust="0"/>
    <p:restoredTop sz="94609"/>
  </p:normalViewPr>
  <p:slideViewPr>
    <p:cSldViewPr snapToGrid="0">
      <p:cViewPr varScale="1">
        <p:scale>
          <a:sx n="158" d="100"/>
          <a:sy n="158" d="100"/>
        </p:scale>
        <p:origin x="608" y="1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13335" y="601724"/>
            <a:ext cx="6477805" cy="1906073"/>
          </a:xfrm>
          <a:prstGeom prst="rect">
            <a:avLst/>
          </a:prstGeom>
        </p:spPr>
        <p:txBody>
          <a:bodyPr bIns="0" anchor="b">
            <a:normAutofit/>
          </a:bodyPr>
          <a:lstStyle>
            <a:lvl1pPr algn="l">
              <a:defRPr sz="495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13335" y="2648403"/>
            <a:ext cx="6477804" cy="733216"/>
          </a:xfrm>
          <a:prstGeom prst="rect">
            <a:avLst/>
          </a:prstGeom>
        </p:spPr>
        <p:txBody>
          <a:bodyPr tIns="91440" bIns="91440">
            <a:normAutofit/>
          </a:bodyPr>
          <a:lstStyle>
            <a:lvl1pPr marL="0" indent="0" algn="l">
              <a:buNone/>
              <a:defRPr sz="135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35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665604" y="247778"/>
            <a:ext cx="2625536" cy="231901"/>
          </a:xfrm>
          <a:prstGeom prst="rect">
            <a:avLst/>
          </a:prstGeom>
        </p:spPr>
        <p:txBody>
          <a:bodyPr/>
          <a:lstStyle/>
          <a:p>
            <a:fld id="{9AB3A824-1A51-4B26-AD58-A6D8E14F6C04}" type="datetimeFigureOut">
              <a:rPr lang="en-US" smtClean="0"/>
              <a:t>7/29/24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12376" y="246981"/>
            <a:ext cx="3730436" cy="231901"/>
          </a:xfrm>
          <a:prstGeom prst="rect">
            <a:avLst/>
          </a:prstGeom>
        </p:spPr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8249" y="599230"/>
            <a:ext cx="608264" cy="377684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813335" y="2646407"/>
            <a:ext cx="647780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4849726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685" y="603390"/>
            <a:ext cx="7202456" cy="786926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88685" y="1511799"/>
            <a:ext cx="7202456" cy="2587960"/>
          </a:xfrm>
          <a:prstGeom prst="rect">
            <a:avLst/>
          </a:prstGeom>
        </p:spPr>
        <p:txBody>
          <a:bodyPr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665604" y="247778"/>
            <a:ext cx="2625536" cy="231901"/>
          </a:xfrm>
          <a:prstGeom prst="rect">
            <a:avLst/>
          </a:prstGeom>
        </p:spPr>
        <p:txBody>
          <a:bodyPr/>
          <a:lstStyle/>
          <a:p>
            <a:fld id="{97D162C4-EDD9-4389-A98B-B87ECEA2A816}" type="datetimeFigureOut">
              <a:rPr lang="en-US" smtClean="0"/>
              <a:t>7/29/24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088684" y="246981"/>
            <a:ext cx="4454127" cy="231901"/>
          </a:xfrm>
          <a:prstGeom prst="rect">
            <a:avLst/>
          </a:prstGeom>
        </p:spPr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0046" y="599230"/>
            <a:ext cx="608264" cy="377684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380321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0679" y="1317097"/>
            <a:ext cx="6482366" cy="1415963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27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0679" y="2854647"/>
            <a:ext cx="6472835" cy="759697"/>
          </a:xfrm>
          <a:prstGeom prst="rect">
            <a:avLst/>
          </a:prstGeom>
        </p:spPr>
        <p:txBody>
          <a:bodyPr tIns="91440">
            <a:norm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665604" y="247778"/>
            <a:ext cx="2625536" cy="231901"/>
          </a:xfrm>
          <a:prstGeom prst="rect">
            <a:avLst/>
          </a:prstGeom>
        </p:spPr>
        <p:txBody>
          <a:bodyPr/>
          <a:lstStyle/>
          <a:p>
            <a:fld id="{3E5059C3-6A89-4494-99FF-5A4D6FFD50EB}" type="datetimeFigureOut">
              <a:rPr lang="en-US" smtClean="0"/>
              <a:t>7/29/24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088684" y="246981"/>
            <a:ext cx="4454127" cy="231901"/>
          </a:xfrm>
          <a:prstGeom prst="rect">
            <a:avLst/>
          </a:prstGeom>
        </p:spPr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0046" y="599230"/>
            <a:ext cx="608264" cy="377684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090679" y="2853739"/>
            <a:ext cx="647283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9130401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6913" y="603667"/>
            <a:ext cx="7204226" cy="794479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85498" y="1508159"/>
            <a:ext cx="3483864" cy="258644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10328" y="1513007"/>
            <a:ext cx="3483864" cy="258114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665604" y="247778"/>
            <a:ext cx="2625536" cy="231901"/>
          </a:xfrm>
          <a:prstGeom prst="rect">
            <a:avLst/>
          </a:prstGeom>
        </p:spPr>
        <p:txBody>
          <a:bodyPr/>
          <a:lstStyle/>
          <a:p>
            <a:fld id="{CA954B2F-12DE-47F5-8894-472B206D2E1E}" type="datetimeFigureOut">
              <a:rPr lang="en-US" smtClean="0"/>
              <a:t>7/29/24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88684" y="246981"/>
            <a:ext cx="4454127" cy="231901"/>
          </a:xfrm>
          <a:prstGeom prst="rect">
            <a:avLst/>
          </a:prstGeom>
        </p:spPr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0046" y="599230"/>
            <a:ext cx="608264" cy="377684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1210802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5394" y="603123"/>
            <a:ext cx="7205746" cy="792239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85393" y="1514662"/>
            <a:ext cx="3483864" cy="601457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65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85393" y="2118202"/>
            <a:ext cx="3483864" cy="198334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09272" y="1517253"/>
            <a:ext cx="3483864" cy="60167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65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09272" y="2116119"/>
            <a:ext cx="3483864" cy="197802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5665604" y="247778"/>
            <a:ext cx="2625536" cy="231901"/>
          </a:xfrm>
          <a:prstGeom prst="rect">
            <a:avLst/>
          </a:prstGeom>
        </p:spPr>
        <p:txBody>
          <a:bodyPr/>
          <a:lstStyle/>
          <a:p>
            <a:fld id="{3CBC1C18-307B-4F68-A007-B5B542270E8D}" type="datetimeFigureOut">
              <a:rPr lang="en-US" smtClean="0"/>
              <a:t>7/29/24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088684" y="246981"/>
            <a:ext cx="4454127" cy="231901"/>
          </a:xfrm>
          <a:prstGeom prst="rect">
            <a:avLst/>
          </a:prstGeom>
        </p:spPr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360046" y="599230"/>
            <a:ext cx="608264" cy="377684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04694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685" y="603390"/>
            <a:ext cx="7202456" cy="786926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5665604" y="247778"/>
            <a:ext cx="2625536" cy="231901"/>
          </a:xfrm>
          <a:prstGeom prst="rect">
            <a:avLst/>
          </a:prstGeom>
        </p:spPr>
        <p:txBody>
          <a:bodyPr/>
          <a:lstStyle/>
          <a:p>
            <a:fld id="{1FAF3416-4057-4DAA-829D-4CA07428D088}" type="datetimeFigureOut">
              <a:rPr lang="en-US" smtClean="0"/>
              <a:t>7/29/24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088684" y="246981"/>
            <a:ext cx="4454127" cy="231901"/>
          </a:xfrm>
          <a:prstGeom prst="rect">
            <a:avLst/>
          </a:prstGeom>
        </p:spPr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60046" y="599230"/>
            <a:ext cx="608264" cy="377684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7066918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5665604" y="247778"/>
            <a:ext cx="2625536" cy="231901"/>
          </a:xfrm>
          <a:prstGeom prst="rect">
            <a:avLst/>
          </a:prstGeom>
        </p:spPr>
        <p:txBody>
          <a:bodyPr/>
          <a:lstStyle/>
          <a:p>
            <a:fld id="{921D9284-D300-4297-87F7-E791DCC15DB1}" type="datetimeFigureOut">
              <a:rPr lang="en-US" smtClean="0"/>
              <a:t>7/29/24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088684" y="246981"/>
            <a:ext cx="4454127" cy="231901"/>
          </a:xfrm>
          <a:prstGeom prst="rect">
            <a:avLst/>
          </a:prstGeom>
        </p:spPr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360046" y="599230"/>
            <a:ext cx="608264" cy="377684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5215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3504" y="599230"/>
            <a:ext cx="2454824" cy="1685338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1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82785" y="599230"/>
            <a:ext cx="4509353" cy="3494120"/>
          </a:xfrm>
          <a:prstGeom prst="rect">
            <a:avLst/>
          </a:prstGeo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83503" y="2404119"/>
            <a:ext cx="2456260" cy="168613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665604" y="247778"/>
            <a:ext cx="2625536" cy="231901"/>
          </a:xfrm>
          <a:prstGeom prst="rect">
            <a:avLst/>
          </a:prstGeom>
        </p:spPr>
        <p:txBody>
          <a:bodyPr/>
          <a:lstStyle/>
          <a:p>
            <a:fld id="{37D525BB-DA17-4BA0-B3C8-3AC3ABC827E6}" type="datetimeFigureOut">
              <a:rPr lang="en-US" smtClean="0"/>
              <a:t>7/29/24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88684" y="246981"/>
            <a:ext cx="4454127" cy="231901"/>
          </a:xfrm>
          <a:prstGeom prst="rect">
            <a:avLst/>
          </a:prstGeom>
        </p:spPr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0046" y="599230"/>
            <a:ext cx="608264" cy="377684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086210" y="2404118"/>
            <a:ext cx="2452118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465467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5608041" y="361628"/>
            <a:ext cx="3055900" cy="3861826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405" y="847135"/>
            <a:ext cx="4149246" cy="1372938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3292" y="841907"/>
            <a:ext cx="2093378" cy="289974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87747" y="2359494"/>
            <a:ext cx="4143303" cy="150280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85537" y="4102393"/>
            <a:ext cx="4145513" cy="240092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fld id="{B16C4C9A-3960-41CF-A4E9-2A8FB932454B}" type="datetimeFigureOut">
              <a:rPr lang="en-US" smtClean="0"/>
              <a:t>7/29/24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85537" y="238981"/>
            <a:ext cx="4155753" cy="240698"/>
          </a:xfrm>
          <a:prstGeom prst="rect">
            <a:avLst/>
          </a:prstGeom>
        </p:spPr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0046" y="599230"/>
            <a:ext cx="608264" cy="377684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085537" y="2357704"/>
            <a:ext cx="414551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961022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685" y="603390"/>
            <a:ext cx="7202456" cy="786926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88685" y="1511799"/>
            <a:ext cx="7202456" cy="258796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665604" y="247778"/>
            <a:ext cx="2625536" cy="231901"/>
          </a:xfrm>
          <a:prstGeom prst="rect">
            <a:avLst/>
          </a:prstGeom>
        </p:spPr>
        <p:txBody>
          <a:bodyPr/>
          <a:lstStyle/>
          <a:p>
            <a:fld id="{D857E33E-8B18-4087-B112-809917729534}" type="datetimeFigureOut">
              <a:rPr lang="en-US" smtClean="0"/>
              <a:t>7/29/24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088684" y="246981"/>
            <a:ext cx="4454127" cy="231901"/>
          </a:xfrm>
          <a:prstGeom prst="rect">
            <a:avLst/>
          </a:prstGeom>
        </p:spPr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0046" y="599230"/>
            <a:ext cx="608264" cy="377684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842516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79333" y="599230"/>
            <a:ext cx="1211807" cy="3494917"/>
          </a:xfrm>
          <a:prstGeom prst="rect">
            <a:avLst/>
          </a:prstGeom>
        </p:spPr>
        <p:txBody>
          <a:bodyPr vert="eaVert"/>
          <a:lstStyle>
            <a:lvl1pPr algn="l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83504" y="599230"/>
            <a:ext cx="5871623" cy="3494917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665604" y="247778"/>
            <a:ext cx="2625536" cy="231901"/>
          </a:xfrm>
          <a:prstGeom prst="rect">
            <a:avLst/>
          </a:prstGeom>
        </p:spPr>
        <p:txBody>
          <a:bodyPr/>
          <a:lstStyle/>
          <a:p>
            <a:fld id="{D3FFE419-2371-464F-8239-3959401C3561}" type="datetimeFigureOut">
              <a:rPr lang="en-US" smtClean="0"/>
              <a:t>7/29/24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088684" y="246981"/>
            <a:ext cx="4454127" cy="231901"/>
          </a:xfrm>
          <a:prstGeom prst="rect">
            <a:avLst/>
          </a:prstGeom>
        </p:spPr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0046" y="599230"/>
            <a:ext cx="608264" cy="377684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7079333" y="599230"/>
            <a:ext cx="0" cy="3494917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1013332"/>
      </p:ext>
    </p:extLst>
  </p:cSld>
  <p:clrMapOvr>
    <a:masterClrMapping/>
  </p:clrMapOvr>
  <p:hf sldNum="0" hdr="0" ftr="0" dt="0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1511799"/>
            <a:ext cx="9144000" cy="3302433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4814255"/>
            <a:ext cx="9144000" cy="557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285305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44" r:id="rId1"/>
    <p:sldLayoutId id="2147483845" r:id="rId2"/>
    <p:sldLayoutId id="2147483846" r:id="rId3"/>
    <p:sldLayoutId id="2147483847" r:id="rId4"/>
    <p:sldLayoutId id="2147483848" r:id="rId5"/>
    <p:sldLayoutId id="2147483849" r:id="rId6"/>
    <p:sldLayoutId id="2147483850" r:id="rId7"/>
    <p:sldLayoutId id="2147483851" r:id="rId8"/>
    <p:sldLayoutId id="2147483852" r:id="rId9"/>
    <p:sldLayoutId id="2147483853" r:id="rId10"/>
    <p:sldLayoutId id="2147483854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4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5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35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05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7175"/>
            <a:ext cx="7315200" cy="2571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 i="0" u="none">
                <a:solidFill>
                  <a:srgbClr val="000000"/>
                </a:solidFill>
              </a:defRPr>
            </a:pPr>
            <a:r>
              <a:t>Blacktown Chinese Christian Church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71525"/>
            <a:ext cx="7315200" cy="2571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300" b="1" i="0" u="none">
                <a:solidFill>
                  <a:srgbClr val="000000"/>
                </a:solidFill>
              </a:defRPr>
            </a:pPr>
            <a:r>
              <a:t>Welcome to Our English Service</a:t>
            </a:r>
            <a:br/>
            <a:r>
              <a:t>18.10.2026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00225"/>
            <a:ext cx="7315200" cy="2571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 u="sng">
                <a:solidFill>
                  <a:srgbClr val="7030A0"/>
                </a:solidFill>
              </a:defRPr>
            </a:pPr>
            <a:r>
              <a:t>English Service 9:45 – 11:00 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7315200" cy="2571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 u="none">
                <a:solidFill>
                  <a:srgbClr val="000000"/>
                </a:solidFill>
              </a:defRPr>
            </a:pPr>
            <a:r>
              <a:t>Worship Songs:</a:t>
            </a:r>
            <a:br/>
            <a:r>
              <a:t>Passage:</a:t>
            </a:r>
            <a:br/>
            <a:r>
              <a:t>Speaker:</a:t>
            </a:r>
            <a:br/>
            <a:r>
              <a:t>Topic:</a:t>
            </a:r>
            <a:br/>
            <a:r>
              <a:t>Response Song:</a:t>
            </a:r>
            <a:br/>
            <a:r>
              <a:t>Announcements and Closing Prayer</a:t>
            </a:r>
            <a:br/>
            <a:r>
              <a:t>Benediction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7315200" cy="2571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 i="0" u="none">
                <a:solidFill>
                  <a:srgbClr val="000000"/>
                </a:solidFill>
              </a:defRPr>
            </a:pPr>
            <a:r>
              <a:t>I Stand in Awe of You Hosanna (Praise is Rising) Worthy is The Lamb (Darlene Zschech) The Power of Your Love</a:t>
            </a:r>
            <a:br/>
            <a:r>
              <a:t>Eph 5:1-7</a:t>
            </a:r>
            <a:br/>
            <a:r>
              <a:t>Xavier Lakshmanan</a:t>
            </a:r>
            <a:br/>
            <a:r>
              <a:t>Walking in Love</a:t>
            </a:r>
            <a:br/>
            <a:br/>
            <a:b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28700"/>
            <a:ext cx="7315200" cy="2571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 i="0" u="none"/>
            </a:pPr>
            <a:r>
              <a:t>BCCC english service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86100"/>
            <a:ext cx="7315200" cy="2571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 u="none"/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1435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/>
            </a:pPr>
            <a:r>
              <a:t>Bible reading</a:t>
            </a:r>
          </a:p>
        </p:txBody>
      </p:sp>
      <p:pic>
        <p:nvPicPr>
          <p:cNvPr id="3" name="Picture 2" descr="Bi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4850" y="514350"/>
            <a:ext cx="41148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71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/>
            </a:pPr>
            <a:r>
              <a:t>Eph 5:1-7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45845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300" b="0"/>
            </a:pPr>
            <a:r>
              <a:t>¹ Follow God’s example, therefore, as dearly loved children ² and walk in the way of love, just as Christ loved us and gave himself up for us as a fragrant offering and sacrifice to God. </a:t>
            </a:r>
          </a:p>
          <a:p>
            <a:pPr algn="ctr">
              <a:defRPr sz="2300" b="0"/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71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/>
            </a:pPr>
            <a:r>
              <a:t>Eph 5:1-7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45845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300" b="0"/>
            </a:pPr>
            <a:r>
              <a:t>³ But among you there must not be even a hint of sexual immorality, or of any kind of impurity, or of greed, because these are improper for God’s holy people. ⁴ Nor should there be obscenity, foolish talk or coarse joking, which are out of place, but rather thanksgiving.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71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/>
            </a:pPr>
            <a:r>
              <a:t>Eph 5:1-7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45845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300" b="0"/>
            </a:pPr>
            <a:r>
              <a:t>⁵ For of this you can be sure: No immoral, impure or greedy person—such a person is an idolater—has any inheritance in the kingdom of Christ and of God. ⁶ Let no one deceive you with empty words, for because of such things God’s wrath comes on those who are disobedient.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71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/>
            </a:pPr>
            <a:r>
              <a:t>Eph 5:1-7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45845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300" b="0"/>
            </a:pPr>
            <a:r>
              <a:t>⁷ Therefore do not be partners with them.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28700"/>
            <a:ext cx="7315200" cy="2571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 i="0" u="none"/>
            </a:pPr>
            <a:r>
              <a:t>Announcements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86100"/>
            <a:ext cx="7315200" cy="2571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 u="none"/>
            </a:p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657350"/>
            <a:ext cx="2743200" cy="9144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/>
          <a:p>
            <a:pPr>
              <a:defRPr sz="4000"/>
            </a:pPr>
            <a:r>
              <a:t>Offering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028950" y="171450"/>
            <a:ext cx="5943600" cy="85725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78035" y="171450"/>
            <a:ext cx="4754880" cy="857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>
                <a:latin typeface="Gill Sans MT"/>
              </a:defRPr>
            </a:pPr>
            <a:r>
              <a:t>Account name: Blacktown Chinese Christian Church</a:t>
            </a:r>
          </a:p>
        </p:txBody>
      </p:sp>
      <p:pic>
        <p:nvPicPr>
          <p:cNvPr id="5" name="Picture 4" descr="chu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4675" y="257175"/>
            <a:ext cx="685800" cy="6858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3028950" y="1157287"/>
            <a:ext cx="5943600" cy="85725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78035" y="1157287"/>
            <a:ext cx="4754880" cy="857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>
                <a:latin typeface="Gill Sans MT"/>
              </a:defRPr>
            </a:pPr>
            <a:r>
              <a:t>Account number: 4216 50263</a:t>
            </a:r>
          </a:p>
        </p:txBody>
      </p:sp>
      <p:pic>
        <p:nvPicPr>
          <p:cNvPr id="8" name="Picture 7" descr="account_numb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4675" y="1243012"/>
            <a:ext cx="685800" cy="6858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3028950" y="2143125"/>
            <a:ext cx="5943600" cy="85725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78035" y="2143125"/>
            <a:ext cx="4754880" cy="857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>
                <a:latin typeface="Gill Sans MT"/>
              </a:defRPr>
            </a:pPr>
            <a:r>
              <a:t>BSB: 112 - 879</a:t>
            </a:r>
          </a:p>
        </p:txBody>
      </p:sp>
      <p:pic>
        <p:nvPicPr>
          <p:cNvPr id="11" name="Picture 10" descr="bs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4675" y="2228850"/>
            <a:ext cx="685800" cy="68580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028950" y="3128962"/>
            <a:ext cx="5943600" cy="85725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78035" y="3128962"/>
            <a:ext cx="4754880" cy="857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>
                <a:latin typeface="Gill Sans MT"/>
              </a:defRPr>
            </a:pPr>
            <a:r>
              <a:t>Please put in "offering" as the reference</a:t>
            </a:r>
          </a:p>
        </p:txBody>
      </p:sp>
      <p:pic>
        <p:nvPicPr>
          <p:cNvPr id="14" name="Picture 13" descr="hand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14675" y="3214687"/>
            <a:ext cx="685800" cy="68580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3028950" y="4114800"/>
            <a:ext cx="5943600" cy="85725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78035" y="4114800"/>
            <a:ext cx="4754880" cy="857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>
                <a:latin typeface="Gill Sans MT"/>
              </a:defRPr>
            </a:pPr>
            <a:r>
              <a:t>The offering box is available at the back of the hall</a:t>
            </a:r>
          </a:p>
        </p:txBody>
      </p:sp>
      <p:pic>
        <p:nvPicPr>
          <p:cNvPr id="17" name="Picture 16" descr="box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14675" y="4200525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28700"/>
            <a:ext cx="7315200" cy="2571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 i="0" u="none"/>
            </a:pPr>
            <a:r>
              <a:t>Prayer 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86100"/>
            <a:ext cx="7315200" cy="2571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 u="none"/>
            </a:p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28700"/>
            <a:ext cx="7315200" cy="2571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 i="0" u="none"/>
            </a:pPr>
            <a:r>
              <a:t>Mingle time!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86100"/>
            <a:ext cx="7315200" cy="2571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 u="none"/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Yellow Orange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{B691F8E2-2E89-4648-9BD9-FA578BC178E3}tf10001119</Template>
  <TotalTime>2110</TotalTime>
  <Words>0</Words>
  <Application>Microsoft Macintosh PowerPoint</Application>
  <PresentationFormat>On-screen Show (16:9)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2" baseType="lpstr">
      <vt:lpstr>Arial</vt:lpstr>
      <vt:lpstr>Gallery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BCCC English service</dc:title>
  <dc:creator>Annabel Lam</dc:creator>
  <cp:lastModifiedBy>Johnny Wu</cp:lastModifiedBy>
  <cp:revision>46</cp:revision>
  <dcterms:modified xsi:type="dcterms:W3CDTF">2024-07-29T04:57:56Z</dcterms:modified>
</cp:coreProperties>
</file>