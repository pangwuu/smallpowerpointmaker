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2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31" autoAdjust="0"/>
    <p:restoredTop sz="94640" autoAdjust="0"/>
  </p:normalViewPr>
  <p:slideViewPr>
    <p:cSldViewPr snapToGrid="0">
      <p:cViewPr varScale="1">
        <p:scale>
          <a:sx n="119" d="100"/>
          <a:sy n="119" d="100"/>
        </p:scale>
        <p:origin x="416" y="192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10.png"/><Relationship Id="rId9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098D32CD-ECA8-47AD-935A-FF614E631B9F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B066C26-EC61-4AF5-B950-A05F9B06BC7B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8AE62FA2-23F2-405D-92E1-30A3B4768037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EF4A04-4223-4A95-BA0C-3707227D0371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8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0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E1A8D24E-1E42-49FF-ACA1-1FF455413C97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5F399DE0-A284-4ADD-9698-ABC08B5B4920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6892F81D-D28A-4571-BF69-DA48A85FC04B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878FF980-7D74-4564-A0C9-19E560B51CB0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D6A6A9F-0D32-429A-A1D1-F5896171D663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5B21777A-95FC-45DC-96FA-58DCC4C7EAA1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C3E48DB0-F654-4BF4-950A-98D782617B1C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AF85D86F-FF8D-4B39-ADE9-8E47373FCD11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0118B694-E5FD-4821-AEBA-5EEEF1B6D4E9}" type="datetime1">
              <a:rPr lang="en-US" smtClean="0"/>
              <a:t>3/1/25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EE75D-28C9-46D4-85A2-0F7BCFF1DE2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83" r:id="rId6"/>
    <p:sldLayoutId id="2147483649" r:id="rId7"/>
    <p:sldLayoutId id="2147483682" r:id="rId8"/>
    <p:sldLayoutId id="2147483675" r:id="rId9"/>
    <p:sldLayoutId id="2147483676" r:id="rId10"/>
    <p:sldLayoutId id="2147483664" r:id="rId11"/>
    <p:sldLayoutId id="2147483677" r:id="rId12"/>
    <p:sldLayoutId id="2147483678" r:id="rId13"/>
    <p:sldLayoutId id="2147483681" r:id="rId14"/>
    <p:sldLayoutId id="2147483679" r:id="rId15"/>
    <p:sldLayoutId id="2147483662" r:id="rId16"/>
    <p:sldLayoutId id="214748365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26.07.2026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Joy I Sing Praises Good Good Father Build My Life</a:t>
            </a:r>
            <a:br/>
            <a:r>
              <a:t>Eph 3:1-13</a:t>
            </a:r>
            <a:br/>
            <a:r>
              <a:t>Jenny Williams</a:t>
            </a:r>
            <a:br/>
            <a:r>
              <a:t>The Mystery of the Church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Good Good Father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Oh I've heard a thousand stories of</a:t>
            </a:r>
          </a:p>
          <a:p>
            <a:pPr algn="ctr">
              <a:defRPr sz="3300" b="0"/>
            </a:pPr>
            <a:r>
              <a:t>What they think You're like</a:t>
            </a:r>
          </a:p>
          <a:p>
            <a:pPr algn="ctr">
              <a:defRPr sz="3300" b="0"/>
            </a:pPr>
            <a:r>
              <a:t>But I've heard the tender whisper of</a:t>
            </a:r>
          </a:p>
          <a:p>
            <a:pPr algn="ctr">
              <a:defRPr sz="3300" b="0"/>
            </a:pPr>
            <a:r>
              <a:t>Love in the dead of night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And You tell me that You're pleased</a:t>
            </a:r>
          </a:p>
          <a:p>
            <a:pPr algn="ctr">
              <a:defRPr sz="3300" b="0"/>
            </a:pPr>
            <a:r>
              <a:t>And that I'm never alone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a Good, Good Father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And I'm loved by You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Oh I've seen many searching for answers far and wide</a:t>
            </a:r>
          </a:p>
          <a:p>
            <a:pPr algn="ctr">
              <a:defRPr sz="3300" b="0"/>
            </a:pPr>
            <a:r>
              <a:t>But I know we're all searching</a:t>
            </a:r>
          </a:p>
          <a:p>
            <a:pPr algn="ctr">
              <a:defRPr sz="3300" b="0"/>
            </a:pPr>
            <a:r>
              <a:t>For answers only You provide</a:t>
            </a:r>
          </a:p>
          <a:p>
            <a:pPr algn="ctr">
              <a:defRPr sz="3300" b="0"/>
            </a:pPr>
            <a:r>
              <a:t>Cause You know just what we need, before we say a word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a Good, Good Father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And I'm loved by You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To us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To us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Oh, it's love so undeniable</a:t>
            </a:r>
          </a:p>
          <a:p>
            <a:pPr algn="ctr">
              <a:defRPr sz="3300" b="0"/>
            </a:pPr>
            <a:r>
              <a:t>I, I can hardly speak</a:t>
            </a:r>
          </a:p>
          <a:p>
            <a:pPr algn="ctr">
              <a:defRPr sz="3300" b="0"/>
            </a:pPr>
            <a:r>
              <a:t>Peace so unexplainable</a:t>
            </a:r>
          </a:p>
          <a:p>
            <a:pPr algn="ctr">
              <a:defRPr sz="3300" b="0"/>
            </a:pPr>
            <a:r>
              <a:t>I, I can hardly think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As You call me deeper still</a:t>
            </a:r>
          </a:p>
          <a:p>
            <a:pPr algn="ctr">
              <a:defRPr sz="3300" b="0"/>
            </a:pPr>
            <a:r>
              <a:t>As You call me deeper still</a:t>
            </a:r>
          </a:p>
          <a:p>
            <a:pPr algn="ctr">
              <a:defRPr sz="3300" b="0"/>
            </a:pPr>
            <a:r>
              <a:t>As You call me deeper still</a:t>
            </a:r>
          </a:p>
          <a:p>
            <a:pPr algn="ctr">
              <a:defRPr sz="3300" b="0"/>
            </a:pPr>
            <a:r>
              <a:t>Into love, love, love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a Good, Good Father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And I'm loved by You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a Good, Good Father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And I'm loved by You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You're a Good, Good Father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  <a:r>
              <a:t>It's who You are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And I'm loved by You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  <a:r>
              <a:t>It's who I am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You are perfect in all of Your ways</a:t>
            </a:r>
          </a:p>
          <a:p>
            <a:pPr algn="ctr">
              <a:defRPr sz="3300" b="0"/>
            </a:pPr>
            <a:r>
              <a:t>To us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For this reason I, Paul, the prisoner of Christ Jesus for the sake of you Gentiles— </a:t>
            </a:r>
          </a:p>
          <a:p>
            <a:pPr algn="ctr">
              <a:defRPr sz="3200" b="0"/>
            </a:pPr>
            <a:r>
              <a:t>² Surely you have heard about the administration of God’s grace that was given to me for you,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³ that is, the mystery made known to me by revelation, as I have already written briefly. ⁴ In reading this, then, you will be able to understand my insight into the mystery of Christ,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⁵ which was not made known to people in other generations as it has now been revealed by the Spirit to God’s holy apostles and prophets. ⁶ This mystery is that through the gospel the Gentiles are heirs together with Israel, members together of one body, and sharers together in the promise in Christ Jesus.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⁷ I became a servant of this gospel by the gift of God’s grace given me through the working of his power. ⁸ Although I am less than the least of all the Lord’s people, this grace was given me: to preach to the Gentiles the boundless riches of Christ,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⁹ and to make plain to everyone the administration of this mystery, which for ages past was kept hidden in God, who created all things. ¹⁰ His intent was that now, through the church, the manifold wisdom of God should be made known to the rulers and authorities in the heavenly realms,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¹¹ according to his eternal purpose that he accomplished in Christ Jesus our Lord. ¹² In him and through faith in him we may approach God with freedom and confidence.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3:1-13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¹³ I ask you, therefore, not to be discouraged because of my sufferings for you, which are your glory.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Century Schoolbook</vt:lpstr>
      <vt:lpstr>Custom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</dc:title>
  <cp:lastModifiedBy>Johnny Wu</cp:lastModifiedBy>
  <cp:revision>3</cp:revision>
  <dcterms:created xsi:type="dcterms:W3CDTF">2024-01-28T15:41:30Z</dcterms:created>
  <dcterms:modified xsi:type="dcterms:W3CDTF">2025-02-28T15:03:06Z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