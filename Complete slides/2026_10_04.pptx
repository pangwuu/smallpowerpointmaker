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97" r:id="rId1"/>
  </p:sldMasterIdLst>
  <p:notesMasterIdLst>
    <p:notesMasterId r:id="rId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16x9"/>
  <p:notesSz cx="6858000" cy="9144000"/>
  <p:embeddedFontLst>
    <p:embeddedFont>
      <p:font typeface="Wingdings 2" pitchFamily="2" charset="2"/>
      <p:regular r:id="rId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D92787-0673-4784-B1B4-DA8829A55E00}">
  <a:tblStyle styleId="{C7D92787-0673-4784-B1B4-DA8829A55E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491" autoAdjust="0"/>
    <p:restoredTop sz="94609"/>
  </p:normalViewPr>
  <p:slideViewPr>
    <p:cSldViewPr snapToGrid="0">
      <p:cViewPr varScale="1">
        <p:scale>
          <a:sx n="158" d="100"/>
          <a:sy n="158" d="100"/>
        </p:scale>
        <p:origin x="60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font" Target="fonts/font1.fntdata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  <a:prstGeom prst="rect">
            <a:avLst/>
          </a:prstGeom>
        </p:spPr>
        <p:txBody>
          <a:bodyPr/>
          <a:lstStyle>
            <a:lvl1pPr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9AB3A824-1A51-4B26-AD58-A6D8E14F6C04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7894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97D162C4-EDD9-4389-A98B-B87ECEA2A816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4579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  <a:prstGeom prst="rect">
            <a:avLst/>
          </a:prstGeo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3E5059C3-6A89-4494-99FF-5A4D6FFD50EB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672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CA954B2F-12DE-47F5-8894-472B206D2E1E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392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3CBC1C18-307B-4F68-A007-B5B542270E8D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581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1FAF3416-4057-4DAA-829D-4CA07428D088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23762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921D9284-D300-4297-87F7-E791DCC15DB1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5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37D525BB-DA17-4BA0-B3C8-3AC3ABC827E6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4808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  <a:prstGeom prst="rect">
            <a:avLst/>
          </a:prstGeom>
        </p:spPr>
        <p:txBody>
          <a:bodyPr/>
          <a:lstStyle/>
          <a:p>
            <a:fld id="{3CBC1C18-307B-4F68-A007-B5B542270E8D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7074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3CBC1C18-307B-4F68-A007-B5B542270E8D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8269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  <a:prstGeom prst="rect">
            <a:avLst/>
          </a:prstGeo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2" y="3332760"/>
            <a:ext cx="4418727" cy="5349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3CBC1C18-307B-4F68-A007-B5B542270E8D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6396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3CBC1C18-307B-4F68-A007-B5B542270E8D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8402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D857E33E-8B18-4087-B112-809917729534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5527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/>
          <a:lstStyle/>
          <a:p>
            <a:fld id="{D3FFE419-2371-464F-8239-3959401C3561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635" y="4531022"/>
            <a:ext cx="648324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059449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6318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717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152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04.10.2026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0022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nan</a:t>
            </a:r>
            <a:br/>
            <a:r>
              <a:t>Eph 4:20-24</a:t>
            </a:r>
            <a:br/>
            <a:r>
              <a:t>xavier Lakshmanan</a:t>
            </a:r>
            <a:br/>
            <a:r>
              <a:t>Walking in Holiness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1435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/>
            </a:pPr>
            <a:r>
              <a:t>Holy Communion</a:t>
            </a:r>
          </a:p>
        </p:txBody>
      </p:sp>
      <p:pic>
        <p:nvPicPr>
          <p:cNvPr id="3" name="Picture 2" descr="Comm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0" y="51435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1435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0" y="51435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Eph 4:20-24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²⁰ That, however, is not the way of life you learned ²¹ when you heard about Christ and were taught in him in accordance with the truth that is in Jesus.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Eph 4:20-24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²² You were taught, with regard to your former way of life, to put off your old self, which is being corrupted by its deceitful desires; ²³ to be made new in the attitude of your minds;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Eph 4:20-24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²⁴ and to put on the new self, created to be like God in true righteousness and holiness.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57350"/>
            <a:ext cx="27432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4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28950" y="171450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78035" y="171450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257175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28950" y="1157287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78035" y="1157287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1243012"/>
            <a:ext cx="685800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28950" y="2143125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8035" y="2143125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2228850"/>
            <a:ext cx="685800" cy="685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028950" y="3128962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8035" y="3128962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675" y="3214687"/>
            <a:ext cx="685800" cy="685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028950" y="4114800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8035" y="4114800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675" y="4200525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{137E4239-529B-B546-B5DB-743A26600DAF}tf10001121_mac</Template>
  <TotalTime>2108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Wingdings 2</vt:lpstr>
      <vt:lpstr>Arial</vt:lpstr>
      <vt:lpstr>Quotable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BCCC English service</dc:title>
  <dc:creator>Annabel Lam</dc:creator>
  <cp:lastModifiedBy>Johnny Wu</cp:lastModifiedBy>
  <cp:revision>46</cp:revision>
  <dcterms:modified xsi:type="dcterms:W3CDTF">2024-07-29T04:58:20Z</dcterms:modified>
</cp:coreProperties>
</file>