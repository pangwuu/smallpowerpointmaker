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</p:sldIdLst>
  <p:sldSz cx="18288000" cy="10287000"/>
  <p:notesSz cx="6858000" cy="9144000"/>
  <p:embeddedFontLst>
    <p:embeddedFont>
      <p:font typeface="Century Gothic" panose="020B0502020202020204" pitchFamily="34" charset="0"/>
      <p:regular r:id="rId2"/>
      <p:bold r:id="rId3"/>
      <p:italic r:id="rId4"/>
      <p:boldItalic r:id="rId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432B"/>
    <a:srgbClr val="744C0A"/>
    <a:srgbClr val="A86F03"/>
    <a:srgbClr val="7A6414"/>
    <a:srgbClr val="341C0D"/>
    <a:srgbClr val="472712"/>
    <a:srgbClr val="0E174A"/>
    <a:srgbClr val="030812"/>
    <a:srgbClr val="102A48"/>
    <a:srgbClr val="183B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9863" autoAdjust="0"/>
    <p:restoredTop sz="94609" autoAdjust="0"/>
  </p:normalViewPr>
  <p:slideViewPr>
    <p:cSldViewPr>
      <p:cViewPr varScale="1">
        <p:scale>
          <a:sx n="79" d="100"/>
          <a:sy n="79" d="100"/>
        </p:scale>
        <p:origin x="80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font" Target="fonts/font1.fntdata"/><Relationship Id="rId3" Type="http://schemas.openxmlformats.org/officeDocument/2006/relationships/font" Target="fonts/font2.fntdata"/><Relationship Id="rId4" Type="http://schemas.openxmlformats.org/officeDocument/2006/relationships/font" Target="fonts/font3.fntdata"/><Relationship Id="rId5" Type="http://schemas.openxmlformats.org/officeDocument/2006/relationships/font" Target="fonts/font4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chemeClr val="accent6">
                <a:lumMod val="75000"/>
              </a:schemeClr>
            </a:gs>
            <a:gs pos="100000">
              <a:srgbClr val="0E174A">
                <a:lumMod val="84016"/>
                <a:alpha val="91474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6518" y="914402"/>
            <a:ext cx="13014333" cy="4800600"/>
          </a:xfrm>
        </p:spPr>
        <p:txBody>
          <a:bodyPr anchor="b">
            <a:normAutofit/>
          </a:bodyPr>
          <a:lstStyle>
            <a:lvl1pPr algn="ctr">
              <a:defRPr sz="72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6518" y="5829300"/>
            <a:ext cx="13014333" cy="2857500"/>
          </a:xfrm>
        </p:spPr>
        <p:txBody>
          <a:bodyPr anchor="t">
            <a:normAutofit/>
          </a:bodyPr>
          <a:lstStyle>
            <a:lvl1pPr marL="0" indent="0" algn="ctr">
              <a:buNone/>
              <a:defRPr sz="31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8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43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6519" y="4962872"/>
            <a:ext cx="13030200" cy="2203200"/>
          </a:xfrm>
        </p:spPr>
        <p:txBody>
          <a:bodyPr anchor="b"/>
          <a:lstStyle>
            <a:lvl1pPr algn="r">
              <a:defRPr sz="6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6517" y="7166072"/>
            <a:ext cx="13030202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14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2118" y="4000499"/>
            <a:ext cx="7315200" cy="4686302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5918" y="4000500"/>
            <a:ext cx="7315200" cy="4686300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9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3921" y="3987799"/>
            <a:ext cx="6883397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2118" y="4864894"/>
            <a:ext cx="7315200" cy="3821906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64700" y="4000500"/>
            <a:ext cx="6906420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5919" y="4864894"/>
            <a:ext cx="7315202" cy="3821906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03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33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400300"/>
            <a:ext cx="5323682" cy="2057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5718" y="914402"/>
            <a:ext cx="8915402" cy="77724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4457700"/>
            <a:ext cx="5323682" cy="27432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3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400300"/>
            <a:ext cx="8001002" cy="2057400"/>
          </a:xfrm>
        </p:spPr>
        <p:txBody>
          <a:bodyPr anchor="b">
            <a:normAutofit/>
          </a:bodyPr>
          <a:lstStyle>
            <a:lvl1pPr algn="l">
              <a:defRPr sz="4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150600" y="-27432"/>
            <a:ext cx="4914899" cy="1035558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4457700"/>
            <a:ext cx="8001002" cy="2743200"/>
          </a:xfr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598818" y="8824913"/>
            <a:ext cx="1371600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12118" y="8824913"/>
            <a:ext cx="7658100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113919" y="8824913"/>
            <a:ext cx="4838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9" y="7099298"/>
            <a:ext cx="14859000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69418" y="1398168"/>
            <a:ext cx="12338916" cy="474746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9" y="7949405"/>
            <a:ext cx="14859000" cy="74056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4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914402"/>
            <a:ext cx="14858999" cy="4686299"/>
          </a:xfrm>
        </p:spPr>
        <p:txBody>
          <a:bodyPr anchor="ctr">
            <a:normAutofit/>
          </a:bodyPr>
          <a:lstStyle>
            <a:lvl1pPr algn="l">
              <a:defRPr sz="48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41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54918" y="118023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56718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9" y="914402"/>
            <a:ext cx="13944597" cy="4114799"/>
          </a:xfrm>
        </p:spPr>
        <p:txBody>
          <a:bodyPr anchor="ctr">
            <a:normAutofit/>
          </a:bodyPr>
          <a:lstStyle>
            <a:lvl1pPr algn="l">
              <a:defRPr sz="48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12218" y="5029200"/>
            <a:ext cx="13258803" cy="5715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49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4962872"/>
            <a:ext cx="14859000" cy="2203200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6" y="7166072"/>
            <a:ext cx="14859002" cy="1290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02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54918" y="118023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56718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9" y="914402"/>
            <a:ext cx="13944597" cy="4114799"/>
          </a:xfrm>
        </p:spPr>
        <p:txBody>
          <a:bodyPr anchor="ctr">
            <a:normAutofit/>
          </a:bodyPr>
          <a:lstStyle>
            <a:lvl1pPr algn="l">
              <a:defRPr sz="4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12118" y="5829300"/>
            <a:ext cx="14859000" cy="13335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6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7162800"/>
            <a:ext cx="14859000" cy="15240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3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914402"/>
            <a:ext cx="14858999" cy="41147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12118" y="5257800"/>
            <a:ext cx="14859000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57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12119" y="914400"/>
            <a:ext cx="14858997" cy="2857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06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5347" y="914399"/>
            <a:ext cx="3315771" cy="777240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2118" y="914400"/>
            <a:ext cx="11315700" cy="77724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189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41C0D"/>
            </a:gs>
            <a:gs pos="100000">
              <a:srgbClr val="75432B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2119" y="914400"/>
            <a:ext cx="14858997" cy="2857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9" y="4000499"/>
            <a:ext cx="14858997" cy="4686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56418" y="8824913"/>
            <a:ext cx="24003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2118" y="8824913"/>
            <a:ext cx="113157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1019" y="8824913"/>
            <a:ext cx="8267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465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4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3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7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5143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430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25.10.2026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004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Praise (Elevation Worship) Way Maker Mighty to Save Good Good Father</a:t>
            </a:r>
            <a:br/>
            <a:r>
              <a:t>Proverbs 3:1-12</a:t>
            </a:r>
            <a:br/>
            <a:r>
              <a:t>Paul Lee (junior)</a:t>
            </a:r>
            <a:br/>
            <a:r>
              <a:t>A Life of Wisdom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Good Good Father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Oh I've heard a thousand stories of</a:t>
            </a:r>
          </a:p>
          <a:p>
            <a:pPr algn="ctr">
              <a:defRPr sz="5300" b="0"/>
            </a:pPr>
            <a:r>
              <a:t>What they think You're like</a:t>
            </a:r>
          </a:p>
          <a:p>
            <a:pPr algn="ctr">
              <a:defRPr sz="5300" b="0"/>
            </a:pPr>
            <a:r>
              <a:t>But I've heard the tender whisper of</a:t>
            </a:r>
          </a:p>
          <a:p>
            <a:pPr algn="ctr">
              <a:defRPr sz="5300" b="0"/>
            </a:pPr>
            <a:r>
              <a:t>Love in the dead of night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You tell me that You're pleased</a:t>
            </a:r>
          </a:p>
          <a:p>
            <a:pPr algn="ctr">
              <a:defRPr sz="5300" b="0"/>
            </a:pPr>
            <a:r>
              <a:t>And that I'm never alone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You're a Good, Good Father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I'm loved by You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Oh I've seen many searching for answers far and wide</a:t>
            </a:r>
          </a:p>
          <a:p>
            <a:pPr algn="ctr">
              <a:defRPr sz="5300" b="0"/>
            </a:pPr>
            <a:r>
              <a:t>But I know we're all searching</a:t>
            </a:r>
          </a:p>
          <a:p>
            <a:pPr algn="ctr">
              <a:defRPr sz="5300" b="0"/>
            </a:pPr>
            <a:r>
              <a:t>For answers only You provide</a:t>
            </a:r>
          </a:p>
          <a:p>
            <a:pPr algn="ctr">
              <a:defRPr sz="5300" b="0"/>
            </a:pPr>
            <a:r>
              <a:t>Cause You know just what we need, before we say a word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You're a Good, Good Father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I'm loved by You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You are perfect in all of Your ways</a:t>
            </a:r>
          </a:p>
          <a:p>
            <a:pPr algn="ctr">
              <a:defRPr sz="5300" b="0"/>
            </a:pPr>
            <a:r>
              <a:t>You are perfect in all of Your ways</a:t>
            </a:r>
          </a:p>
          <a:p>
            <a:pPr algn="ctr">
              <a:defRPr sz="5300" b="0"/>
            </a:pPr>
            <a:r>
              <a:t>You are perfect in all of Your ways</a:t>
            </a:r>
          </a:p>
          <a:p>
            <a:pPr algn="ctr">
              <a:defRPr sz="5300" b="0"/>
            </a:pPr>
            <a:r>
              <a:t>To us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You are perfect in all of Your ways</a:t>
            </a:r>
          </a:p>
          <a:p>
            <a:pPr algn="ctr">
              <a:defRPr sz="5300" b="0"/>
            </a:pPr>
            <a:r>
              <a:t>You are perfect in all of Your ways</a:t>
            </a:r>
          </a:p>
          <a:p>
            <a:pPr algn="ctr">
              <a:defRPr sz="5300" b="0"/>
            </a:pPr>
            <a:r>
              <a:t>You are perfect in all of Your ways</a:t>
            </a:r>
          </a:p>
          <a:p>
            <a:pPr algn="ctr">
              <a:defRPr sz="5300" b="0"/>
            </a:pPr>
            <a:r>
              <a:t>To us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Oh, it's love so undeniable</a:t>
            </a:r>
          </a:p>
          <a:p>
            <a:pPr algn="ctr">
              <a:defRPr sz="5300" b="0"/>
            </a:pPr>
            <a:r>
              <a:t>I, I can hardly speak</a:t>
            </a:r>
          </a:p>
          <a:p>
            <a:pPr algn="ctr">
              <a:defRPr sz="5300" b="0"/>
            </a:pPr>
            <a:r>
              <a:t>Peace so unexplainable</a:t>
            </a:r>
          </a:p>
          <a:p>
            <a:pPr algn="ctr">
              <a:defRPr sz="5300" b="0"/>
            </a:pPr>
            <a:r>
              <a:t>I, I can hardly think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As You call me deeper still</a:t>
            </a:r>
          </a:p>
          <a:p>
            <a:pPr algn="ctr">
              <a:defRPr sz="5300" b="0"/>
            </a:pPr>
            <a:r>
              <a:t>As You call me deeper still</a:t>
            </a:r>
          </a:p>
          <a:p>
            <a:pPr algn="ctr">
              <a:defRPr sz="5300" b="0"/>
            </a:pPr>
            <a:r>
              <a:t>As You call me deeper still</a:t>
            </a:r>
          </a:p>
          <a:p>
            <a:pPr algn="ctr">
              <a:defRPr sz="5300" b="0"/>
            </a:pPr>
            <a:r>
              <a:t>Into love, love, love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You're a Good, Good Father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I'm loved by You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You're a Good, Good Father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I'm loved by You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You're a Good, Good Father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  <a:r>
              <a:t>It's who You are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I'm loved by You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  <a:r>
              <a:t>It's who I am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You are perfect in all of Your ways</a:t>
            </a:r>
          </a:p>
          <a:p>
            <a:pPr algn="ctr">
              <a:defRPr sz="5300" b="0"/>
            </a:pPr>
            <a:r>
              <a:t>You are perfect in all of Your ways</a:t>
            </a:r>
          </a:p>
          <a:p>
            <a:pPr algn="ctr">
              <a:defRPr sz="5300" b="0"/>
            </a:pPr>
            <a:r>
              <a:t>You are perfect in all of Your ways</a:t>
            </a:r>
          </a:p>
          <a:p>
            <a:pPr algn="ctr">
              <a:defRPr sz="5300" b="0"/>
            </a:pPr>
            <a:r>
              <a:t>To us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10287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Proverbs 3:1-12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My son, do not forget my teaching,</a:t>
            </a:r>
          </a:p>
          <a:p>
            <a:pPr algn="ctr">
              <a:defRPr sz="4300" b="0"/>
            </a:pPr>
            <a:r>
              <a:t>    but keep my commands in your heart,</a:t>
            </a:r>
          </a:p>
          <a:p>
            <a:pPr algn="ctr">
              <a:defRPr sz="4300" b="0"/>
            </a:pPr>
            <a:r>
              <a:t>² for they will prolong your life many years</a:t>
            </a:r>
          </a:p>
          <a:p>
            <a:pPr algn="ctr">
              <a:defRPr sz="4300" b="0"/>
            </a:pPr>
            <a:r>
              <a:t>    and bring you peace and prosperity. 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Proverbs 3:1-12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³ Let love and faithfulness never leave you;</a:t>
            </a:r>
          </a:p>
          <a:p>
            <a:pPr algn="ctr">
              <a:defRPr sz="4300" b="0"/>
            </a:pPr>
            <a:r>
              <a:t>    bind them around your neck,</a:t>
            </a:r>
          </a:p>
          <a:p>
            <a:pPr algn="ctr">
              <a:defRPr sz="4300" b="0"/>
            </a:pPr>
            <a:r>
              <a:t>    write them on the tablet of your heart.</a:t>
            </a:r>
          </a:p>
          <a:p>
            <a:pPr algn="ctr">
              <a:defRPr sz="4300" b="0"/>
            </a:pPr>
            <a:r>
              <a:t>⁴ Then you will win favor and a good name</a:t>
            </a:r>
          </a:p>
          <a:p>
            <a:pPr algn="ctr">
              <a:defRPr sz="4300" b="0"/>
            </a:pPr>
            <a:r>
              <a:t>    in the sight of God and man. 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Proverbs 3:1-12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⁵ Trust in the Lord with all your heart</a:t>
            </a:r>
          </a:p>
          <a:p>
            <a:pPr algn="ctr">
              <a:defRPr sz="4300" b="0"/>
            </a:pPr>
            <a:r>
              <a:t>    and lean not on your own understanding;</a:t>
            </a:r>
          </a:p>
          <a:p>
            <a:pPr algn="ctr">
              <a:defRPr sz="4300" b="0"/>
            </a:pPr>
            <a:r>
              <a:t>⁶ in all your ways submit to him,</a:t>
            </a:r>
          </a:p>
          <a:p>
            <a:pPr algn="ctr">
              <a:defRPr sz="4300" b="0"/>
            </a:pPr>
            <a:r>
              <a:t>    and he will make your paths straight. 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Proverbs 3:1-12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⁷ Do not be wise in your own eyes;</a:t>
            </a:r>
          </a:p>
          <a:p>
            <a:pPr algn="ctr">
              <a:defRPr sz="4300" b="0"/>
            </a:pPr>
            <a:r>
              <a:t>    fear the Lord and shun evil.</a:t>
            </a:r>
          </a:p>
          <a:p>
            <a:pPr algn="ctr">
              <a:defRPr sz="4300" b="0"/>
            </a:pPr>
            <a:r>
              <a:t>⁸ This will bring health to your body</a:t>
            </a:r>
          </a:p>
          <a:p>
            <a:pPr algn="ctr">
              <a:defRPr sz="4300" b="0"/>
            </a:pPr>
            <a:r>
              <a:t>    and nourishment to your bones. 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Proverbs 3:1-12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⁹ Honor the Lord with your wealth,</a:t>
            </a:r>
          </a:p>
          <a:p>
            <a:pPr algn="ctr">
              <a:defRPr sz="4300" b="0"/>
            </a:pPr>
            <a:r>
              <a:t>    with the firstfruits of all your crops;</a:t>
            </a:r>
          </a:p>
          <a:p>
            <a:pPr algn="ctr">
              <a:defRPr sz="4300" b="0"/>
            </a:pPr>
            <a:r>
              <a:t>¹⁰ then your barns will be filled to overflowing,</a:t>
            </a:r>
          </a:p>
          <a:p>
            <a:pPr algn="ctr">
              <a:defRPr sz="4300" b="0"/>
            </a:pPr>
            <a:r>
              <a:t>    and your vats will brim over with new wine. </a:t>
            </a:r>
          </a:p>
          <a:p>
            <a:pPr algn="ctr">
              <a:defRPr sz="4300" b="0"/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Proverbs 3:1-12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¹¹ My son, do not despise the Lord’s discipline,</a:t>
            </a:r>
          </a:p>
          <a:p>
            <a:pPr algn="ctr">
              <a:defRPr sz="4300" b="0"/>
            </a:pPr>
            <a:r>
              <a:t>    and do not resent his rebuke,</a:t>
            </a:r>
          </a:p>
          <a:p>
            <a:pPr algn="ctr">
              <a:defRPr sz="4300" b="0"/>
            </a:pPr>
            <a:r>
              <a:t>¹² because the Lord disciplines those he loves,</a:t>
            </a:r>
          </a:p>
          <a:p>
            <a:pPr algn="ctr">
              <a:defRPr sz="4300" b="0"/>
            </a:pPr>
            <a:r>
              <a:t>    as a father the son he delights 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229100"/>
            <a:ext cx="5486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7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57900" y="34290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56071" y="34290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514350"/>
            <a:ext cx="1371600" cy="1371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57900" y="2314575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56071" y="2314575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486025"/>
            <a:ext cx="1371600" cy="1371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57900" y="428625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6071" y="428625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4457700"/>
            <a:ext cx="1371600" cy="1371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57900" y="6257925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6071" y="6257925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6429375"/>
            <a:ext cx="1371600" cy="1371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057900" y="822960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6071" y="822960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840105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{A4D55EEF-21F4-BB47-B4F7-72514DB86205}tf10001063</Template>
  <TotalTime>6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Century Gothic</vt:lpstr>
      <vt:lpstr>Mesh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BCCC Template</dc:title>
  <cp:lastModifiedBy>Johnny Wu</cp:lastModifiedBy>
  <cp:revision>11</cp:revision>
  <dcterms:created xsi:type="dcterms:W3CDTF">2006-08-16T00:00:00Z</dcterms:created>
  <dcterms:modified xsi:type="dcterms:W3CDTF">2024-07-29T05:02:21Z</dcterms:modified>
  <dc:identifier>DAF9TDiojmQ</dc:identifier>
</cp:coreProperties>
</file>