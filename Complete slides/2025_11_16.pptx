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43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D92787-0673-4784-B1B4-DA8829A55E00}">
  <a:tblStyle styleId="{C7D92787-0673-4784-B1B4-DA8829A55E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491" autoAdjust="0"/>
    <p:restoredTop sz="94609"/>
  </p:normalViewPr>
  <p:slideViewPr>
    <p:cSldViewPr snapToGrid="0">
      <p:cViewPr varScale="1">
        <p:scale>
          <a:sx n="158" d="100"/>
          <a:sy n="158" d="100"/>
        </p:scale>
        <p:origin x="6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  <a:prstGeom prst="rect">
            <a:avLst/>
          </a:prstGeo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AB3A824-1A51-4B26-AD58-A6D8E14F6C0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8497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7D162C4-EDD9-4389-A98B-B87ECEA2A81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8032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  <a:prstGeom prst="rect">
            <a:avLst/>
          </a:prstGeo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E5059C3-6A89-4494-99FF-5A4D6FFD50EB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40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CA954B2F-12DE-47F5-8894-472B206D2E1E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2108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CBC1C18-307B-4F68-A007-B5B542270E8D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469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1FAF3416-4057-4DAA-829D-4CA07428D088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0669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921D9284-D300-4297-87F7-E791DCC15DB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2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3" y="2404119"/>
            <a:ext cx="2456260" cy="168613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37D525BB-DA17-4BA0-B3C8-3AC3ABC827E6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6546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B16C4C9A-3960-41CF-A4E9-2A8FB932454B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6102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D857E33E-8B18-4087-B112-809917729534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4251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  <a:prstGeom prst="rect">
            <a:avLst/>
          </a:prstGeo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/>
          <a:lstStyle/>
          <a:p>
            <a:fld id="{D3FFE419-2371-464F-8239-3959401C356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013332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511799"/>
            <a:ext cx="9144000" cy="330243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814255"/>
            <a:ext cx="9144000" cy="55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3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717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15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16.11.2025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00225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br/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Battle belongs</a:t>
            </a:r>
            <a:br/>
            <a:r>
              <a:t>You Alone Can Rescue</a:t>
            </a:r>
            <a:br/>
            <a:r>
              <a:t>The First Hymn</a:t>
            </a:r>
            <a:br/>
            <a:r>
              <a:t>2 Corinthians 11:23-30</a:t>
            </a:r>
            <a:br/>
            <a:r>
              <a:t>Xavier Lakshmanan</a:t>
            </a:r>
            <a:br/>
            <a:r>
              <a:t>Paul the Missionary</a:t>
            </a:r>
            <a:br/>
            <a:r>
              <a:t>TBA</a:t>
            </a:r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435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Please keep all phones on silent</a:t>
            </a:r>
          </a:p>
        </p:txBody>
      </p:sp>
      <p:pic>
        <p:nvPicPr>
          <p:cNvPr id="3" name="Picture 2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51435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Battle Belongs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When all I see is the battle</a:t>
            </a:r>
          </a:p>
          <a:p>
            <a:pPr algn="ctr">
              <a:defRPr sz="2700" b="0"/>
            </a:pPr>
            <a:r>
              <a:t>You see my victory</a:t>
            </a:r>
          </a:p>
          <a:p>
            <a:pPr algn="ctr">
              <a:defRPr sz="2700" b="0"/>
            </a:pPr>
            <a:r>
              <a:t>When all I see is the mountain</a:t>
            </a:r>
          </a:p>
          <a:p>
            <a:pPr algn="ctr">
              <a:defRPr sz="2700" b="0"/>
            </a:pPr>
            <a:r>
              <a:t>You see a mountain moved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as I walk through the shadow</a:t>
            </a:r>
          </a:p>
          <a:p>
            <a:pPr algn="ctr">
              <a:defRPr sz="2700" b="0"/>
            </a:pPr>
            <a:r>
              <a:t>Your love surrounds me</a:t>
            </a:r>
          </a:p>
          <a:p>
            <a:pPr algn="ctr">
              <a:defRPr sz="2700" b="0"/>
            </a:pPr>
            <a:r>
              <a:t>There's nothing to fear now</a:t>
            </a:r>
          </a:p>
          <a:p>
            <a:pPr algn="ctr">
              <a:defRPr sz="2700" b="0"/>
            </a:pPr>
            <a:r>
              <a:t>for I am safe with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So when I fight, I'll fight on my knees</a:t>
            </a:r>
          </a:p>
          <a:p>
            <a:pPr algn="ctr">
              <a:defRPr sz="2700" b="0"/>
            </a:pPr>
            <a:r>
              <a:t>With my hands lifted high</a:t>
            </a:r>
          </a:p>
          <a:p>
            <a:pPr algn="ctr">
              <a:defRPr sz="2700" b="0"/>
            </a:pPr>
            <a:r>
              <a:t>Oh God, the battle belongs to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every fear I lay at Your feet</a:t>
            </a:r>
          </a:p>
          <a:p>
            <a:pPr algn="ctr">
              <a:defRPr sz="2700" b="0"/>
            </a:pPr>
            <a:r>
              <a:t>I'll sing through the night</a:t>
            </a:r>
          </a:p>
          <a:p>
            <a:pPr algn="ctr">
              <a:defRPr sz="2700" b="0"/>
            </a:pPr>
            <a:r>
              <a:t>Oh God, the battle belongs to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if You are for me, who can be against me?</a:t>
            </a:r>
          </a:p>
          <a:p>
            <a:pPr algn="ctr">
              <a:defRPr sz="2700" b="0"/>
            </a:pPr>
            <a:r>
              <a:t>For Jesus, there's nothing impossible for You</a:t>
            </a:r>
          </a:p>
          <a:p>
            <a:pPr algn="ctr">
              <a:defRPr sz="2700" b="0"/>
            </a:pPr>
            <a:r>
              <a:t>When all I see are the ashes, You see the beauty</a:t>
            </a:r>
          </a:p>
          <a:p>
            <a:pPr algn="ctr">
              <a:defRPr sz="2700" b="0"/>
            </a:pPr>
            <a:r>
              <a:t>When all I see is a cross, God, You see the empty tomb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So when I fight, I'll fight on my knees</a:t>
            </a:r>
          </a:p>
          <a:p>
            <a:pPr algn="ctr">
              <a:defRPr sz="2700" b="0"/>
            </a:pPr>
            <a:r>
              <a:t>With my hands lifted high</a:t>
            </a:r>
          </a:p>
          <a:p>
            <a:pPr algn="ctr">
              <a:defRPr sz="2700" b="0"/>
            </a:pPr>
            <a:r>
              <a:t>Oh God, the battle belongs to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every fear I lay at Your feet</a:t>
            </a:r>
          </a:p>
          <a:p>
            <a:pPr algn="ctr">
              <a:defRPr sz="2700" b="0"/>
            </a:pPr>
            <a:r>
              <a:t>I'll sing through the night</a:t>
            </a:r>
          </a:p>
          <a:p>
            <a:pPr algn="ctr">
              <a:defRPr sz="2700" b="0"/>
            </a:pPr>
            <a:r>
              <a:t>Oh God, the battle belongs to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Almighty fortress, You go before us</a:t>
            </a:r>
          </a:p>
          <a:p>
            <a:pPr algn="ctr">
              <a:defRPr sz="2700" b="0"/>
            </a:pPr>
            <a:r>
              <a:t>Nothing can stand against the power of our God</a:t>
            </a:r>
          </a:p>
          <a:p>
            <a:pPr algn="ctr">
              <a:defRPr sz="2700" b="0"/>
            </a:pPr>
            <a:r>
              <a:t>You shine in the shadow, You win every battle</a:t>
            </a:r>
          </a:p>
          <a:p>
            <a:pPr algn="ctr">
              <a:defRPr sz="2700" b="0"/>
            </a:pPr>
            <a:r>
              <a:t>Nothing can stand against the power of our God (x3)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So when I fight, I'll fight on my knees</a:t>
            </a:r>
          </a:p>
          <a:p>
            <a:pPr algn="ctr">
              <a:defRPr sz="2700" b="0"/>
            </a:pPr>
            <a:r>
              <a:t>With my hands lifted high</a:t>
            </a:r>
          </a:p>
          <a:p>
            <a:pPr algn="ctr">
              <a:defRPr sz="2700" b="0"/>
            </a:pPr>
            <a:r>
              <a:t>Oh God, the battle belongs to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And every fear I lay at Your feet</a:t>
            </a:r>
          </a:p>
          <a:p>
            <a:pPr algn="ctr">
              <a:defRPr sz="2700" b="0"/>
            </a:pPr>
            <a:r>
              <a:t>I'll sing through the night</a:t>
            </a:r>
          </a:p>
          <a:p>
            <a:pPr algn="ctr">
              <a:defRPr sz="2700" b="0"/>
            </a:pPr>
            <a:r>
              <a:t>Oh God, the battle belongs to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Oh God, the battle belongs to You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You Alone Can Rescue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Who, oh Lord, could save themselves</a:t>
            </a:r>
          </a:p>
          <a:p>
            <a:pPr algn="ctr">
              <a:defRPr sz="2700" b="0"/>
            </a:pPr>
            <a:r>
              <a:t>Their own soul could heal?</a:t>
            </a:r>
          </a:p>
          <a:p>
            <a:pPr algn="ctr">
              <a:defRPr sz="2700" b="0"/>
            </a:pPr>
            <a:r>
              <a:t>Our shame was deeper than the sea</a:t>
            </a:r>
          </a:p>
          <a:p>
            <a:pPr algn="ctr">
              <a:defRPr sz="2700" b="0"/>
            </a:pPr>
            <a:r>
              <a:t>Your grace is deeper still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You alone can rescue, You alone can save</a:t>
            </a:r>
          </a:p>
          <a:p>
            <a:pPr algn="ctr">
              <a:defRPr sz="2700" b="0"/>
            </a:pPr>
            <a:r>
              <a:t>You alone can lift us from the grave</a:t>
            </a:r>
          </a:p>
          <a:p>
            <a:pPr algn="ctr">
              <a:defRPr sz="2700" b="0"/>
            </a:pPr>
            <a:r>
              <a:t>You came down to find us, led us out of death</a:t>
            </a:r>
          </a:p>
          <a:p>
            <a:pPr algn="ctr">
              <a:defRPr sz="2700" b="0"/>
            </a:pPr>
            <a:r>
              <a:t>To You alone belongs the highest praise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You, oh Lord, have made a way</a:t>
            </a:r>
          </a:p>
          <a:p>
            <a:pPr algn="ctr">
              <a:defRPr sz="2700" b="0"/>
            </a:pPr>
            <a:r>
              <a:t>The great divide You heal</a:t>
            </a:r>
          </a:p>
          <a:p>
            <a:pPr algn="ctr">
              <a:defRPr sz="2700" b="0"/>
            </a:pPr>
            <a:r>
              <a:t>For when our hearts were far away</a:t>
            </a:r>
          </a:p>
          <a:p>
            <a:pPr algn="ctr">
              <a:defRPr sz="2700" b="0"/>
            </a:pPr>
            <a:r>
              <a:t>Your love went further still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Yes, your love goes further still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You alone can rescue, You alone can save</a:t>
            </a:r>
          </a:p>
          <a:p>
            <a:pPr algn="ctr">
              <a:defRPr sz="2700" b="0"/>
            </a:pPr>
            <a:r>
              <a:t>You alone can lift us from the grave</a:t>
            </a:r>
          </a:p>
          <a:p>
            <a:pPr algn="ctr">
              <a:defRPr sz="2700" b="0"/>
            </a:pPr>
            <a:r>
              <a:t>You came down to find us, led us out of death</a:t>
            </a:r>
          </a:p>
          <a:p>
            <a:pPr algn="ctr">
              <a:defRPr sz="2700" b="0"/>
            </a:pPr>
            <a:r>
              <a:t>To You alone belongs the highest praise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You alone can rescue, You alone can save</a:t>
            </a:r>
          </a:p>
          <a:p>
            <a:pPr algn="ctr">
              <a:defRPr sz="2700" b="0"/>
            </a:pPr>
            <a:r>
              <a:t>You alone can lift us from the grave</a:t>
            </a:r>
          </a:p>
          <a:p>
            <a:pPr algn="ctr">
              <a:defRPr sz="2700" b="0"/>
            </a:pPr>
            <a:r>
              <a:t>You came down to find us, led us out of death</a:t>
            </a:r>
          </a:p>
          <a:p>
            <a:pPr algn="ctr">
              <a:defRPr sz="2700" b="0"/>
            </a:pPr>
            <a:r>
              <a:t>To You alone belongs the highest praise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We lift up our eyes, lift up our eyes</a:t>
            </a:r>
          </a:p>
          <a:p>
            <a:pPr algn="ctr">
              <a:defRPr sz="2700" b="0"/>
            </a:pPr>
            <a:r>
              <a:t>You’re the Giver of Life</a:t>
            </a:r>
          </a:p>
          <a:p>
            <a:pPr algn="ctr">
              <a:defRPr sz="2700" b="0"/>
            </a:pPr>
            <a:r>
              <a:t>We lift up our eyes, lift up our eyes</a:t>
            </a:r>
          </a:p>
          <a:p>
            <a:pPr algn="ctr">
              <a:defRPr sz="2700" b="0"/>
            </a:pPr>
            <a:r>
              <a:t>You’re the Giver of Life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You alone can rescue, You alone can save</a:t>
            </a:r>
          </a:p>
          <a:p>
            <a:pPr algn="ctr">
              <a:defRPr sz="2700" b="0"/>
            </a:pPr>
            <a:r>
              <a:t>You alone can lift us from the grave</a:t>
            </a:r>
          </a:p>
          <a:p>
            <a:pPr algn="ctr">
              <a:defRPr sz="2700" b="0"/>
            </a:pPr>
            <a:r>
              <a:t>You came down to find us, led us out of death</a:t>
            </a:r>
          </a:p>
          <a:p>
            <a:pPr algn="ctr">
              <a:defRPr sz="2700" b="0"/>
            </a:pPr>
            <a:r>
              <a:t>To You alone belongs the highest praise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You alone can rescue, You alone can save</a:t>
            </a:r>
          </a:p>
          <a:p>
            <a:pPr algn="ctr">
              <a:defRPr sz="2700" b="0"/>
            </a:pPr>
            <a:r>
              <a:t>You alone can lift us from the grave</a:t>
            </a:r>
          </a:p>
          <a:p>
            <a:pPr algn="ctr">
              <a:defRPr sz="2700" b="0"/>
            </a:pPr>
            <a:r>
              <a:t>You came down to find us, led us out of death</a:t>
            </a:r>
          </a:p>
          <a:p>
            <a:pPr algn="ctr">
              <a:defRPr sz="2700" b="0"/>
            </a:pPr>
            <a:r>
              <a:t>To You alone belongs the highest praise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To You alone belongs the highest praise</a:t>
            </a:r>
          </a:p>
          <a:p>
            <a:pPr algn="ctr">
              <a:defRPr sz="2700" b="0"/>
            </a:pPr>
            <a:r>
              <a:t>To You alone belongs the highest praise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The First Hymn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Let all be silent</a:t>
            </a:r>
          </a:p>
          <a:p>
            <a:pPr algn="ctr">
              <a:defRPr sz="2700" b="0"/>
            </a:pPr>
            <a:r>
              <a:t>The shining stars not sound</a:t>
            </a:r>
          </a:p>
          <a:p>
            <a:pPr algn="ctr">
              <a:defRPr sz="2700" b="0"/>
            </a:pPr>
            <a:r>
              <a:t>Rushing rivers still</a:t>
            </a:r>
          </a:p>
          <a:p>
            <a:pPr algn="ctr">
              <a:defRPr sz="2700" b="0"/>
            </a:pPr>
            <a:r>
              <a:t>Let the mountains bow down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In awe and wonder</a:t>
            </a:r>
          </a:p>
          <a:p>
            <a:pPr algn="ctr">
              <a:defRPr sz="2700" b="0"/>
            </a:pPr>
            <a:r>
              <a:t>In reverence we come</a:t>
            </a:r>
          </a:p>
          <a:p>
            <a:pPr algn="ctr">
              <a:defRPr sz="2700" b="0"/>
            </a:pPr>
            <a:r>
              <a:t>Who is worthy of all worship?</a:t>
            </a:r>
          </a:p>
          <a:p>
            <a:pPr algn="ctr">
              <a:defRPr sz="2700" b="0"/>
            </a:pPr>
            <a:r>
              <a:t>Who is seated on the throne?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All powers cry out in answer</a:t>
            </a:r>
          </a:p>
          <a:p>
            <a:pPr algn="ctr">
              <a:defRPr sz="2700" b="0"/>
            </a:pPr>
            <a:r>
              <a:t>All glory and praise forever</a:t>
            </a:r>
          </a:p>
          <a:p>
            <a:pPr algn="ctr">
              <a:defRPr sz="2700" b="0"/>
            </a:pPr>
            <a:r>
              <a:t>To our God</a:t>
            </a:r>
          </a:p>
          <a:p>
            <a:pPr algn="ctr">
              <a:defRPr sz="2700" b="0"/>
            </a:pPr>
            <a:r>
              <a:t>The Father, Son and Holy Spirit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Amen, we sing, amen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Let all be silent</a:t>
            </a:r>
          </a:p>
          <a:p>
            <a:pPr algn="ctr">
              <a:defRPr sz="2700" b="0"/>
            </a:pPr>
            <a:r>
              <a:t>The shining stars not sound</a:t>
            </a:r>
          </a:p>
          <a:p>
            <a:pPr algn="ctr">
              <a:defRPr sz="2700" b="0"/>
            </a:pPr>
            <a:r>
              <a:t>Rushing rivers still</a:t>
            </a:r>
          </a:p>
          <a:p>
            <a:pPr algn="ctr">
              <a:defRPr sz="2700" b="0"/>
            </a:pPr>
            <a:r>
              <a:t>Let the mountains bow down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In awe and wonder</a:t>
            </a:r>
          </a:p>
          <a:p>
            <a:pPr algn="ctr">
              <a:defRPr sz="2700" b="0"/>
            </a:pPr>
            <a:r>
              <a:t>In reverence we come</a:t>
            </a:r>
          </a:p>
          <a:p>
            <a:pPr algn="ctr">
              <a:defRPr sz="2700" b="0"/>
            </a:pPr>
            <a:r>
              <a:t>Who is worthy of all worship?</a:t>
            </a:r>
          </a:p>
          <a:p>
            <a:pPr algn="ctr">
              <a:defRPr sz="2700" b="0"/>
            </a:pPr>
            <a:r>
              <a:t>Who is seated on the throne?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Who is worthy of all worship?</a:t>
            </a:r>
          </a:p>
          <a:p>
            <a:pPr algn="ctr">
              <a:defRPr sz="2700" b="0"/>
            </a:pPr>
            <a:r>
              <a:t>Who is seated on the throne?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All powers cry out in answer</a:t>
            </a:r>
          </a:p>
          <a:p>
            <a:pPr algn="ctr">
              <a:defRPr sz="2700" b="0"/>
            </a:pPr>
            <a:r>
              <a:t>All glory and praise forever</a:t>
            </a:r>
          </a:p>
          <a:p>
            <a:pPr algn="ctr">
              <a:defRPr sz="2700" b="0"/>
            </a:pPr>
            <a:r>
              <a:t>To our God</a:t>
            </a:r>
          </a:p>
          <a:p>
            <a:pPr algn="ctr">
              <a:defRPr sz="2700" b="0"/>
            </a:pPr>
            <a:r>
              <a:t>The Father, Son and Holy Spirit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Amen, we sing, amen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To the only Giver of all good gifts, amen</a:t>
            </a:r>
          </a:p>
          <a:p>
            <a:pPr algn="ctr">
              <a:defRPr sz="2700" b="0"/>
            </a:pPr>
            <a:r>
              <a:t>To the only One who forgives our sins, amen</a:t>
            </a:r>
          </a:p>
          <a:p>
            <a:pPr algn="ctr">
              <a:defRPr sz="2700" b="0"/>
            </a:pPr>
            <a:r>
              <a:t>To the only God to the Risen King</a:t>
            </a:r>
          </a:p>
          <a:p>
            <a:pPr algn="ctr">
              <a:defRPr sz="2700" b="0"/>
            </a:pPr>
            <a:r>
              <a:t>To the One who died and rose again, amen, we sing amen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To the only Giver of all good gifts, amen</a:t>
            </a:r>
          </a:p>
          <a:p>
            <a:pPr algn="ctr">
              <a:defRPr sz="2700" b="0"/>
            </a:pPr>
            <a:r>
              <a:t>To the only One who forgives our sins, amen</a:t>
            </a:r>
          </a:p>
          <a:p>
            <a:pPr algn="ctr">
              <a:defRPr sz="2700" b="0"/>
            </a:pPr>
            <a:r>
              <a:t>To the only God to the Risen King</a:t>
            </a:r>
          </a:p>
          <a:p>
            <a:pPr algn="ctr">
              <a:defRPr sz="2700" b="0"/>
            </a:pPr>
            <a:r>
              <a:t>To the One who died and rose again, amen, we sing amen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All powers cry out in answer</a:t>
            </a:r>
          </a:p>
          <a:p>
            <a:pPr algn="ctr">
              <a:defRPr sz="2700" b="0"/>
            </a:pPr>
            <a:r>
              <a:t>All glory and praise forever</a:t>
            </a:r>
          </a:p>
          <a:p>
            <a:pPr algn="ctr">
              <a:defRPr sz="2700" b="0"/>
            </a:pPr>
            <a:r>
              <a:t>To our God</a:t>
            </a:r>
          </a:p>
          <a:p>
            <a:pPr algn="ctr">
              <a:defRPr sz="2700" b="0"/>
            </a:pPr>
            <a:r>
              <a:t>The Father, Son and Holy Spirit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7152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/>
            </a:pPr>
            <a:r>
              <a:t>Amen, we sing, amen, amen</a:t>
            </a:r>
          </a:p>
          <a:p>
            <a:pPr algn="ctr">
              <a:defRPr sz="2700" b="0"/>
            </a:pPr>
            <a:r>
              <a:t>Amen, we sing, amen, amen</a:t>
            </a:r>
          </a:p>
          <a:p>
            <a:pPr algn="ctr">
              <a:defRPr sz="2700" b="0"/>
            </a:pPr>
            <a:r>
              <a:t>We sing our hymn, amen</a:t>
            </a:r>
          </a:p>
          <a:p>
            <a:pPr algn="ctr">
              <a:defRPr sz="2700" b="0"/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1435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0" y="51435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2 Corinthians 11:23-30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²³ Are they servants of Christ? (I am out of my mind to talk like this.) I am more. I have worked much harder, been in prison more frequently, been flogged more severely, and been exposed to death again and again. ²⁴ Five times I received from the Jews the forty lashes minus one.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2 Corinthians 11:23-30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²⁵ Three times I was beaten with rods, once I was pelted with stones, three times I was shipwrecked, I spent a night and a day in the open sea, ²⁶ I have been constantly on the move. I have been in danger from rivers, in danger from bandits, in danger from my fellow Jews, in danger from Gentiles; in danger in the city, in danger in the country, in danger at sea; and in danger from false believers.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2 Corinthians 11:23-30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²⁷ I have labored and toiled and have often gone without sleep; I have known hunger and thirst and have often gone without food; I have been cold and naked. ²⁸ Besides everything else, I face daily the pressure of my concern for all the churches.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2 Corinthians 11:23-30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5845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/>
            </a:pPr>
            <a:r>
              <a:t>²⁹ Who is weak, and I do not feel weak? Who is led into sin, and I do not inwardly burn? </a:t>
            </a:r>
          </a:p>
          <a:p>
            <a:pPr algn="ctr">
              <a:defRPr sz="2300" b="0"/>
            </a:pPr>
            <a:r>
              <a:t>³⁰ If I must boast, I will boast of the things that show my weakness.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57350"/>
            <a:ext cx="27432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4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28950" y="171450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78035" y="17145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257175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28950" y="1157287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78035" y="1157287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1243012"/>
            <a:ext cx="685800" cy="685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28950" y="2143125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8035" y="2143125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2228850"/>
            <a:ext cx="685800" cy="685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28950" y="3128962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8035" y="3128962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675" y="3214687"/>
            <a:ext cx="685800" cy="685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028950" y="4114800"/>
            <a:ext cx="5943600" cy="85725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8035" y="4114800"/>
            <a:ext cx="475488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675" y="420052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73152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{B691F8E2-2E89-4648-9BD9-FA578BC178E3}tf10001119</Template>
  <TotalTime>2110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Gallery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English service</dc:title>
  <dc:creator>Annabel Lam</dc:creator>
  <cp:lastModifiedBy>Johnny Wu</cp:lastModifiedBy>
  <cp:revision>46</cp:revision>
  <dcterms:modified xsi:type="dcterms:W3CDTF">2024-07-29T04:57:56Z</dcterms:modified>
</cp:coreProperties>
</file>