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0000" autoAdjust="0"/>
    <p:restoredTop sz="94934" autoAdjust="0"/>
  </p:normalViewPr>
  <p:slideViewPr>
    <p:cSldViewPr snapToGrid="0">
      <p:cViewPr varScale="1">
        <p:scale>
          <a:sx n="119" d="100"/>
          <a:sy n="119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0.png"/><Relationship Id="rId5" Type="http://schemas.openxmlformats.org/officeDocument/2006/relationships/image" Target="../media/image11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6.png"/><Relationship Id="rId5" Type="http://schemas.openxmlformats.org/officeDocument/2006/relationships/image" Target="../media/image1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9551222" y="-2094169"/>
            <a:ext cx="3225262" cy="61011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9551222" y="-2147957"/>
            <a:ext cx="3225262" cy="61011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9529707" y="-2126442"/>
            <a:ext cx="3225262" cy="610116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67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87" r:id="rId5"/>
    <p:sldLayoutId id="2147483690" r:id="rId6"/>
    <p:sldLayoutId id="2147483691" r:id="rId7"/>
    <p:sldLayoutId id="2147483684" r:id="rId8"/>
    <p:sldLayoutId id="2147483677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5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27.09.2026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 u="none">
                <a:solidFill>
                  <a:srgbClr val="000000"/>
                </a:solidFill>
              </a:defRPr>
            </a:pPr>
            <a:r>
              <a:t>No Longer a Slave to Fear Here I Am to Worship Worth of It All Still - Hide me now</a:t>
            </a:r>
            <a:br/>
            <a:r>
              <a:t>Eph 4:17-19</a:t>
            </a:r>
            <a:br/>
            <a:r>
              <a:t>Xavier Lakshmanan</a:t>
            </a:r>
            <a:br/>
            <a:r>
              <a:t>The Walk of the Gentiles</a:t>
            </a:r>
            <a:br/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Here I Am To Worship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  <a:r>
              <a:t>CCLI Licence No: 5485849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Light of the world</a:t>
            </a:r>
          </a:p>
          <a:p>
            <a:pPr algn="ctr">
              <a:defRPr sz="3300" b="0"/>
            </a:pPr>
            <a:r>
              <a:t>You stepped down into darkness</a:t>
            </a:r>
          </a:p>
          <a:p>
            <a:pPr algn="ctr">
              <a:defRPr sz="3300" b="0"/>
            </a:pPr>
            <a:r>
              <a:t>Opened my eyes and let me see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Beauty that made this heart adore You</a:t>
            </a:r>
          </a:p>
          <a:p>
            <a:pPr algn="ctr">
              <a:defRPr sz="3300" b="0"/>
            </a:pPr>
            <a:r>
              <a:t>Hope of a life spent with You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Here I am to worship, here I am to bow down</a:t>
            </a:r>
          </a:p>
          <a:p>
            <a:pPr algn="ctr">
              <a:defRPr sz="3300" b="0"/>
            </a:pPr>
            <a:r>
              <a:t>Here I am to say that You're my God</a:t>
            </a:r>
          </a:p>
          <a:p>
            <a:pPr algn="ctr">
              <a:defRPr sz="3300" b="0"/>
            </a:pPr>
            <a:r>
              <a:t>Altogether lovely, altogether worthy</a:t>
            </a:r>
          </a:p>
          <a:p>
            <a:pPr algn="ctr">
              <a:defRPr sz="3300" b="0"/>
            </a:pPr>
            <a:r>
              <a:t>Altogether wonderful to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King of all days, oh so highly exalted</a:t>
            </a:r>
          </a:p>
          <a:p>
            <a:pPr algn="ctr">
              <a:defRPr sz="3300" b="0"/>
            </a:pPr>
            <a:r>
              <a:t>Glorious in heaven above</a:t>
            </a:r>
          </a:p>
          <a:p>
            <a:pPr algn="ctr">
              <a:defRPr sz="3300" b="0"/>
            </a:pPr>
            <a:r>
              <a:t>Humbly You came to this Earth You created</a:t>
            </a:r>
          </a:p>
          <a:p>
            <a:pPr algn="ctr">
              <a:defRPr sz="3300" b="0"/>
            </a:pPr>
            <a:r>
              <a:t>All for love's sake became poor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Here I am to worship, here I am to bow down</a:t>
            </a:r>
          </a:p>
          <a:p>
            <a:pPr algn="ctr">
              <a:defRPr sz="3300" b="0"/>
            </a:pPr>
            <a:r>
              <a:t>Here I am to say that You're my God</a:t>
            </a:r>
          </a:p>
          <a:p>
            <a:pPr algn="ctr">
              <a:defRPr sz="3300" b="0"/>
            </a:pPr>
            <a:r>
              <a:t>Altogether lovely, altogether worthy</a:t>
            </a:r>
          </a:p>
          <a:p>
            <a:pPr algn="ctr">
              <a:defRPr sz="3300" b="0"/>
            </a:pPr>
            <a:r>
              <a:t>Altogether wonderful to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I'll never know how much it cost</a:t>
            </a:r>
          </a:p>
          <a:p>
            <a:pPr algn="ctr">
              <a:defRPr sz="3300" b="0"/>
            </a:pPr>
            <a:r>
              <a:t>To see my sin up on that cross</a:t>
            </a:r>
          </a:p>
          <a:p>
            <a:pPr algn="ctr">
              <a:defRPr sz="3300" b="0"/>
            </a:pPr>
            <a:r>
              <a:t>I'll never know how much it cost</a:t>
            </a:r>
          </a:p>
          <a:p>
            <a:pPr algn="ctr">
              <a:defRPr sz="3300" b="0"/>
            </a:pPr>
            <a:r>
              <a:t>To see my sin up on that cross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Here I am to worship, here I am to bow down</a:t>
            </a:r>
          </a:p>
          <a:p>
            <a:pPr algn="ctr">
              <a:defRPr sz="3300" b="0"/>
            </a:pPr>
            <a:r>
              <a:t>Here I am to say that You're my God</a:t>
            </a:r>
          </a:p>
          <a:p>
            <a:pPr algn="ctr">
              <a:defRPr sz="3300" b="0"/>
            </a:pPr>
            <a:r>
              <a:t>Altogether lovely, altogether worthy</a:t>
            </a:r>
          </a:p>
          <a:p>
            <a:pPr algn="ctr">
              <a:defRPr sz="3300" b="0"/>
            </a:pPr>
            <a:r>
              <a:t>Altogether wonderful to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0287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0"/>
            </a:pPr>
            <a:r>
              <a:t>Here I am to worship, here I am to bow down</a:t>
            </a:r>
          </a:p>
          <a:p>
            <a:pPr algn="ctr">
              <a:defRPr sz="3300" b="0"/>
            </a:pPr>
            <a:r>
              <a:t>Here I am to say that You're my God</a:t>
            </a:r>
          </a:p>
          <a:p>
            <a:pPr algn="ctr">
              <a:defRPr sz="3300" b="0"/>
            </a:pPr>
            <a:r>
              <a:t>Altogether lovely, altogether worthy</a:t>
            </a:r>
          </a:p>
          <a:p>
            <a:pPr algn="ctr">
              <a:defRPr sz="3300" b="0"/>
            </a:pPr>
            <a:r>
              <a:t>Altogether wonderful to me</a:t>
            </a:r>
          </a:p>
          <a:p>
            <a:pPr algn="ctr">
              <a:defRPr sz="33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¹⁷ So I tell you this, and insist on it in the Lord, that you must no longer live as the Gentiles do, in the futility of their thinking. ¹⁸ They are darkened in their understanding and separated from the life of God because of the ignorance that is in them due to the hardening of their hearts.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Eph 4:17-19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¹⁹ Having lost all sensitivity, they have given themselves over to sensuality so as to indulge in every kind of impurity, and they are full of greed.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9">
      <a:dk1>
        <a:srgbClr val="353E1E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Constantia</vt:lpstr>
      <vt:lpstr>Franklin Gothic Book</vt:lpstr>
      <vt:lpstr>Gill Sans Nova Light</vt:lpstr>
      <vt:lpstr>Custom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lastModifiedBy>Johnny Wu</cp:lastModifiedBy>
  <cp:revision>8</cp:revision>
  <dcterms:created xsi:type="dcterms:W3CDTF">2022-07-27T06:38:31Z</dcterms:created>
  <dcterms:modified xsi:type="dcterms:W3CDTF">2025-02-28T15:03:28Z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