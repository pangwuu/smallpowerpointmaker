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
  </p:notesMasterIdLst>
  <p:handoutMasterIdLst>
    <p:handoutMasterId r:id="rId6"/>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D7D9"/>
    <a:srgbClr val="93D3D9"/>
    <a:srgbClr val="AAD6FF"/>
    <a:srgbClr val="B2C8CD"/>
    <a:srgbClr val="CCD8D6"/>
    <a:srgbClr val="4F5945"/>
    <a:srgbClr val="73292A"/>
    <a:srgbClr val="7F867A"/>
    <a:srgbClr val="A65B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0000" autoAdjust="0"/>
    <p:restoredTop sz="94934" autoAdjust="0"/>
  </p:normalViewPr>
  <p:slideViewPr>
    <p:cSldViewPr snapToGrid="0">
      <p:cViewPr varScale="1">
        <p:scale>
          <a:sx n="119" d="100"/>
          <a:sy n="119" d="100"/>
        </p:scale>
        <p:origin x="744" y="19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2" d="100"/>
          <a:sy n="82" d="100"/>
        </p:scale>
        <p:origin x="2784" y="17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commentAuthors" Target="commentAuthors.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8/10/relationships/authors" Target="authors.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49852A6-C536-198B-0B36-808C24FAAF6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9F40B29C-E84A-E4D1-8998-1A961EC23BA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2A5AE42-7DC1-8140-9B13-146984FDEF22}" type="datetimeFigureOut">
              <a:rPr lang="en-US" smtClean="0"/>
              <a:t>3/1/25</a:t>
            </a:fld>
            <a:endParaRPr lang="en-US" dirty="0"/>
          </a:p>
        </p:txBody>
      </p:sp>
      <p:sp>
        <p:nvSpPr>
          <p:cNvPr id="4" name="Footer Placeholder 3">
            <a:extLst>
              <a:ext uri="{FF2B5EF4-FFF2-40B4-BE49-F238E27FC236}">
                <a16:creationId xmlns:a16="http://schemas.microsoft.com/office/drawing/2014/main" id="{FCCE4DE7-ED89-D264-F004-38F2DF4879D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F7E8591-FF54-5A00-A703-95ABC16B78D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7369B77-94AB-0344-9EBF-9DB9EE8D3ABC}" type="slidenum">
              <a:rPr lang="en-US" smtClean="0"/>
              <a:t>‹#›</a:t>
            </a:fld>
            <a:endParaRPr lang="en-US" dirty="0"/>
          </a:p>
        </p:txBody>
      </p:sp>
    </p:spTree>
    <p:extLst>
      <p:ext uri="{BB962C8B-B14F-4D97-AF65-F5344CB8AC3E}">
        <p14:creationId xmlns:p14="http://schemas.microsoft.com/office/powerpoint/2010/main" val="23985974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F75F72-8950-AF4F-9381-1D26FB547EA1}" type="datetimeFigureOut">
              <a:rPr lang="en-US" smtClean="0"/>
              <a:t>3/1/25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75476F-A808-1F46-A368-07984F6DA22E}" type="slidenum">
              <a:rPr lang="en-US" smtClean="0"/>
              <a:t>‹#›</a:t>
            </a:fld>
            <a:endParaRPr lang="en-US" dirty="0"/>
          </a:p>
        </p:txBody>
      </p:sp>
    </p:spTree>
    <p:extLst>
      <p:ext uri="{BB962C8B-B14F-4D97-AF65-F5344CB8AC3E}">
        <p14:creationId xmlns:p14="http://schemas.microsoft.com/office/powerpoint/2010/main" val="1114252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3.png"/><Relationship Id="rId5" Type="http://schemas.microsoft.com/office/2007/relationships/hdphoto" Target="../media/hdphoto1.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image" Target="../media/image10.png"/><Relationship Id="rId7" Type="http://schemas.openxmlformats.org/officeDocument/2006/relationships/image" Target="../media/image1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image" Target="../media/image10.png"/><Relationship Id="rId7" Type="http://schemas.openxmlformats.org/officeDocument/2006/relationships/image" Target="../media/image11.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image" Target="../media/image10.png"/><Relationship Id="rId7" Type="http://schemas.openxmlformats.org/officeDocument/2006/relationships/image" Target="../media/image11.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svg"/><Relationship Id="rId4" Type="http://schemas.openxmlformats.org/officeDocument/2006/relationships/image" Target="../media/image12.png"/><Relationship Id="rId5" Type="http://schemas.openxmlformats.org/officeDocument/2006/relationships/image" Target="../media/image13.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image" Target="../media/image3.png"/><Relationship Id="rId5" Type="http://schemas.microsoft.com/office/2007/relationships/hdphoto" Target="../media/hdphoto1.wdp"/></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3.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image" Target="../media/image18.png"/><Relationship Id="rId5" Type="http://schemas.openxmlformats.org/officeDocument/2006/relationships/image" Target="../media/image19.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3.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D90036E-D78E-7995-BEF4-F64DA613C71D}"/>
              </a:ext>
            </a:extLst>
          </p:cNvPr>
          <p:cNvSpPr>
            <a:spLocks noGrp="1"/>
          </p:cNvSpPr>
          <p:nvPr>
            <p:ph type="pic" sz="quarter" idx="10"/>
          </p:nvPr>
        </p:nvSpPr>
        <p:spPr>
          <a:xfrm>
            <a:off x="0" y="0"/>
            <a:ext cx="12192000" cy="6858000"/>
          </a:xfrm>
          <a:solidFill>
            <a:schemeClr val="tx1">
              <a:lumMod val="50000"/>
              <a:lumOff val="50000"/>
            </a:schemeClr>
          </a:solidFill>
        </p:spPr>
        <p:txBody>
          <a:bodyPr/>
          <a:lstStyle>
            <a:lvl1pPr marL="0" indent="0">
              <a:buNone/>
              <a:defRPr>
                <a:solidFill>
                  <a:schemeClr val="bg1"/>
                </a:solidFill>
              </a:defRPr>
            </a:lvl1pPr>
          </a:lstStyle>
          <a:p>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408176" y="1463040"/>
            <a:ext cx="6327648" cy="2180543"/>
          </a:xfrm>
          <a:noFill/>
        </p:spPr>
        <p:txBody>
          <a:bodyPr anchor="b">
            <a:noAutofit/>
          </a:bodyPr>
          <a:lstStyle>
            <a:lvl1pPr algn="ctr">
              <a:defRPr sz="48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911096" y="3995928"/>
            <a:ext cx="5321808" cy="824404"/>
          </a:xfrm>
          <a:noFill/>
        </p:spPr>
        <p:txBody>
          <a:bodyPr anchor="ct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099048" y="530352"/>
            <a:ext cx="5385816" cy="1810512"/>
          </a:xfrm>
        </p:spPr>
        <p:txBody>
          <a:bodyPr anchor="b">
            <a:normAutofit/>
          </a:bodyPr>
          <a:lstStyle>
            <a:lvl1pPr>
              <a:defRPr sz="4000"/>
            </a:lvl1pPr>
          </a:lstStyle>
          <a:p>
            <a:r>
              <a:rPr lang="en-US" dirty="0"/>
              <a:t>Click to edit Master title style</a:t>
            </a:r>
          </a:p>
        </p:txBody>
      </p:sp>
      <p:sp>
        <p:nvSpPr>
          <p:cNvPr id="7" name="Picture Placeholder 6">
            <a:extLst>
              <a:ext uri="{FF2B5EF4-FFF2-40B4-BE49-F238E27FC236}">
                <a16:creationId xmlns:a16="http://schemas.microsoft.com/office/drawing/2014/main" id="{8B3132E8-A261-CEAB-129F-0FED7AD8D00C}"/>
              </a:ext>
            </a:extLst>
          </p:cNvPr>
          <p:cNvSpPr>
            <a:spLocks noGrp="1"/>
          </p:cNvSpPr>
          <p:nvPr>
            <p:ph type="pic" sz="quarter" idx="13"/>
          </p:nvPr>
        </p:nvSpPr>
        <p:spPr>
          <a:xfrm>
            <a:off x="1" y="0"/>
            <a:ext cx="5174458" cy="6858000"/>
          </a:xfrm>
        </p:spPr>
        <p:txBody>
          <a:bodyPr/>
          <a:lstStyle>
            <a:lvl1pPr marL="0" indent="0">
              <a:buNone/>
              <a:defRPr/>
            </a:lvl1pPr>
          </a:lstStyle>
          <a:p>
            <a:endParaRPr lang="en-US" dirty="0"/>
          </a:p>
        </p:txBody>
      </p:sp>
      <p:sp>
        <p:nvSpPr>
          <p:cNvPr id="32" name="Content Placeholder 5">
            <a:extLst>
              <a:ext uri="{FF2B5EF4-FFF2-40B4-BE49-F238E27FC236}">
                <a16:creationId xmlns:a16="http://schemas.microsoft.com/office/drawing/2014/main" id="{9BEB2D80-6263-5794-6A1A-CFF345F7A92E}"/>
              </a:ext>
            </a:extLst>
          </p:cNvPr>
          <p:cNvSpPr>
            <a:spLocks noGrp="1"/>
          </p:cNvSpPr>
          <p:nvPr>
            <p:ph sz="quarter" idx="4"/>
          </p:nvPr>
        </p:nvSpPr>
        <p:spPr>
          <a:xfrm>
            <a:off x="6099048" y="2962656"/>
            <a:ext cx="5385816" cy="2706624"/>
          </a:xfrm>
        </p:spPr>
        <p:txBody>
          <a:bodyPr>
            <a:normAutofit/>
          </a:bodyPr>
          <a:lstStyle>
            <a:lvl1pPr marL="0" indent="0">
              <a:lnSpc>
                <a:spcPct val="100000"/>
              </a:lnSpc>
              <a:buClr>
                <a:srgbClr val="73292A"/>
              </a:buClr>
              <a:buNone/>
              <a:defRPr sz="2400"/>
            </a:lvl1pPr>
            <a:lvl2pPr marL="228600">
              <a:buClr>
                <a:srgbClr val="73292A"/>
              </a:buClr>
              <a:defRPr sz="2000"/>
            </a:lvl2pPr>
            <a:lvl3pPr marL="685800">
              <a:buClr>
                <a:srgbClr val="73292A"/>
              </a:buClr>
              <a:defRPr sz="1800"/>
            </a:lvl3pPr>
            <a:lvl4pPr marL="1143000">
              <a:buClr>
                <a:srgbClr val="73292A"/>
              </a:buClr>
              <a:defRPr sz="1600"/>
            </a:lvl4pPr>
            <a:lvl5pPr marL="1600200">
              <a:buClr>
                <a:srgbClr val="73292A"/>
              </a:buCl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6099048" y="6356350"/>
            <a:ext cx="4114800" cy="365125"/>
          </a:xfr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11234928" y="6356350"/>
            <a:ext cx="716280" cy="365125"/>
          </a:xfrm>
        </p:spPr>
        <p:txBody>
          <a:bodyPr/>
          <a:lstStyle/>
          <a:p>
            <a:fld id="{294A09A9-5501-47C1-A89A-A340965A2BE2}" type="slidenum">
              <a:rPr lang="en-US" smtClean="0"/>
              <a:t>‹#›</a:t>
            </a:fld>
            <a:endParaRPr lang="en-US" dirty="0"/>
          </a:p>
        </p:txBody>
      </p:sp>
      <p:sp>
        <p:nvSpPr>
          <p:cNvPr id="10" name="Rectangle 9">
            <a:extLst>
              <a:ext uri="{FF2B5EF4-FFF2-40B4-BE49-F238E27FC236}">
                <a16:creationId xmlns:a16="http://schemas.microsoft.com/office/drawing/2014/main" id="{DCAF8C32-80F8-F614-8280-02F76781F238}"/>
              </a:ext>
            </a:extLst>
          </p:cNvPr>
          <p:cNvSpPr/>
          <p:nvPr userDrawn="1"/>
        </p:nvSpPr>
        <p:spPr>
          <a:xfrm>
            <a:off x="5174459" y="0"/>
            <a:ext cx="45719"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a:extLst>
              <a:ext uri="{FF2B5EF4-FFF2-40B4-BE49-F238E27FC236}">
                <a16:creationId xmlns:a16="http://schemas.microsoft.com/office/drawing/2014/main" id="{02CB607F-27CE-D613-F812-E70C738FA04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34723"/>
          <a:stretch/>
        </p:blipFill>
        <p:spPr>
          <a:xfrm>
            <a:off x="9959711" y="738051"/>
            <a:ext cx="2232289" cy="5381892"/>
          </a:xfrm>
          <a:prstGeom prst="rect">
            <a:avLst/>
          </a:prstGeom>
        </p:spPr>
      </p:pic>
      <p:cxnSp>
        <p:nvCxnSpPr>
          <p:cNvPr id="4" name="Straight Connector 3">
            <a:extLst>
              <a:ext uri="{FF2B5EF4-FFF2-40B4-BE49-F238E27FC236}">
                <a16:creationId xmlns:a16="http://schemas.microsoft.com/office/drawing/2014/main" id="{0A689F60-3D32-FD74-24A9-266643081E85}"/>
              </a:ext>
            </a:extLst>
          </p:cNvPr>
          <p:cNvCxnSpPr>
            <a:cxnSpLocks/>
          </p:cNvCxnSpPr>
          <p:nvPr userDrawn="1"/>
        </p:nvCxnSpPr>
        <p:spPr>
          <a:xfrm>
            <a:off x="6189979" y="2649682"/>
            <a:ext cx="332598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text&#10;&#10;Description automatically generated">
            <a:extLst>
              <a:ext uri="{FF2B5EF4-FFF2-40B4-BE49-F238E27FC236}">
                <a16:creationId xmlns:a16="http://schemas.microsoft.com/office/drawing/2014/main" id="{B827D708-B036-EE04-B213-EC3EAAE0681B}"/>
              </a:ext>
            </a:extLst>
          </p:cNvPr>
          <p:cNvPicPr>
            <a:picLocks noChangeAspect="1"/>
          </p:cNvPicPr>
          <p:nvPr userDrawn="1"/>
        </p:nvPicPr>
        <p:blipFill>
          <a:blip r:embed="rId4" cstate="screen">
            <a:extLst>
              <a:ext uri="{BEBA8EAE-BF5A-486C-A8C5-ECC9F3942E4B}">
                <a14:imgProps xmlns:a14="http://schemas.microsoft.com/office/drawing/2010/main">
                  <a14:imgLayer r:embed="rId5">
                    <a14:imgEffect>
                      <a14:saturation sat="35000"/>
                    </a14:imgEffect>
                  </a14:imgLayer>
                </a14:imgProps>
              </a:ext>
              <a:ext uri="{28A0092B-C50C-407E-A947-70E740481C1C}">
                <a14:useLocalDpi xmlns:a14="http://schemas.microsoft.com/office/drawing/2010/main"/>
              </a:ext>
            </a:extLst>
          </a:blip>
          <a:stretch>
            <a:fillRect/>
          </a:stretch>
        </p:blipFill>
        <p:spPr>
          <a:xfrm>
            <a:off x="9029920" y="2509197"/>
            <a:ext cx="972078" cy="285381"/>
          </a:xfrm>
          <a:prstGeom prst="rect">
            <a:avLst/>
          </a:prstGeom>
        </p:spPr>
      </p:pic>
    </p:spTree>
    <p:extLst>
      <p:ext uri="{BB962C8B-B14F-4D97-AF65-F5344CB8AC3E}">
        <p14:creationId xmlns:p14="http://schemas.microsoft.com/office/powerpoint/2010/main" val="953980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68B802A0-174F-ED42-DB3C-30B25D7D20B7}"/>
              </a:ext>
            </a:extLst>
          </p:cNvPr>
          <p:cNvSpPr>
            <a:spLocks noGrp="1"/>
          </p:cNvSpPr>
          <p:nvPr>
            <p:ph type="pic" sz="quarter" idx="10"/>
          </p:nvPr>
        </p:nvSpPr>
        <p:spPr>
          <a:xfrm>
            <a:off x="0" y="0"/>
            <a:ext cx="12192000" cy="6858000"/>
          </a:xfrm>
          <a:solidFill>
            <a:schemeClr val="tx1">
              <a:lumMod val="50000"/>
              <a:lumOff val="50000"/>
            </a:schemeClr>
          </a:solidFill>
        </p:spPr>
        <p:txBody>
          <a:bodyPr/>
          <a:lstStyle>
            <a:lvl1pPr marL="0" indent="0">
              <a:buNone/>
              <a:defRPr>
                <a:solidFill>
                  <a:schemeClr val="bg1"/>
                </a:solidFill>
              </a:defRPr>
            </a:lvl1pPr>
          </a:lstStyle>
          <a:p>
            <a:endParaRPr lang="en-US" dirty="0"/>
          </a:p>
        </p:txBody>
      </p:sp>
      <p:sp>
        <p:nvSpPr>
          <p:cNvPr id="5" name="Title 1">
            <a:extLst>
              <a:ext uri="{FF2B5EF4-FFF2-40B4-BE49-F238E27FC236}">
                <a16:creationId xmlns:a16="http://schemas.microsoft.com/office/drawing/2014/main" id="{C5682FAF-43FC-D4B4-4D6A-E5D70198C128}"/>
              </a:ext>
            </a:extLst>
          </p:cNvPr>
          <p:cNvSpPr>
            <a:spLocks noGrp="1"/>
          </p:cNvSpPr>
          <p:nvPr>
            <p:ph type="ctrTitle"/>
          </p:nvPr>
        </p:nvSpPr>
        <p:spPr>
          <a:xfrm>
            <a:off x="1581912" y="2185416"/>
            <a:ext cx="9052560" cy="2487168"/>
          </a:xfrm>
          <a:noFill/>
        </p:spPr>
        <p:txBody>
          <a:bodyPr anchor="ctr">
            <a:noAutofit/>
          </a:bodyPr>
          <a:lstStyle>
            <a:lvl1pPr algn="ctr">
              <a:defRPr sz="48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F691F67-3A33-EA2C-967A-86934DA1D47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9401" b="24659"/>
          <a:stretch/>
        </p:blipFill>
        <p:spPr>
          <a:xfrm>
            <a:off x="5856445" y="726334"/>
            <a:ext cx="1898043" cy="5405332"/>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21792" y="722376"/>
            <a:ext cx="6419088" cy="2350008"/>
          </a:xfrm>
        </p:spPr>
        <p:txBody>
          <a:bodyPr anchor="b">
            <a:normAutofit/>
          </a:bodyPr>
          <a:lstStyle>
            <a:lvl1pPr algn="ctr">
              <a:defRPr sz="4400"/>
            </a:lvl1pPr>
          </a:lstStyle>
          <a:p>
            <a:r>
              <a:rPr lang="en-US" dirty="0"/>
              <a:t>Click to edit Master title style</a:t>
            </a:r>
          </a:p>
        </p:txBody>
      </p:sp>
      <p:sp>
        <p:nvSpPr>
          <p:cNvPr id="13" name="Subtitle 2">
            <a:extLst>
              <a:ext uri="{FF2B5EF4-FFF2-40B4-BE49-F238E27FC236}">
                <a16:creationId xmlns:a16="http://schemas.microsoft.com/office/drawing/2014/main" id="{F6B0D1AB-E9D6-841F-7178-F60F07AF3B37}"/>
              </a:ext>
            </a:extLst>
          </p:cNvPr>
          <p:cNvSpPr>
            <a:spLocks noGrp="1"/>
          </p:cNvSpPr>
          <p:nvPr>
            <p:ph type="subTitle" idx="1"/>
          </p:nvPr>
        </p:nvSpPr>
        <p:spPr>
          <a:xfrm>
            <a:off x="640079" y="3931920"/>
            <a:ext cx="6419088" cy="1389888"/>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Picture Placeholder 6">
            <a:extLst>
              <a:ext uri="{FF2B5EF4-FFF2-40B4-BE49-F238E27FC236}">
                <a16:creationId xmlns:a16="http://schemas.microsoft.com/office/drawing/2014/main" id="{8B3132E8-A261-CEAB-129F-0FED7AD8D00C}"/>
              </a:ext>
            </a:extLst>
          </p:cNvPr>
          <p:cNvSpPr>
            <a:spLocks noGrp="1"/>
          </p:cNvSpPr>
          <p:nvPr>
            <p:ph type="pic" sz="quarter" idx="13"/>
          </p:nvPr>
        </p:nvSpPr>
        <p:spPr>
          <a:xfrm>
            <a:off x="7754488" y="0"/>
            <a:ext cx="4434464" cy="6858000"/>
          </a:xfrm>
        </p:spPr>
        <p:txBody>
          <a:bodyPr/>
          <a:lstStyle>
            <a:lvl1pPr marL="0" indent="0">
              <a:buNone/>
              <a:defRPr/>
            </a:lvl1pPr>
          </a:lstStyle>
          <a:p>
            <a:endParaRPr lang="en-US" dirty="0"/>
          </a:p>
        </p:txBody>
      </p:sp>
      <p:cxnSp>
        <p:nvCxnSpPr>
          <p:cNvPr id="11" name="Straight Connector 10">
            <a:extLst>
              <a:ext uri="{FF2B5EF4-FFF2-40B4-BE49-F238E27FC236}">
                <a16:creationId xmlns:a16="http://schemas.microsoft.com/office/drawing/2014/main" id="{DB41B1E5-0891-6540-C6C6-2E4CF929E2D5}"/>
              </a:ext>
            </a:extLst>
          </p:cNvPr>
          <p:cNvCxnSpPr>
            <a:cxnSpLocks/>
          </p:cNvCxnSpPr>
          <p:nvPr userDrawn="1"/>
        </p:nvCxnSpPr>
        <p:spPr>
          <a:xfrm>
            <a:off x="1679972" y="3432325"/>
            <a:ext cx="437642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2" name="Picture 11" descr="A picture containing text&#10;&#10;Description automatically generated">
            <a:extLst>
              <a:ext uri="{FF2B5EF4-FFF2-40B4-BE49-F238E27FC236}">
                <a16:creationId xmlns:a16="http://schemas.microsoft.com/office/drawing/2014/main" id="{2CA6CDBD-54C9-2154-A4D6-F432B3CF27F7}"/>
              </a:ext>
            </a:extLst>
          </p:cNvPr>
          <p:cNvPicPr>
            <a:picLocks noChangeAspect="1"/>
          </p:cNvPicPr>
          <p:nvPr userDrawn="1"/>
        </p:nvPicPr>
        <p:blipFill>
          <a:blip r:embed="rId4" cstate="screen">
            <a:extLst>
              <a:ext uri="{BEBA8EAE-BF5A-486C-A8C5-ECC9F3942E4B}">
                <a14:imgProps xmlns:a14="http://schemas.microsoft.com/office/drawing/2010/main">
                  <a14:imgLayer r:embed="rId5">
                    <a14:imgEffect>
                      <a14:saturation sat="35000"/>
                    </a14:imgEffect>
                  </a14:imgLayer>
                </a14:imgProps>
              </a:ext>
              <a:ext uri="{28A0092B-C50C-407E-A947-70E740481C1C}">
                <a14:useLocalDpi xmlns:a14="http://schemas.microsoft.com/office/drawing/2010/main"/>
              </a:ext>
            </a:extLst>
          </a:blip>
          <a:stretch>
            <a:fillRect/>
          </a:stretch>
        </p:blipFill>
        <p:spPr>
          <a:xfrm>
            <a:off x="3343169" y="3291840"/>
            <a:ext cx="972078" cy="285381"/>
          </a:xfrm>
          <a:prstGeom prst="rect">
            <a:avLst/>
          </a:prstGeom>
        </p:spPr>
      </p:pic>
      <p:sp>
        <p:nvSpPr>
          <p:cNvPr id="14" name="Rectangle 13">
            <a:extLst>
              <a:ext uri="{FF2B5EF4-FFF2-40B4-BE49-F238E27FC236}">
                <a16:creationId xmlns:a16="http://schemas.microsoft.com/office/drawing/2014/main" id="{57541814-983F-1B1C-1D5D-EBAC0D9BEB4C}"/>
              </a:ext>
            </a:extLst>
          </p:cNvPr>
          <p:cNvSpPr/>
          <p:nvPr userDrawn="1"/>
        </p:nvSpPr>
        <p:spPr>
          <a:xfrm>
            <a:off x="7711438" y="0"/>
            <a:ext cx="45719" cy="6858000"/>
          </a:xfrm>
          <a:prstGeom prst="rect">
            <a:avLst/>
          </a:prstGeom>
          <a:solidFill>
            <a:schemeClr val="tx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23173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0" y="0"/>
            <a:ext cx="12192000" cy="6858000"/>
          </a:xfrm>
          <a:prstGeom prst="rect">
            <a:avLst/>
          </a:prstGeom>
          <a:solidFill>
            <a:schemeClr val="accent1">
              <a:lumMod val="50000"/>
              <a:shade val="30000"/>
              <a:satMod val="1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7D338C08-B5A9-DA78-1FE4-12BEFEB61B6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6136" t="6121"/>
          <a:stretch/>
        </p:blipFill>
        <p:spPr>
          <a:xfrm rot="16200000" flipH="1" flipV="1">
            <a:off x="9551222" y="-1653106"/>
            <a:ext cx="3225262" cy="6101168"/>
          </a:xfrm>
          <a:prstGeom prst="rect">
            <a:avLst/>
          </a:prstGeom>
        </p:spPr>
      </p:pic>
      <p:pic>
        <p:nvPicPr>
          <p:cNvPr id="7" name="Graphic 6">
            <a:extLst>
              <a:ext uri="{FF2B5EF4-FFF2-40B4-BE49-F238E27FC236}">
                <a16:creationId xmlns:a16="http://schemas.microsoft.com/office/drawing/2014/main" id="{230C4EDD-E959-BB97-7574-864A6EDFD37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32292"/>
          <a:stretch/>
        </p:blipFill>
        <p:spPr>
          <a:xfrm>
            <a:off x="602251" y="4944272"/>
            <a:ext cx="3848748" cy="1913728"/>
          </a:xfrm>
          <a:prstGeom prst="rect">
            <a:avLst/>
          </a:prstGeom>
        </p:spPr>
      </p:pic>
      <p:pic>
        <p:nvPicPr>
          <p:cNvPr id="2" name="Graphic 1">
            <a:extLst>
              <a:ext uri="{FF2B5EF4-FFF2-40B4-BE49-F238E27FC236}">
                <a16:creationId xmlns:a16="http://schemas.microsoft.com/office/drawing/2014/main" id="{577089EF-97BB-DEA3-01CF-BBC0C3C77657}"/>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r="69401" b="24659"/>
          <a:stretch/>
        </p:blipFill>
        <p:spPr>
          <a:xfrm>
            <a:off x="11163853" y="2479829"/>
            <a:ext cx="1898043" cy="5405332"/>
          </a:xfrm>
          <a:prstGeom prst="rect">
            <a:avLst/>
          </a:prstGeom>
        </p:spPr>
      </p:pic>
    </p:spTree>
    <p:extLst>
      <p:ext uri="{BB962C8B-B14F-4D97-AF65-F5344CB8AC3E}">
        <p14:creationId xmlns:p14="http://schemas.microsoft.com/office/powerpoint/2010/main" val="211853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and Content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0" y="0"/>
            <a:ext cx="12192000" cy="6858000"/>
          </a:xfrm>
          <a:prstGeom prst="rect">
            <a:avLst/>
          </a:prstGeom>
          <a:solidFill>
            <a:schemeClr val="accent1">
              <a:lumMod val="50000"/>
              <a:shade val="30000"/>
              <a:satMod val="1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7D338C08-B5A9-DA78-1FE4-12BEFEB61B6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6136" t="6121"/>
          <a:stretch/>
        </p:blipFill>
        <p:spPr>
          <a:xfrm rot="16200000" flipH="1" flipV="1">
            <a:off x="9551222" y="-1653106"/>
            <a:ext cx="3225262" cy="6101168"/>
          </a:xfrm>
          <a:prstGeom prst="rect">
            <a:avLst/>
          </a:prstGeom>
        </p:spPr>
      </p:pic>
      <p:pic>
        <p:nvPicPr>
          <p:cNvPr id="7" name="Graphic 6">
            <a:extLst>
              <a:ext uri="{FF2B5EF4-FFF2-40B4-BE49-F238E27FC236}">
                <a16:creationId xmlns:a16="http://schemas.microsoft.com/office/drawing/2014/main" id="{230C4EDD-E959-BB97-7574-864A6EDFD37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32292"/>
          <a:stretch/>
        </p:blipFill>
        <p:spPr>
          <a:xfrm>
            <a:off x="602251" y="4944272"/>
            <a:ext cx="3848748" cy="1913728"/>
          </a:xfrm>
          <a:prstGeom prst="rect">
            <a:avLst/>
          </a:prstGeom>
        </p:spPr>
      </p:pic>
      <p:pic>
        <p:nvPicPr>
          <p:cNvPr id="2" name="Graphic 1">
            <a:extLst>
              <a:ext uri="{FF2B5EF4-FFF2-40B4-BE49-F238E27FC236}">
                <a16:creationId xmlns:a16="http://schemas.microsoft.com/office/drawing/2014/main" id="{577089EF-97BB-DEA3-01CF-BBC0C3C77657}"/>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r="69401" b="24659"/>
          <a:stretch/>
        </p:blipFill>
        <p:spPr>
          <a:xfrm>
            <a:off x="11163853" y="2479829"/>
            <a:ext cx="1898043" cy="5405332"/>
          </a:xfrm>
          <a:prstGeom prst="rect">
            <a:avLst/>
          </a:prstGeom>
        </p:spPr>
      </p:pic>
    </p:spTree>
    <p:extLst>
      <p:ext uri="{BB962C8B-B14F-4D97-AF65-F5344CB8AC3E}">
        <p14:creationId xmlns:p14="http://schemas.microsoft.com/office/powerpoint/2010/main" val="164271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and Content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0" y="0"/>
            <a:ext cx="12192000" cy="6858000"/>
          </a:xfrm>
          <a:prstGeom prst="rect">
            <a:avLst/>
          </a:prstGeom>
          <a:solidFill>
            <a:schemeClr val="accent1">
              <a:lumMod val="50000"/>
              <a:shade val="30000"/>
              <a:satMod val="1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7D338C08-B5A9-DA78-1FE4-12BEFEB61B6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6136" t="6121"/>
          <a:stretch/>
        </p:blipFill>
        <p:spPr>
          <a:xfrm rot="16200000" flipH="1" flipV="1">
            <a:off x="9551222" y="-1653106"/>
            <a:ext cx="3225262" cy="6101168"/>
          </a:xfrm>
          <a:prstGeom prst="rect">
            <a:avLst/>
          </a:prstGeom>
        </p:spPr>
      </p:pic>
      <p:pic>
        <p:nvPicPr>
          <p:cNvPr id="7" name="Graphic 6">
            <a:extLst>
              <a:ext uri="{FF2B5EF4-FFF2-40B4-BE49-F238E27FC236}">
                <a16:creationId xmlns:a16="http://schemas.microsoft.com/office/drawing/2014/main" id="{230C4EDD-E959-BB97-7574-864A6EDFD37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32292"/>
          <a:stretch/>
        </p:blipFill>
        <p:spPr>
          <a:xfrm>
            <a:off x="602251" y="4944272"/>
            <a:ext cx="3848748" cy="1913728"/>
          </a:xfrm>
          <a:prstGeom prst="rect">
            <a:avLst/>
          </a:prstGeom>
        </p:spPr>
      </p:pic>
      <p:pic>
        <p:nvPicPr>
          <p:cNvPr id="2" name="Graphic 1">
            <a:extLst>
              <a:ext uri="{FF2B5EF4-FFF2-40B4-BE49-F238E27FC236}">
                <a16:creationId xmlns:a16="http://schemas.microsoft.com/office/drawing/2014/main" id="{577089EF-97BB-DEA3-01CF-BBC0C3C77657}"/>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r="69401" b="24659"/>
          <a:stretch/>
        </p:blipFill>
        <p:spPr>
          <a:xfrm>
            <a:off x="11163853" y="2479829"/>
            <a:ext cx="1898043" cy="5405332"/>
          </a:xfrm>
          <a:prstGeom prst="rect">
            <a:avLst/>
          </a:prstGeom>
        </p:spPr>
      </p:pic>
    </p:spTree>
    <p:extLst>
      <p:ext uri="{BB962C8B-B14F-4D97-AF65-F5344CB8AC3E}">
        <p14:creationId xmlns:p14="http://schemas.microsoft.com/office/powerpoint/2010/main" val="65475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with Subtitle">
    <p:bg>
      <p:bgPr>
        <a:solidFill>
          <a:schemeClr val="bg1"/>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68B802A0-174F-ED42-DB3C-30B25D7D20B7}"/>
              </a:ext>
            </a:extLst>
          </p:cNvPr>
          <p:cNvSpPr>
            <a:spLocks noGrp="1"/>
          </p:cNvSpPr>
          <p:nvPr>
            <p:ph type="pic" sz="quarter" idx="10"/>
          </p:nvPr>
        </p:nvSpPr>
        <p:spPr>
          <a:xfrm>
            <a:off x="0" y="0"/>
            <a:ext cx="12192000" cy="6858000"/>
          </a:xfrm>
          <a:solidFill>
            <a:schemeClr val="tx1">
              <a:lumMod val="50000"/>
              <a:lumOff val="50000"/>
            </a:schemeClr>
          </a:solidFill>
        </p:spPr>
        <p:txBody>
          <a:bodyPr/>
          <a:lstStyle>
            <a:lvl1pPr marL="0" indent="0">
              <a:buNone/>
              <a:defRPr>
                <a:solidFill>
                  <a:schemeClr val="bg1"/>
                </a:solidFill>
              </a:defRPr>
            </a:lvl1pPr>
          </a:lstStyle>
          <a:p>
            <a:endParaRPr lang="en-US" dirty="0"/>
          </a:p>
        </p:txBody>
      </p:sp>
      <p:sp>
        <p:nvSpPr>
          <p:cNvPr id="5" name="Title 1">
            <a:extLst>
              <a:ext uri="{FF2B5EF4-FFF2-40B4-BE49-F238E27FC236}">
                <a16:creationId xmlns:a16="http://schemas.microsoft.com/office/drawing/2014/main" id="{C5682FAF-43FC-D4B4-4D6A-E5D70198C128}"/>
              </a:ext>
            </a:extLst>
          </p:cNvPr>
          <p:cNvSpPr>
            <a:spLocks noGrp="1"/>
          </p:cNvSpPr>
          <p:nvPr>
            <p:ph type="ctrTitle"/>
          </p:nvPr>
        </p:nvSpPr>
        <p:spPr>
          <a:xfrm>
            <a:off x="1527048" y="2276856"/>
            <a:ext cx="9144000" cy="1508760"/>
          </a:xfrm>
          <a:noFill/>
        </p:spPr>
        <p:txBody>
          <a:bodyPr anchor="ctr">
            <a:noAutofit/>
          </a:bodyPr>
          <a:lstStyle>
            <a:lvl1pPr algn="ctr">
              <a:defRPr sz="4800">
                <a:solidFill>
                  <a:schemeClr val="bg1"/>
                </a:solidFill>
              </a:defRPr>
            </a:lvl1pPr>
          </a:lstStyle>
          <a:p>
            <a:r>
              <a:rPr lang="en-US" dirty="0"/>
              <a:t>Click to edit Master title style</a:t>
            </a:r>
          </a:p>
        </p:txBody>
      </p:sp>
      <p:sp>
        <p:nvSpPr>
          <p:cNvPr id="2" name="Subtitle 2">
            <a:extLst>
              <a:ext uri="{FF2B5EF4-FFF2-40B4-BE49-F238E27FC236}">
                <a16:creationId xmlns:a16="http://schemas.microsoft.com/office/drawing/2014/main" id="{FB724EDC-0FF4-BC78-C7CF-5B31189CBFC2}"/>
              </a:ext>
            </a:extLst>
          </p:cNvPr>
          <p:cNvSpPr>
            <a:spLocks noGrp="1"/>
          </p:cNvSpPr>
          <p:nvPr>
            <p:ph type="subTitle" idx="1"/>
          </p:nvPr>
        </p:nvSpPr>
        <p:spPr>
          <a:xfrm>
            <a:off x="1527048" y="3858768"/>
            <a:ext cx="9144000" cy="841248"/>
          </a:xfrm>
          <a:noFill/>
        </p:spPr>
        <p:txBody>
          <a:bodyPr anchor="t"/>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93911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1" y="0"/>
            <a:ext cx="12188952" cy="2048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228600"/>
            <a:ext cx="9528048" cy="1600200"/>
          </a:xfrm>
        </p:spPr>
        <p:txBody>
          <a:bodyPr/>
          <a:lstStyle>
            <a:lvl1pPr>
              <a:defRPr>
                <a:solidFill>
                  <a:schemeClr val="bg1"/>
                </a:solidFill>
              </a:defRPr>
            </a:lvl1pPr>
          </a:lstStyle>
          <a:p>
            <a:r>
              <a:rPr lang="en-US"/>
              <a:t>Click to edit Master title style</a:t>
            </a:r>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932688" y="2523744"/>
            <a:ext cx="4864608" cy="3694176"/>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8">
            <a:extLst>
              <a:ext uri="{FF2B5EF4-FFF2-40B4-BE49-F238E27FC236}">
                <a16:creationId xmlns:a16="http://schemas.microsoft.com/office/drawing/2014/main" id="{450D1A9C-4404-2909-F0C4-B7571474C940}"/>
              </a:ext>
            </a:extLst>
          </p:cNvPr>
          <p:cNvSpPr>
            <a:spLocks noGrp="1"/>
          </p:cNvSpPr>
          <p:nvPr>
            <p:ph sz="quarter" idx="13"/>
          </p:nvPr>
        </p:nvSpPr>
        <p:spPr>
          <a:xfrm>
            <a:off x="6684264" y="2523744"/>
            <a:ext cx="4864608" cy="3694176"/>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pic>
        <p:nvPicPr>
          <p:cNvPr id="8" name="Graphic 7">
            <a:extLst>
              <a:ext uri="{FF2B5EF4-FFF2-40B4-BE49-F238E27FC236}">
                <a16:creationId xmlns:a16="http://schemas.microsoft.com/office/drawing/2014/main" id="{D1885D14-9B48-E0B1-43FF-B19F5005FDA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b="32292"/>
          <a:stretch/>
        </p:blipFill>
        <p:spPr>
          <a:xfrm>
            <a:off x="8472405" y="132047"/>
            <a:ext cx="3848748" cy="1913728"/>
          </a:xfrm>
          <a:prstGeom prst="rect">
            <a:avLst/>
          </a:prstGeom>
        </p:spPr>
      </p:pic>
      <p:sp>
        <p:nvSpPr>
          <p:cNvPr id="10" name="Rectangle 9">
            <a:extLst>
              <a:ext uri="{FF2B5EF4-FFF2-40B4-BE49-F238E27FC236}">
                <a16:creationId xmlns:a16="http://schemas.microsoft.com/office/drawing/2014/main" id="{CD7ECFC8-50F2-4F2A-960A-F4F79E198620}"/>
              </a:ext>
            </a:extLst>
          </p:cNvPr>
          <p:cNvSpPr/>
          <p:nvPr userDrawn="1"/>
        </p:nvSpPr>
        <p:spPr>
          <a:xfrm>
            <a:off x="0" y="2022420"/>
            <a:ext cx="12192000"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68098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B7F52C37-6A33-FD57-31EC-516F581DF133}"/>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7420" b="36176"/>
          <a:stretch/>
        </p:blipFill>
        <p:spPr>
          <a:xfrm>
            <a:off x="0" y="2510651"/>
            <a:ext cx="2841744" cy="4347350"/>
          </a:xfrm>
          <a:prstGeom prst="rect">
            <a:avLst/>
          </a:prstGeom>
        </p:spPr>
      </p:pic>
      <p:sp>
        <p:nvSpPr>
          <p:cNvPr id="6" name="Rectangle 5">
            <a:extLst>
              <a:ext uri="{FF2B5EF4-FFF2-40B4-BE49-F238E27FC236}">
                <a16:creationId xmlns:a16="http://schemas.microsoft.com/office/drawing/2014/main" id="{A6865A83-7754-90AF-ABA5-0759C2C74767}"/>
              </a:ext>
            </a:extLst>
          </p:cNvPr>
          <p:cNvSpPr/>
          <p:nvPr userDrawn="1"/>
        </p:nvSpPr>
        <p:spPr>
          <a:xfrm>
            <a:off x="7397496" y="0"/>
            <a:ext cx="4790941"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8101584" y="1408176"/>
            <a:ext cx="3392424" cy="4014216"/>
          </a:xfrm>
        </p:spPr>
        <p:txBody>
          <a:bodyPr/>
          <a:lstStyle>
            <a:lvl1pPr>
              <a:defRPr>
                <a:solidFill>
                  <a:schemeClr val="bg1"/>
                </a:solidFill>
              </a:defRPr>
            </a:lvl1pPr>
          </a:lstStyle>
          <a:p>
            <a:r>
              <a:rPr lang="en-US" dirty="0"/>
              <a:t>Click to edit Master title style</a:t>
            </a:r>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932688" y="685800"/>
            <a:ext cx="5276088" cy="1563624"/>
          </a:xfrm>
        </p:spPr>
        <p:txBody>
          <a:bodyPr>
            <a:noAutofit/>
          </a:bodyPr>
          <a:lstStyle>
            <a:lvl1pPr marL="457200" indent="-457200">
              <a:lnSpc>
                <a:spcPct val="100000"/>
              </a:lnSpc>
              <a:spcBef>
                <a:spcPts val="1000"/>
              </a:spcBef>
              <a:spcAft>
                <a:spcPts val="0"/>
              </a:spcAft>
              <a:buClr>
                <a:schemeClr val="accent2"/>
              </a:buClr>
              <a:buFont typeface="+mj-lt"/>
              <a:buAutoNum type="arabicPeriod"/>
              <a:defRPr sz="2400">
                <a:solidFill>
                  <a:schemeClr val="tx2">
                    <a:lumMod val="25000"/>
                  </a:schemeClr>
                </a:solidFill>
              </a:defRPr>
            </a:lvl1pPr>
            <a:lvl2pPr marL="914400" indent="-457200">
              <a:buClr>
                <a:schemeClr val="accent2"/>
              </a:buClr>
              <a:buFont typeface="+mj-lt"/>
              <a:buAutoNum type="alphaLcPeriod"/>
              <a:defRPr sz="2400">
                <a:solidFill>
                  <a:schemeClr val="tx2">
                    <a:lumMod val="25000"/>
                  </a:schemeClr>
                </a:solidFill>
              </a:defRPr>
            </a:lvl2pPr>
            <a:lvl3pPr marL="1371600" indent="-457200">
              <a:buClr>
                <a:schemeClr val="accent2"/>
              </a:buClr>
              <a:buFont typeface="+mj-lt"/>
              <a:buAutoNum type="romanLcPeriod"/>
              <a:defRPr sz="2000">
                <a:solidFill>
                  <a:schemeClr val="tx2">
                    <a:lumMod val="25000"/>
                  </a:schemeClr>
                </a:solidFill>
              </a:defRPr>
            </a:lvl3pPr>
            <a:lvl4pPr marL="1714500" indent="-342900">
              <a:buClr>
                <a:schemeClr val="accent2"/>
              </a:buClr>
              <a:buFont typeface="+mj-lt"/>
              <a:buAutoNum type="arabicParenR"/>
              <a:defRPr sz="1800">
                <a:solidFill>
                  <a:schemeClr val="tx2">
                    <a:lumMod val="25000"/>
                  </a:schemeClr>
                </a:solidFill>
              </a:defRPr>
            </a:lvl4pPr>
            <a:lvl5pPr marL="2171700" indent="-342900">
              <a:buClr>
                <a:schemeClr val="accent2"/>
              </a:buClr>
              <a:buFont typeface="+mj-lt"/>
              <a:buAutoNum type="alphaLcParenR"/>
              <a:defRPr sz="1600">
                <a:solidFill>
                  <a:schemeClr val="tx2">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8">
            <a:extLst>
              <a:ext uri="{FF2B5EF4-FFF2-40B4-BE49-F238E27FC236}">
                <a16:creationId xmlns:a16="http://schemas.microsoft.com/office/drawing/2014/main" id="{EC526101-2775-A309-0B4A-DB278C3974D2}"/>
              </a:ext>
            </a:extLst>
          </p:cNvPr>
          <p:cNvSpPr>
            <a:spLocks noGrp="1"/>
          </p:cNvSpPr>
          <p:nvPr>
            <p:ph sz="quarter" idx="13"/>
          </p:nvPr>
        </p:nvSpPr>
        <p:spPr>
          <a:xfrm>
            <a:off x="932688" y="2697480"/>
            <a:ext cx="5276088" cy="3483864"/>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1800">
                <a:solidFill>
                  <a:schemeClr val="tx2">
                    <a:lumMod val="25000"/>
                  </a:schemeClr>
                </a:solidFill>
              </a:defRPr>
            </a:lvl3pPr>
            <a:lvl4pPr marL="1143000">
              <a:buClr>
                <a:schemeClr val="accent2"/>
              </a:buClr>
              <a:defRPr sz="1600">
                <a:solidFill>
                  <a:schemeClr val="tx2">
                    <a:lumMod val="25000"/>
                  </a:schemeClr>
                </a:solidFill>
              </a:defRPr>
            </a:lvl4pPr>
            <a:lvl5pPr marL="1600200">
              <a:buClr>
                <a:schemeClr val="accent2"/>
              </a:buClr>
              <a:defRPr sz="1400">
                <a:solidFill>
                  <a:schemeClr val="tx2">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lvl1pPr>
              <a:defRPr>
                <a:solidFill>
                  <a:schemeClr val="bg1"/>
                </a:solidFill>
              </a:defRPr>
            </a:lvl1pPr>
          </a:lstStyle>
          <a:p>
            <a:fld id="{294A09A9-5501-47C1-A89A-A340965A2BE2}" type="slidenum">
              <a:rPr lang="en-US" smtClean="0"/>
              <a:pPr/>
              <a:t>‹#›</a:t>
            </a:fld>
            <a:endParaRPr lang="en-US" dirty="0"/>
          </a:p>
        </p:txBody>
      </p:sp>
      <p:pic>
        <p:nvPicPr>
          <p:cNvPr id="12" name="Graphic 11">
            <a:extLst>
              <a:ext uri="{FF2B5EF4-FFF2-40B4-BE49-F238E27FC236}">
                <a16:creationId xmlns:a16="http://schemas.microsoft.com/office/drawing/2014/main" id="{45719EF3-43BC-5F74-7396-273F72ED3CBC}"/>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32292"/>
          <a:stretch/>
        </p:blipFill>
        <p:spPr>
          <a:xfrm>
            <a:off x="8001534" y="4944272"/>
            <a:ext cx="3848748" cy="1913728"/>
          </a:xfrm>
          <a:prstGeom prst="rect">
            <a:avLst/>
          </a:prstGeom>
        </p:spPr>
      </p:pic>
      <p:sp>
        <p:nvSpPr>
          <p:cNvPr id="13" name="Rectangle 12">
            <a:extLst>
              <a:ext uri="{FF2B5EF4-FFF2-40B4-BE49-F238E27FC236}">
                <a16:creationId xmlns:a16="http://schemas.microsoft.com/office/drawing/2014/main" id="{137D205C-32E5-5A54-8D89-CB56198B06E5}"/>
              </a:ext>
            </a:extLst>
          </p:cNvPr>
          <p:cNvSpPr/>
          <p:nvPr userDrawn="1"/>
        </p:nvSpPr>
        <p:spPr>
          <a:xfrm rot="5400000">
            <a:off x="3949200" y="3406143"/>
            <a:ext cx="6857999"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871824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516D97AE-EB24-C3DA-21A1-E8EE4631ACE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2118" r="47395" b="22709"/>
          <a:stretch/>
        </p:blipFill>
        <p:spPr>
          <a:xfrm flipH="1">
            <a:off x="4448831" y="805912"/>
            <a:ext cx="1464735" cy="4961437"/>
          </a:xfrm>
          <a:prstGeom prst="rect">
            <a:avLst/>
          </a:prstGeom>
        </p:spPr>
      </p:pic>
      <p:sp>
        <p:nvSpPr>
          <p:cNvPr id="10" name="Rectangle 9">
            <a:extLst>
              <a:ext uri="{FF2B5EF4-FFF2-40B4-BE49-F238E27FC236}">
                <a16:creationId xmlns:a16="http://schemas.microsoft.com/office/drawing/2014/main" id="{5CBF43B9-3946-05E6-521F-EE4BB59B49D0}"/>
              </a:ext>
            </a:extLst>
          </p:cNvPr>
          <p:cNvSpPr/>
          <p:nvPr userDrawn="1"/>
        </p:nvSpPr>
        <p:spPr>
          <a:xfrm>
            <a:off x="4434840" y="0"/>
            <a:ext cx="45719" cy="6858000"/>
          </a:xfrm>
          <a:prstGeom prst="rect">
            <a:avLst/>
          </a:prstGeom>
          <a:solidFill>
            <a:schemeClr val="tx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a:extLst>
              <a:ext uri="{FF2B5EF4-FFF2-40B4-BE49-F238E27FC236}">
                <a16:creationId xmlns:a16="http://schemas.microsoft.com/office/drawing/2014/main" id="{E14DEF57-E0D6-D7CA-5D3C-FC97EAB0620A}"/>
              </a:ext>
            </a:extLst>
          </p:cNvPr>
          <p:cNvSpPr>
            <a:spLocks noGrp="1"/>
          </p:cNvSpPr>
          <p:nvPr>
            <p:ph type="title"/>
          </p:nvPr>
        </p:nvSpPr>
        <p:spPr>
          <a:xfrm>
            <a:off x="5193792" y="557784"/>
            <a:ext cx="6419088" cy="1929384"/>
          </a:xfrm>
        </p:spPr>
        <p:txBody>
          <a:bodyPr anchor="b">
            <a:normAutofit/>
          </a:bodyPr>
          <a:lstStyle>
            <a:lvl1pPr algn="ctr">
              <a:defRPr sz="4400"/>
            </a:lvl1pPr>
          </a:lstStyle>
          <a:p>
            <a:r>
              <a:rPr lang="en-US" dirty="0"/>
              <a:t>Click to edit Master title style</a:t>
            </a:r>
          </a:p>
        </p:txBody>
      </p:sp>
      <p:sp>
        <p:nvSpPr>
          <p:cNvPr id="8" name="Picture Placeholder 6">
            <a:extLst>
              <a:ext uri="{FF2B5EF4-FFF2-40B4-BE49-F238E27FC236}">
                <a16:creationId xmlns:a16="http://schemas.microsoft.com/office/drawing/2014/main" id="{930B4666-31C5-1F2B-27D9-2A9F6EC970DD}"/>
              </a:ext>
            </a:extLst>
          </p:cNvPr>
          <p:cNvSpPr>
            <a:spLocks noGrp="1"/>
          </p:cNvSpPr>
          <p:nvPr>
            <p:ph type="pic" sz="quarter" idx="13"/>
          </p:nvPr>
        </p:nvSpPr>
        <p:spPr>
          <a:xfrm>
            <a:off x="0" y="0"/>
            <a:ext cx="4434464" cy="6858000"/>
          </a:xfrm>
        </p:spPr>
        <p:txBody>
          <a:bodyPr/>
          <a:lstStyle>
            <a:lvl1pPr marL="0" indent="0">
              <a:buNone/>
              <a:defRPr/>
            </a:lvl1pPr>
          </a:lstStyle>
          <a:p>
            <a:endParaRPr lang="en-US" dirty="0"/>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5193792" y="3328416"/>
            <a:ext cx="6419088" cy="2441448"/>
          </a:xfrm>
        </p:spPr>
        <p:txBody>
          <a:bodyPr/>
          <a:lstStyle>
            <a:lvl1pPr marL="0" indent="0" algn="ctr">
              <a:lnSpc>
                <a:spcPct val="90000"/>
              </a:lnSpc>
              <a:spcAft>
                <a:spcPts val="1200"/>
              </a:spcAft>
              <a:buClr>
                <a:schemeClr val="accent2"/>
              </a:buClr>
              <a:buNone/>
              <a:defRPr sz="2400">
                <a:solidFill>
                  <a:schemeClr val="tx2">
                    <a:lumMod val="25000"/>
                  </a:schemeClr>
                </a:solidFill>
              </a:defRPr>
            </a:lvl1pPr>
            <a:lvl2pPr algn="ctr">
              <a:buClr>
                <a:schemeClr val="accent2"/>
              </a:buClr>
              <a:defRPr sz="2000">
                <a:solidFill>
                  <a:schemeClr val="tx2">
                    <a:lumMod val="25000"/>
                  </a:schemeClr>
                </a:solidFill>
              </a:defRPr>
            </a:lvl2pPr>
            <a:lvl3pPr algn="ctr">
              <a:buClr>
                <a:schemeClr val="accent2"/>
              </a:buClr>
              <a:defRPr sz="1800">
                <a:solidFill>
                  <a:schemeClr val="tx2">
                    <a:lumMod val="25000"/>
                  </a:schemeClr>
                </a:solidFill>
              </a:defRPr>
            </a:lvl3pPr>
            <a:lvl4pPr algn="ctr">
              <a:buClr>
                <a:schemeClr val="accent2"/>
              </a:buClr>
              <a:defRPr sz="1600">
                <a:solidFill>
                  <a:schemeClr val="tx2">
                    <a:lumMod val="25000"/>
                  </a:schemeClr>
                </a:solidFill>
              </a:defRPr>
            </a:lvl4pPr>
            <a:lvl5pPr algn="ctr">
              <a:buClr>
                <a:schemeClr val="accent2"/>
              </a:buClr>
              <a:defRPr sz="1400">
                <a:solidFill>
                  <a:schemeClr val="tx2">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5193792"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cxnSp>
        <p:nvCxnSpPr>
          <p:cNvPr id="13" name="Straight Connector 12">
            <a:extLst>
              <a:ext uri="{FF2B5EF4-FFF2-40B4-BE49-F238E27FC236}">
                <a16:creationId xmlns:a16="http://schemas.microsoft.com/office/drawing/2014/main" id="{689EEBF9-800C-88AE-FE83-60B5F47AFC14}"/>
              </a:ext>
            </a:extLst>
          </p:cNvPr>
          <p:cNvCxnSpPr>
            <a:cxnSpLocks/>
          </p:cNvCxnSpPr>
          <p:nvPr userDrawn="1"/>
        </p:nvCxnSpPr>
        <p:spPr>
          <a:xfrm>
            <a:off x="6174481" y="2843389"/>
            <a:ext cx="437642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4" name="Picture 13" descr="A picture containing text&#10;&#10;Description automatically generated">
            <a:extLst>
              <a:ext uri="{FF2B5EF4-FFF2-40B4-BE49-F238E27FC236}">
                <a16:creationId xmlns:a16="http://schemas.microsoft.com/office/drawing/2014/main" id="{301D77B6-9ED1-094C-66A3-7D5AB0CDEA47}"/>
              </a:ext>
            </a:extLst>
          </p:cNvPr>
          <p:cNvPicPr>
            <a:picLocks noChangeAspect="1"/>
          </p:cNvPicPr>
          <p:nvPr userDrawn="1"/>
        </p:nvPicPr>
        <p:blipFill>
          <a:blip r:embed="rId4" cstate="screen">
            <a:extLst>
              <a:ext uri="{BEBA8EAE-BF5A-486C-A8C5-ECC9F3942E4B}">
                <a14:imgProps xmlns:a14="http://schemas.microsoft.com/office/drawing/2010/main">
                  <a14:imgLayer r:embed="rId5">
                    <a14:imgEffect>
                      <a14:saturation sat="35000"/>
                    </a14:imgEffect>
                  </a14:imgLayer>
                </a14:imgProps>
              </a:ext>
              <a:ext uri="{28A0092B-C50C-407E-A947-70E740481C1C}">
                <a14:useLocalDpi xmlns:a14="http://schemas.microsoft.com/office/drawing/2010/main"/>
              </a:ext>
            </a:extLst>
          </a:blip>
          <a:stretch>
            <a:fillRect/>
          </a:stretch>
        </p:blipFill>
        <p:spPr>
          <a:xfrm>
            <a:off x="7914042" y="2702904"/>
            <a:ext cx="972078" cy="285381"/>
          </a:xfrm>
          <a:prstGeom prst="rect">
            <a:avLst/>
          </a:prstGeom>
        </p:spPr>
      </p:pic>
    </p:spTree>
    <p:extLst>
      <p:ext uri="{BB962C8B-B14F-4D97-AF65-F5344CB8AC3E}">
        <p14:creationId xmlns:p14="http://schemas.microsoft.com/office/powerpoint/2010/main" val="19426491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1" y="0"/>
            <a:ext cx="12188952" cy="2048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228600"/>
            <a:ext cx="9528048" cy="1600200"/>
          </a:xfrm>
        </p:spPr>
        <p:txBody>
          <a:bodyPr/>
          <a:lstStyle>
            <a:lvl1pPr>
              <a:defRPr>
                <a:solidFill>
                  <a:schemeClr val="bg1"/>
                </a:solidFill>
              </a:defRPr>
            </a:lvl1pPr>
          </a:lstStyle>
          <a:p>
            <a:r>
              <a:rPr lang="en-US"/>
              <a:t>Click to edit Master title style</a:t>
            </a:r>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932688" y="2770632"/>
            <a:ext cx="2487168" cy="3502152"/>
          </a:xfrm>
        </p:spPr>
        <p:txBody>
          <a:bodyPr lIns="91440" rIns="91440"/>
          <a:lstStyle>
            <a:lvl1pPr marL="0" indent="0">
              <a:spcAft>
                <a:spcPts val="120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8">
            <a:extLst>
              <a:ext uri="{FF2B5EF4-FFF2-40B4-BE49-F238E27FC236}">
                <a16:creationId xmlns:a16="http://schemas.microsoft.com/office/drawing/2014/main" id="{450D1A9C-4404-2909-F0C4-B7571474C940}"/>
              </a:ext>
            </a:extLst>
          </p:cNvPr>
          <p:cNvSpPr>
            <a:spLocks noGrp="1"/>
          </p:cNvSpPr>
          <p:nvPr>
            <p:ph sz="quarter" idx="13"/>
          </p:nvPr>
        </p:nvSpPr>
        <p:spPr>
          <a:xfrm>
            <a:off x="3785616" y="2770632"/>
            <a:ext cx="7571232" cy="3392424"/>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pic>
        <p:nvPicPr>
          <p:cNvPr id="8" name="Graphic 7">
            <a:extLst>
              <a:ext uri="{FF2B5EF4-FFF2-40B4-BE49-F238E27FC236}">
                <a16:creationId xmlns:a16="http://schemas.microsoft.com/office/drawing/2014/main" id="{D1885D14-9B48-E0B1-43FF-B19F5005FDA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b="32292"/>
          <a:stretch/>
        </p:blipFill>
        <p:spPr>
          <a:xfrm>
            <a:off x="8472405" y="132047"/>
            <a:ext cx="3848748" cy="1913728"/>
          </a:xfrm>
          <a:prstGeom prst="rect">
            <a:avLst/>
          </a:prstGeom>
        </p:spPr>
      </p:pic>
      <p:sp>
        <p:nvSpPr>
          <p:cNvPr id="10" name="Rectangle 9">
            <a:extLst>
              <a:ext uri="{FF2B5EF4-FFF2-40B4-BE49-F238E27FC236}">
                <a16:creationId xmlns:a16="http://schemas.microsoft.com/office/drawing/2014/main" id="{CD7ECFC8-50F2-4F2A-960A-F4F79E198620}"/>
              </a:ext>
            </a:extLst>
          </p:cNvPr>
          <p:cNvSpPr/>
          <p:nvPr userDrawn="1"/>
        </p:nvSpPr>
        <p:spPr>
          <a:xfrm>
            <a:off x="0" y="2022420"/>
            <a:ext cx="12192000"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739906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1" y="0"/>
            <a:ext cx="12188952" cy="2048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228600"/>
            <a:ext cx="9528048" cy="1600200"/>
          </a:xfrm>
        </p:spPr>
        <p:txBody>
          <a:bodyPr/>
          <a:lstStyle>
            <a:lvl1pPr>
              <a:defRPr>
                <a:solidFill>
                  <a:schemeClr val="bg1"/>
                </a:solidFill>
              </a:defRPr>
            </a:lvl1pPr>
          </a:lstStyle>
          <a:p>
            <a:r>
              <a:rPr lang="en-US"/>
              <a:t>Click to edit Master title style</a:t>
            </a:r>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932688" y="2432304"/>
            <a:ext cx="6163056" cy="3739896"/>
          </a:xfrm>
        </p:spPr>
        <p:txBody>
          <a:bodyPr lIns="91440" rIns="91440"/>
          <a:lstStyle>
            <a:lvl1pPr marL="228600" indent="-228600">
              <a:spcAft>
                <a:spcPts val="0"/>
              </a:spcAft>
              <a:buClr>
                <a:schemeClr val="accent2"/>
              </a:buClr>
              <a:buFont typeface="Arial" panose="020B0604020202020204" pitchFamily="34" charset="0"/>
              <a:buChar char="•"/>
              <a:defRPr sz="2400">
                <a:solidFill>
                  <a:schemeClr val="tx2">
                    <a:lumMod val="25000"/>
                  </a:schemeClr>
                </a:solidFill>
              </a:defRPr>
            </a:lvl1pPr>
            <a:lvl2pPr marL="685800">
              <a:spcBef>
                <a:spcPts val="500"/>
              </a:spcBef>
              <a:buClr>
                <a:schemeClr val="accent2"/>
              </a:buClr>
              <a:defRPr sz="2400">
                <a:solidFill>
                  <a:schemeClr val="tx2">
                    <a:lumMod val="25000"/>
                  </a:schemeClr>
                </a:solidFill>
              </a:defRPr>
            </a:lvl2pPr>
            <a:lvl3pPr marL="1143000">
              <a:buClr>
                <a:schemeClr val="accent2"/>
              </a:buClr>
              <a:defRPr sz="2000">
                <a:solidFill>
                  <a:schemeClr val="tx2">
                    <a:lumMod val="25000"/>
                  </a:schemeClr>
                </a:solidFill>
              </a:defRPr>
            </a:lvl3pPr>
            <a:lvl4pPr marL="1600200">
              <a:buClr>
                <a:schemeClr val="accent2"/>
              </a:buClr>
              <a:defRPr sz="1800">
                <a:solidFill>
                  <a:schemeClr val="tx2">
                    <a:lumMod val="25000"/>
                  </a:schemeClr>
                </a:solidFill>
              </a:defRPr>
            </a:lvl4pPr>
            <a:lvl5pPr marL="2057400">
              <a:buClr>
                <a:schemeClr val="accent2"/>
              </a:buClr>
              <a:defRPr sz="1600">
                <a:solidFill>
                  <a:schemeClr val="tx2">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8">
            <a:extLst>
              <a:ext uri="{FF2B5EF4-FFF2-40B4-BE49-F238E27FC236}">
                <a16:creationId xmlns:a16="http://schemas.microsoft.com/office/drawing/2014/main" id="{450D1A9C-4404-2909-F0C4-B7571474C940}"/>
              </a:ext>
            </a:extLst>
          </p:cNvPr>
          <p:cNvSpPr>
            <a:spLocks noGrp="1"/>
          </p:cNvSpPr>
          <p:nvPr>
            <p:ph sz="quarter" idx="13"/>
          </p:nvPr>
        </p:nvSpPr>
        <p:spPr>
          <a:xfrm>
            <a:off x="7424928" y="2441448"/>
            <a:ext cx="4169664" cy="3703320"/>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pic>
        <p:nvPicPr>
          <p:cNvPr id="8" name="Graphic 7">
            <a:extLst>
              <a:ext uri="{FF2B5EF4-FFF2-40B4-BE49-F238E27FC236}">
                <a16:creationId xmlns:a16="http://schemas.microsoft.com/office/drawing/2014/main" id="{D1885D14-9B48-E0B1-43FF-B19F5005FDA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b="32292"/>
          <a:stretch/>
        </p:blipFill>
        <p:spPr>
          <a:xfrm>
            <a:off x="8472405" y="132047"/>
            <a:ext cx="3848748" cy="1913728"/>
          </a:xfrm>
          <a:prstGeom prst="rect">
            <a:avLst/>
          </a:prstGeom>
        </p:spPr>
      </p:pic>
      <p:sp>
        <p:nvSpPr>
          <p:cNvPr id="10" name="Rectangle 9">
            <a:extLst>
              <a:ext uri="{FF2B5EF4-FFF2-40B4-BE49-F238E27FC236}">
                <a16:creationId xmlns:a16="http://schemas.microsoft.com/office/drawing/2014/main" id="{CD7ECFC8-50F2-4F2A-960A-F4F79E198620}"/>
              </a:ext>
            </a:extLst>
          </p:cNvPr>
          <p:cNvSpPr/>
          <p:nvPr userDrawn="1"/>
        </p:nvSpPr>
        <p:spPr>
          <a:xfrm>
            <a:off x="0" y="2022420"/>
            <a:ext cx="12192000"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1EB1C5A3-22FF-382D-3801-B6D9C4AC53E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52051"/>
          <a:stretch/>
        </p:blipFill>
        <p:spPr>
          <a:xfrm>
            <a:off x="4629335" y="1815780"/>
            <a:ext cx="5586493" cy="5042220"/>
          </a:xfrm>
          <a:prstGeom prst="rect">
            <a:avLst/>
          </a:prstGeom>
        </p:spPr>
      </p:pic>
    </p:spTree>
    <p:extLst>
      <p:ext uri="{BB962C8B-B14F-4D97-AF65-F5344CB8AC3E}">
        <p14:creationId xmlns:p14="http://schemas.microsoft.com/office/powerpoint/2010/main" val="6597676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1" y="0"/>
            <a:ext cx="12188952" cy="2048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228600"/>
            <a:ext cx="9528048" cy="1600200"/>
          </a:xfrm>
        </p:spPr>
        <p:txBody>
          <a:bodyPr/>
          <a:lstStyle>
            <a:lvl1pPr>
              <a:defRPr>
                <a:solidFill>
                  <a:schemeClr val="bg1"/>
                </a:solidFill>
              </a:defRPr>
            </a:lvl1pPr>
          </a:lstStyle>
          <a:p>
            <a:r>
              <a:rPr lang="en-US"/>
              <a:t>Click to edit Master title style</a:t>
            </a:r>
          </a:p>
        </p:txBody>
      </p:sp>
      <p:sp>
        <p:nvSpPr>
          <p:cNvPr id="11" name="Content Placeholder 8">
            <a:extLst>
              <a:ext uri="{FF2B5EF4-FFF2-40B4-BE49-F238E27FC236}">
                <a16:creationId xmlns:a16="http://schemas.microsoft.com/office/drawing/2014/main" id="{450D1A9C-4404-2909-F0C4-B7571474C940}"/>
              </a:ext>
            </a:extLst>
          </p:cNvPr>
          <p:cNvSpPr>
            <a:spLocks noGrp="1"/>
          </p:cNvSpPr>
          <p:nvPr>
            <p:ph sz="quarter" idx="13"/>
          </p:nvPr>
        </p:nvSpPr>
        <p:spPr>
          <a:xfrm>
            <a:off x="841248" y="2770632"/>
            <a:ext cx="10515600" cy="3392424"/>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pic>
        <p:nvPicPr>
          <p:cNvPr id="8" name="Graphic 7">
            <a:extLst>
              <a:ext uri="{FF2B5EF4-FFF2-40B4-BE49-F238E27FC236}">
                <a16:creationId xmlns:a16="http://schemas.microsoft.com/office/drawing/2014/main" id="{D1885D14-9B48-E0B1-43FF-B19F5005FDA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b="32292"/>
          <a:stretch/>
        </p:blipFill>
        <p:spPr>
          <a:xfrm>
            <a:off x="8472405" y="132047"/>
            <a:ext cx="3848748" cy="1913728"/>
          </a:xfrm>
          <a:prstGeom prst="rect">
            <a:avLst/>
          </a:prstGeom>
        </p:spPr>
      </p:pic>
      <p:sp>
        <p:nvSpPr>
          <p:cNvPr id="10" name="Rectangle 9">
            <a:extLst>
              <a:ext uri="{FF2B5EF4-FFF2-40B4-BE49-F238E27FC236}">
                <a16:creationId xmlns:a16="http://schemas.microsoft.com/office/drawing/2014/main" id="{CD7ECFC8-50F2-4F2A-960A-F4F79E198620}"/>
              </a:ext>
            </a:extLst>
          </p:cNvPr>
          <p:cNvSpPr/>
          <p:nvPr userDrawn="1"/>
        </p:nvSpPr>
        <p:spPr>
          <a:xfrm>
            <a:off x="0" y="2022420"/>
            <a:ext cx="12192000"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209998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bg1"/>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68B802A0-174F-ED42-DB3C-30B25D7D20B7}"/>
              </a:ext>
            </a:extLst>
          </p:cNvPr>
          <p:cNvSpPr>
            <a:spLocks noGrp="1"/>
          </p:cNvSpPr>
          <p:nvPr>
            <p:ph type="pic" sz="quarter" idx="10"/>
          </p:nvPr>
        </p:nvSpPr>
        <p:spPr>
          <a:xfrm>
            <a:off x="0" y="0"/>
            <a:ext cx="12192000" cy="6858000"/>
          </a:xfrm>
          <a:solidFill>
            <a:schemeClr val="tx1">
              <a:lumMod val="50000"/>
              <a:lumOff val="50000"/>
            </a:schemeClr>
          </a:solidFill>
        </p:spPr>
        <p:txBody>
          <a:bodyPr/>
          <a:lstStyle>
            <a:lvl1pPr marL="0" indent="0">
              <a:buNone/>
              <a:defRPr>
                <a:solidFill>
                  <a:schemeClr val="bg1"/>
                </a:solidFill>
              </a:defRPr>
            </a:lvl1pPr>
          </a:lstStyle>
          <a:p>
            <a:endParaRPr lang="en-US" dirty="0"/>
          </a:p>
        </p:txBody>
      </p:sp>
      <p:sp>
        <p:nvSpPr>
          <p:cNvPr id="5" name="Title 1">
            <a:extLst>
              <a:ext uri="{FF2B5EF4-FFF2-40B4-BE49-F238E27FC236}">
                <a16:creationId xmlns:a16="http://schemas.microsoft.com/office/drawing/2014/main" id="{C5682FAF-43FC-D4B4-4D6A-E5D70198C128}"/>
              </a:ext>
            </a:extLst>
          </p:cNvPr>
          <p:cNvSpPr>
            <a:spLocks noGrp="1"/>
          </p:cNvSpPr>
          <p:nvPr>
            <p:ph type="ctrTitle"/>
          </p:nvPr>
        </p:nvSpPr>
        <p:spPr>
          <a:xfrm>
            <a:off x="1627632" y="822960"/>
            <a:ext cx="6327648" cy="2221992"/>
          </a:xfrm>
          <a:noFill/>
        </p:spPr>
        <p:txBody>
          <a:bodyPr anchor="b">
            <a:noAutofit/>
          </a:bodyPr>
          <a:lstStyle>
            <a:lvl1pPr algn="l">
              <a:defRPr sz="4800">
                <a:solidFill>
                  <a:schemeClr val="bg1"/>
                </a:solidFill>
              </a:defRPr>
            </a:lvl1pPr>
          </a:lstStyle>
          <a:p>
            <a:r>
              <a:rPr lang="en-US" dirty="0"/>
              <a:t>Click to edit Master title style</a:t>
            </a:r>
          </a:p>
        </p:txBody>
      </p:sp>
      <p:sp>
        <p:nvSpPr>
          <p:cNvPr id="2" name="Subtitle 2">
            <a:extLst>
              <a:ext uri="{FF2B5EF4-FFF2-40B4-BE49-F238E27FC236}">
                <a16:creationId xmlns:a16="http://schemas.microsoft.com/office/drawing/2014/main" id="{FB724EDC-0FF4-BC78-C7CF-5B31189CBFC2}"/>
              </a:ext>
            </a:extLst>
          </p:cNvPr>
          <p:cNvSpPr>
            <a:spLocks noGrp="1"/>
          </p:cNvSpPr>
          <p:nvPr>
            <p:ph type="subTitle" idx="1"/>
          </p:nvPr>
        </p:nvSpPr>
        <p:spPr>
          <a:xfrm>
            <a:off x="1627632" y="3428999"/>
            <a:ext cx="6309360" cy="1703439"/>
          </a:xfrm>
          <a:noFill/>
        </p:spPr>
        <p:txBody>
          <a:bodyPr anchor="t">
            <a:normAutofit/>
          </a:bodyPr>
          <a:lstStyle>
            <a:lvl1pPr marL="0" indent="0" algn="l">
              <a:lnSpc>
                <a:spcPct val="130000"/>
              </a:lnSpc>
              <a:spcBef>
                <a:spcPts val="0"/>
              </a:spcBef>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Tree>
    <p:extLst>
      <p:ext uri="{BB962C8B-B14F-4D97-AF65-F5344CB8AC3E}">
        <p14:creationId xmlns:p14="http://schemas.microsoft.com/office/powerpoint/2010/main" val="401600613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381000" y="6356350"/>
            <a:ext cx="4114800" cy="365125"/>
          </a:xfrm>
          <a:prstGeom prst="rect">
            <a:avLst/>
          </a:prstGeom>
        </p:spPr>
        <p:txBody>
          <a:bodyPr vert="horz" lIns="91440" tIns="45720" rIns="91440" bIns="45720" rtlCol="0" anchor="ctr"/>
          <a:lstStyle>
            <a:lvl1pPr algn="l">
              <a:defRPr sz="1200">
                <a:solidFill>
                  <a:schemeClr val="tx1"/>
                </a:solidFill>
                <a:latin typeface="Gill Sans Nova Light" panose="020F0302020204030204" pitchFamily="34" charset="0"/>
                <a:cs typeface="Gill Sans Nova Light" panose="020F03020202040302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11026140" y="6356350"/>
            <a:ext cx="784860" cy="365125"/>
          </a:xfrm>
          <a:prstGeom prst="rect">
            <a:avLst/>
          </a:prstGeom>
        </p:spPr>
        <p:txBody>
          <a:bodyPr vert="horz" lIns="91440" tIns="45720" rIns="91440" bIns="45720" rtlCol="0" anchor="ctr"/>
          <a:lstStyle>
            <a:lvl1pPr algn="r">
              <a:defRPr sz="1200">
                <a:solidFill>
                  <a:schemeClr val="tx1"/>
                </a:solidFill>
                <a:latin typeface="Gill Sans Nova Light" panose="020F0302020204030204" pitchFamily="34" charset="0"/>
                <a:cs typeface="Gill Sans Nova Light" panose="020F03020202040302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76" r:id="rId4"/>
    <p:sldLayoutId id="2147483687" r:id="rId5"/>
    <p:sldLayoutId id="2147483694" r:id="rId6"/>
    <p:sldLayoutId id="2147483695" r:id="rId7"/>
    <p:sldLayoutId id="2147483684" r:id="rId8"/>
    <p:sldLayoutId id="2147483677" r:id="rId9"/>
    <p:sldLayoutId id="2147483679" r:id="rId10"/>
    <p:sldLayoutId id="2147483680" r:id="rId11"/>
    <p:sldLayoutId id="2147483681" r:id="rId12"/>
    <p:sldLayoutId id="2147483682" r:id="rId13"/>
    <p:sldLayoutId id="2147483683" r:id="rId14"/>
    <p:sldLayoutId id="2147483685" r:id="rId15"/>
  </p:sldLayoutIdLst>
  <p:hf hdr="0" dt="0"/>
  <p:txStyles>
    <p:titleStyle>
      <a:lvl1pPr algn="l" defTabSz="914400" rtl="0" eaLnBrk="1" latinLnBrk="0" hangingPunct="1">
        <a:lnSpc>
          <a:spcPct val="90000"/>
        </a:lnSpc>
        <a:spcBef>
          <a:spcPct val="0"/>
        </a:spcBef>
        <a:buNone/>
        <a:defRPr sz="4400" kern="1200">
          <a:solidFill>
            <a:schemeClr val="accent3"/>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accent3"/>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accent3"/>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accent3"/>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accent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19200" y="342900"/>
            <a:ext cx="9753600" cy="3429000"/>
          </a:xfrm>
          <a:prstGeom prst="rect">
            <a:avLst/>
          </a:prstGeom>
          <a:noFill/>
        </p:spPr>
        <p:txBody>
          <a:bodyPr wrap="square">
            <a:spAutoFit/>
          </a:bodyPr>
          <a:lstStyle/>
          <a:p>
            <a:pPr algn="ctr">
              <a:defRPr sz="3000" b="1" i="0" u="none">
                <a:solidFill>
                  <a:srgbClr val="000000"/>
                </a:solidFill>
              </a:defRPr>
            </a:pPr>
            <a:r>
              <a:t>Blacktown Chinese Christian Church</a:t>
            </a:r>
          </a:p>
        </p:txBody>
      </p:sp>
      <p:sp>
        <p:nvSpPr>
          <p:cNvPr id="4" name="TextBox 3"/>
          <p:cNvSpPr txBox="1"/>
          <p:nvPr/>
        </p:nvSpPr>
        <p:spPr>
          <a:xfrm>
            <a:off x="1219200" y="1028700"/>
            <a:ext cx="9753600" cy="3429000"/>
          </a:xfrm>
          <a:prstGeom prst="rect">
            <a:avLst/>
          </a:prstGeom>
          <a:noFill/>
        </p:spPr>
        <p:txBody>
          <a:bodyPr wrap="square">
            <a:spAutoFit/>
          </a:bodyPr>
          <a:lstStyle/>
          <a:p>
            <a:pPr algn="ctr">
              <a:defRPr sz="2300" b="1" i="0" u="none">
                <a:solidFill>
                  <a:srgbClr val="000000"/>
                </a:solidFill>
              </a:defRPr>
            </a:pPr>
            <a:r>
              <a:t>Welcome to Our English Service</a:t>
            </a:r>
            <a:br/>
            <a:r>
              <a:t>21.06.2026</a:t>
            </a:r>
          </a:p>
        </p:txBody>
      </p:sp>
      <p:sp>
        <p:nvSpPr>
          <p:cNvPr id="5" name="TextBox 4"/>
          <p:cNvSpPr txBox="1"/>
          <p:nvPr/>
        </p:nvSpPr>
        <p:spPr>
          <a:xfrm>
            <a:off x="1219200" y="2400300"/>
            <a:ext cx="9753600" cy="3429000"/>
          </a:xfrm>
          <a:prstGeom prst="rect">
            <a:avLst/>
          </a:prstGeom>
          <a:noFill/>
        </p:spPr>
        <p:txBody>
          <a:bodyPr wrap="square">
            <a:spAutoFit/>
          </a:bodyPr>
          <a:lstStyle/>
          <a:p>
            <a:pPr algn="ctr">
              <a:defRPr sz="2000" b="1" i="0" u="sng">
                <a:solidFill>
                  <a:srgbClr val="7030A0"/>
                </a:solidFill>
              </a:defRPr>
            </a:pPr>
            <a:r>
              <a:t>English Service 9:45 – 11:00 am</a:t>
            </a:r>
          </a:p>
        </p:txBody>
      </p:sp>
      <p:sp>
        <p:nvSpPr>
          <p:cNvPr id="6" name="TextBox 5"/>
          <p:cNvSpPr txBox="1"/>
          <p:nvPr/>
        </p:nvSpPr>
        <p:spPr>
          <a:xfrm>
            <a:off x="1219200" y="2743200"/>
            <a:ext cx="9753600" cy="3429000"/>
          </a:xfrm>
          <a:prstGeom prst="rect">
            <a:avLst/>
          </a:prstGeom>
          <a:noFill/>
        </p:spPr>
        <p:txBody>
          <a:bodyPr wrap="square">
            <a:spAutoFit/>
          </a:bodyPr>
          <a:lstStyle/>
          <a:p>
            <a:pPr algn="l">
              <a:defRPr sz="2000" b="1" i="0" u="none">
                <a:solidFill>
                  <a:srgbClr val="000000"/>
                </a:solidFill>
              </a:defRPr>
            </a:pPr>
            <a:r>
              <a:t>Worship Songs:</a:t>
            </a:r>
            <a:br/>
            <a:r>
              <a:t>Passage:</a:t>
            </a:r>
            <a:br/>
            <a:r>
              <a:t>Speaker:</a:t>
            </a:r>
            <a:br/>
            <a:r>
              <a:t>Topic:</a:t>
            </a:r>
            <a:br/>
            <a:r>
              <a:t>Response Song:</a:t>
            </a:r>
            <a:br/>
            <a:r>
              <a:t>Announcements and Closing Prayer</a:t>
            </a:r>
            <a:br/>
            <a:r>
              <a:t>Benediction</a:t>
            </a:r>
          </a:p>
        </p:txBody>
      </p:sp>
      <p:sp>
        <p:nvSpPr>
          <p:cNvPr id="7" name="TextBox 6"/>
          <p:cNvSpPr txBox="1"/>
          <p:nvPr/>
        </p:nvSpPr>
        <p:spPr>
          <a:xfrm>
            <a:off x="1219200" y="2743200"/>
            <a:ext cx="9753600" cy="3429000"/>
          </a:xfrm>
          <a:prstGeom prst="rect">
            <a:avLst/>
          </a:prstGeom>
          <a:noFill/>
        </p:spPr>
        <p:txBody>
          <a:bodyPr wrap="square">
            <a:spAutoFit/>
          </a:bodyPr>
          <a:lstStyle/>
          <a:p>
            <a:pPr algn="ctr">
              <a:defRPr sz="2000" b="0" i="0" u="none">
                <a:solidFill>
                  <a:srgbClr val="000000"/>
                </a:solidFill>
              </a:defRPr>
            </a:pPr>
            <a:r>
              <a:t>nan</a:t>
            </a:r>
            <a:br/>
            <a:r>
              <a:t>Eph 1:15-23</a:t>
            </a:r>
            <a:br/>
            <a:r>
              <a:t>Xavier Lakshmanan</a:t>
            </a:r>
            <a:br/>
            <a:r>
              <a:t>Praying to Live in the Present</a:t>
            </a:r>
            <a:br/>
            <a:br/>
            <a:b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BCCC english service</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685800"/>
            <a:ext cx="4876800" cy="5486400"/>
          </a:xfrm>
          <a:prstGeom prst="rect">
            <a:avLst/>
          </a:prstGeom>
          <a:noFill/>
        </p:spPr>
        <p:txBody>
          <a:bodyPr wrap="square">
            <a:spAutoFit/>
          </a:bodyPr>
          <a:lstStyle/>
          <a:p>
            <a:pPr>
              <a:defRPr sz="4000"/>
            </a:pPr>
            <a:r>
              <a:t>Bible reading</a:t>
            </a:r>
          </a:p>
        </p:txBody>
      </p:sp>
      <p:pic>
        <p:nvPicPr>
          <p:cNvPr id="3" name="Picture 2" descr="Bible.png"/>
          <p:cNvPicPr>
            <a:picLocks noChangeAspect="1"/>
          </p:cNvPicPr>
          <p:nvPr/>
        </p:nvPicPr>
        <p:blipFill>
          <a:blip r:embed="rId2"/>
          <a:stretch>
            <a:fillRect/>
          </a:stretch>
        </p:blipFill>
        <p:spPr>
          <a:xfrm>
            <a:off x="6019800" y="685800"/>
            <a:ext cx="5486400" cy="54864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Eph 1:15-23</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¹⁵ For this reason, ever since I heard about your faith in the Lord Jesus and your love for all God’s people, ¹⁶ I have not stopped giving thanks for you, remembering you in my prayers.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Eph 1:15-23</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¹⁷ I keep asking that the God of our Lord Jesus Christ, the glorious Father, may give you the Spirit of wisdom and revelation, so that you may know him better. ¹⁸ I pray that the eyes of your heart may be enlightened in order that you may know the hope to which he has called you, the riches of his glorious inheritance in his holy people,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Eph 1:15-23</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¹⁹ and his incomparably great power for us who believe. That power is the same as the mighty strength ²⁰ he exerted when he raised Christ from the dead and seated him at his right hand in the heavenly realms,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Eph 1:15-23</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²¹ far above all rule and authority, power and dominion, and every name that is invoked, not only in the present age but also in the one to come. ²² And God placed all things under his feet and appointed him to be head over everything for the church,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Eph 1:15-23</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²³ which is his body, the fullness of him who fills everything in every way.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Announcements</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14600"/>
            <a:ext cx="3657600" cy="914400"/>
          </a:xfrm>
          <a:prstGeom prst="rect">
            <a:avLst/>
          </a:prstGeom>
          <a:noFill/>
        </p:spPr>
        <p:txBody>
          <a:bodyPr wrap="square" lIns="0">
            <a:spAutoFit/>
          </a:bodyPr>
          <a:lstStyle/>
          <a:p/>
          <a:p>
            <a:pPr>
              <a:defRPr sz="5000"/>
            </a:pPr>
            <a:r>
              <a:t>Offering</a:t>
            </a:r>
          </a:p>
        </p:txBody>
      </p:sp>
      <p:sp>
        <p:nvSpPr>
          <p:cNvPr id="3" name="Rounded Rectangle 2"/>
          <p:cNvSpPr/>
          <p:nvPr/>
        </p:nvSpPr>
        <p:spPr>
          <a:xfrm>
            <a:off x="4038600" y="22860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70714" y="228600"/>
            <a:ext cx="6339840" cy="1143000"/>
          </a:xfrm>
          <a:prstGeom prst="rect">
            <a:avLst/>
          </a:prstGeom>
          <a:noFill/>
        </p:spPr>
        <p:txBody>
          <a:bodyPr wrap="square">
            <a:spAutoFit/>
          </a:bodyPr>
          <a:lstStyle/>
          <a:p/>
          <a:p>
            <a:pPr>
              <a:defRPr sz="2300">
                <a:latin typeface="Gill Sans MT"/>
              </a:defRPr>
            </a:pPr>
            <a:r>
              <a:t>Account name: Blacktown Chinese Christian Church</a:t>
            </a:r>
          </a:p>
        </p:txBody>
      </p:sp>
      <p:pic>
        <p:nvPicPr>
          <p:cNvPr id="5" name="Picture 4" descr="church.png"/>
          <p:cNvPicPr>
            <a:picLocks noChangeAspect="1"/>
          </p:cNvPicPr>
          <p:nvPr/>
        </p:nvPicPr>
        <p:blipFill>
          <a:blip r:embed="rId2"/>
          <a:stretch>
            <a:fillRect/>
          </a:stretch>
        </p:blipFill>
        <p:spPr>
          <a:xfrm>
            <a:off x="4152900" y="342900"/>
            <a:ext cx="914400" cy="914400"/>
          </a:xfrm>
          <a:prstGeom prst="rect">
            <a:avLst/>
          </a:prstGeom>
        </p:spPr>
      </p:pic>
      <p:sp>
        <p:nvSpPr>
          <p:cNvPr id="6" name="Rounded Rectangle 5"/>
          <p:cNvSpPr/>
          <p:nvPr/>
        </p:nvSpPr>
        <p:spPr>
          <a:xfrm>
            <a:off x="4038600" y="154305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70714" y="1543050"/>
            <a:ext cx="6339840" cy="1143000"/>
          </a:xfrm>
          <a:prstGeom prst="rect">
            <a:avLst/>
          </a:prstGeom>
          <a:noFill/>
        </p:spPr>
        <p:txBody>
          <a:bodyPr wrap="square">
            <a:spAutoFit/>
          </a:bodyPr>
          <a:lstStyle/>
          <a:p/>
          <a:p>
            <a:pPr>
              <a:defRPr sz="2300">
                <a:latin typeface="Gill Sans MT"/>
              </a:defRPr>
            </a:pPr>
            <a:r>
              <a:t>Account number: 4216 50263</a:t>
            </a:r>
          </a:p>
        </p:txBody>
      </p:sp>
      <p:pic>
        <p:nvPicPr>
          <p:cNvPr id="8" name="Picture 7" descr="account_number.png"/>
          <p:cNvPicPr>
            <a:picLocks noChangeAspect="1"/>
          </p:cNvPicPr>
          <p:nvPr/>
        </p:nvPicPr>
        <p:blipFill>
          <a:blip r:embed="rId3"/>
          <a:stretch>
            <a:fillRect/>
          </a:stretch>
        </p:blipFill>
        <p:spPr>
          <a:xfrm>
            <a:off x="4152900" y="1657350"/>
            <a:ext cx="914400" cy="914400"/>
          </a:xfrm>
          <a:prstGeom prst="rect">
            <a:avLst/>
          </a:prstGeom>
        </p:spPr>
      </p:pic>
      <p:sp>
        <p:nvSpPr>
          <p:cNvPr id="9" name="Rounded Rectangle 8"/>
          <p:cNvSpPr/>
          <p:nvPr/>
        </p:nvSpPr>
        <p:spPr>
          <a:xfrm>
            <a:off x="4038600" y="285750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70714" y="2857500"/>
            <a:ext cx="6339840" cy="1143000"/>
          </a:xfrm>
          <a:prstGeom prst="rect">
            <a:avLst/>
          </a:prstGeom>
          <a:noFill/>
        </p:spPr>
        <p:txBody>
          <a:bodyPr wrap="square">
            <a:spAutoFit/>
          </a:bodyPr>
          <a:lstStyle/>
          <a:p/>
          <a:p>
            <a:pPr>
              <a:defRPr sz="2300">
                <a:latin typeface="Gill Sans MT"/>
              </a:defRPr>
            </a:pPr>
            <a:r>
              <a:t>BSB: 112 - 879</a:t>
            </a:r>
          </a:p>
        </p:txBody>
      </p:sp>
      <p:pic>
        <p:nvPicPr>
          <p:cNvPr id="11" name="Picture 10" descr="bsb.png"/>
          <p:cNvPicPr>
            <a:picLocks noChangeAspect="1"/>
          </p:cNvPicPr>
          <p:nvPr/>
        </p:nvPicPr>
        <p:blipFill>
          <a:blip r:embed="rId4"/>
          <a:stretch>
            <a:fillRect/>
          </a:stretch>
        </p:blipFill>
        <p:spPr>
          <a:xfrm>
            <a:off x="4152900" y="2971800"/>
            <a:ext cx="914400" cy="914400"/>
          </a:xfrm>
          <a:prstGeom prst="rect">
            <a:avLst/>
          </a:prstGeom>
        </p:spPr>
      </p:pic>
      <p:sp>
        <p:nvSpPr>
          <p:cNvPr id="12" name="Rounded Rectangle 11"/>
          <p:cNvSpPr/>
          <p:nvPr/>
        </p:nvSpPr>
        <p:spPr>
          <a:xfrm>
            <a:off x="4038600" y="417195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0714" y="4171950"/>
            <a:ext cx="6339840" cy="1143000"/>
          </a:xfrm>
          <a:prstGeom prst="rect">
            <a:avLst/>
          </a:prstGeom>
          <a:noFill/>
        </p:spPr>
        <p:txBody>
          <a:bodyPr wrap="square">
            <a:spAutoFit/>
          </a:bodyPr>
          <a:lstStyle/>
          <a:p/>
          <a:p>
            <a:pPr>
              <a:defRPr sz="2300">
                <a:latin typeface="Gill Sans MT"/>
              </a:defRPr>
            </a:pPr>
            <a:r>
              <a:t>Please put in "offering" as the reference</a:t>
            </a:r>
          </a:p>
        </p:txBody>
      </p:sp>
      <p:pic>
        <p:nvPicPr>
          <p:cNvPr id="14" name="Picture 13" descr="hands.png"/>
          <p:cNvPicPr>
            <a:picLocks noChangeAspect="1"/>
          </p:cNvPicPr>
          <p:nvPr/>
        </p:nvPicPr>
        <p:blipFill>
          <a:blip r:embed="rId5"/>
          <a:stretch>
            <a:fillRect/>
          </a:stretch>
        </p:blipFill>
        <p:spPr>
          <a:xfrm>
            <a:off x="4152900" y="4286250"/>
            <a:ext cx="914400" cy="914400"/>
          </a:xfrm>
          <a:prstGeom prst="rect">
            <a:avLst/>
          </a:prstGeom>
        </p:spPr>
      </p:pic>
      <p:sp>
        <p:nvSpPr>
          <p:cNvPr id="15" name="Rounded Rectangle 14"/>
          <p:cNvSpPr/>
          <p:nvPr/>
        </p:nvSpPr>
        <p:spPr>
          <a:xfrm>
            <a:off x="4038600" y="548640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70714" y="5486400"/>
            <a:ext cx="6339840" cy="1143000"/>
          </a:xfrm>
          <a:prstGeom prst="rect">
            <a:avLst/>
          </a:prstGeom>
          <a:noFill/>
        </p:spPr>
        <p:txBody>
          <a:bodyPr wrap="square">
            <a:spAutoFit/>
          </a:bodyPr>
          <a:lstStyle/>
          <a:p/>
          <a:p>
            <a:pPr>
              <a:defRPr sz="2300">
                <a:latin typeface="Gill Sans MT"/>
              </a:defRPr>
            </a:pPr>
            <a:r>
              <a:t>The offering box is available at the back of the hall</a:t>
            </a:r>
          </a:p>
        </p:txBody>
      </p:sp>
      <p:pic>
        <p:nvPicPr>
          <p:cNvPr id="17" name="Picture 16" descr="box.png"/>
          <p:cNvPicPr>
            <a:picLocks noChangeAspect="1"/>
          </p:cNvPicPr>
          <p:nvPr/>
        </p:nvPicPr>
        <p:blipFill>
          <a:blip r:embed="rId6"/>
          <a:stretch>
            <a:fillRect/>
          </a:stretch>
        </p:blipFill>
        <p:spPr>
          <a:xfrm>
            <a:off x="4152900" y="5600700"/>
            <a:ext cx="914400" cy="9144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Prayer points</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Mingle time!</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theme/theme1.xml><?xml version="1.0" encoding="utf-8"?>
<a:theme xmlns:a="http://schemas.openxmlformats.org/drawingml/2006/main" name="Custom">
  <a:themeElements>
    <a:clrScheme name="Custom 30">
      <a:dk1>
        <a:srgbClr val="9BAE61"/>
      </a:dk1>
      <a:lt1>
        <a:srgbClr val="FFFFFF"/>
      </a:lt1>
      <a:dk2>
        <a:srgbClr val="CAD8D6"/>
      </a:dk2>
      <a:lt2>
        <a:srgbClr val="E7E6E6"/>
      </a:lt2>
      <a:accent1>
        <a:srgbClr val="7E8679"/>
      </a:accent1>
      <a:accent2>
        <a:srgbClr val="72292A"/>
      </a:accent2>
      <a:accent3>
        <a:srgbClr val="FFD066"/>
      </a:accent3>
      <a:accent4>
        <a:srgbClr val="E47D60"/>
      </a:accent4>
      <a:accent5>
        <a:srgbClr val="CEBBAF"/>
      </a:accent5>
      <a:accent6>
        <a:srgbClr val="E8DAC4"/>
      </a:accent6>
      <a:hlink>
        <a:srgbClr val="3968F6"/>
      </a:hlink>
      <a:folHlink>
        <a:srgbClr val="954F72"/>
      </a:folHlink>
    </a:clrScheme>
    <a:fontScheme name="Constantia-Franklin Gothic Book">
      <a:majorFont>
        <a:latin typeface="Constantia" panose="02030602050306030303"/>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loral flourish_win32_CP_v3" id="{3BF332BF-22B8-49D8-950E-E9BBBBF59833}" vid="{E4E7F1DC-3AF4-489F-A450-0CED11A8EB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1E6BC5B-F32E-483D-A6CB-100D6BCB78C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384BFC8-02DA-464F-AE97-4951BE47415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9915FD3-F777-4046-A12C-BE3860E324B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749</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0</vt:i4>
      </vt:variant>
    </vt:vector>
  </HeadingPairs>
  <TitlesOfParts>
    <vt:vector size="6" baseType="lpstr">
      <vt:lpstr>Arial</vt:lpstr>
      <vt:lpstr>Calibri</vt:lpstr>
      <vt:lpstr>Constantia</vt:lpstr>
      <vt:lpstr>Franklin Gothic Book</vt:lpstr>
      <vt:lpstr>Gill Sans Nova Light</vt:lpstr>
      <vt:lpstr>Custom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cp:lastModifiedBy>Johnny Wu</cp:lastModifiedBy>
  <cp:revision>13</cp:revision>
  <dcterms:created xsi:type="dcterms:W3CDTF">2022-07-27T06:38:31Z</dcterms:created>
  <dcterms:modified xsi:type="dcterms:W3CDTF">2025-02-28T15:03:36Z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