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2.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0000" autoAdjust="0"/>
    <p:restoredTop sz="94934" autoAdjust="0"/>
  </p:normalViewPr>
  <p:slideViewPr>
    <p:cSldViewPr snapToGrid="0">
      <p:cViewPr varScale="1">
        <p:scale>
          <a:sx n="119" d="100"/>
          <a:sy n="119" d="100"/>
        </p:scale>
        <p:origin x="744" y="19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commentAuthors" Target="commentAuthor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3/1/25</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3/1/25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0.png"/><Relationship Id="rId5" Type="http://schemas.openxmlformats.org/officeDocument/2006/relationships/image" Target="../media/image11.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image" Target="../media/image3.png"/><Relationship Id="rId5"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16.png"/><Relationship Id="rId5" Type="http://schemas.openxmlformats.org/officeDocument/2006/relationships/image" Target="../media/image17.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D90036E-D78E-7995-BEF4-F64DA613C71D}"/>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408176" y="1463040"/>
            <a:ext cx="6327648" cy="2180543"/>
          </a:xfrm>
          <a:noFill/>
        </p:spPr>
        <p:txBody>
          <a:bodyPr anchor="b">
            <a:noAutofit/>
          </a:bodyPr>
          <a:lstStyle>
            <a:lvl1pPr algn="ctr">
              <a:defRPr sz="48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911096" y="3995928"/>
            <a:ext cx="5321808" cy="824404"/>
          </a:xfrm>
          <a:noFill/>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099048" y="530352"/>
            <a:ext cx="5385816" cy="1810512"/>
          </a:xfrm>
        </p:spPr>
        <p:txBody>
          <a:bodyPr anchor="b">
            <a:normAutofit/>
          </a:bodyPr>
          <a:lstStyle>
            <a:lvl1pPr>
              <a:defRPr sz="4000"/>
            </a:lvl1pPr>
          </a:lstStyle>
          <a:p>
            <a:r>
              <a:rPr lang="en-US" dirty="0"/>
              <a:t>Click to edit Master title style</a:t>
            </a:r>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1" y="0"/>
            <a:ext cx="5174458" cy="6858000"/>
          </a:xfrm>
        </p:spPr>
        <p:txBody>
          <a:bodyPr/>
          <a:lstStyle>
            <a:lvl1pPr marL="0" indent="0">
              <a:buNone/>
              <a:defRPr/>
            </a:lvl1pPr>
          </a:lstStyle>
          <a:p>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099048" y="2962656"/>
            <a:ext cx="5385816" cy="2706624"/>
          </a:xfrm>
        </p:spPr>
        <p:txBody>
          <a:bodyPr>
            <a:normAutofit/>
          </a:bodyPr>
          <a:lstStyle>
            <a:lvl1pPr marL="0" indent="0">
              <a:lnSpc>
                <a:spcPct val="10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6099048"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11234928" y="6356350"/>
            <a:ext cx="716280" cy="365125"/>
          </a:xfrm>
        </p:spPr>
        <p:txBody>
          <a:bodyPr/>
          <a:lstStyle/>
          <a:p>
            <a:fld id="{294A09A9-5501-47C1-A89A-A340965A2BE2}" type="slidenum">
              <a:rPr lang="en-US" smtClean="0"/>
              <a:t>‹#›</a:t>
            </a:fld>
            <a:endParaRPr lang="en-US" dirty="0"/>
          </a:p>
        </p:txBody>
      </p:sp>
      <p:sp>
        <p:nvSpPr>
          <p:cNvPr id="10" name="Rectangle 9">
            <a:extLst>
              <a:ext uri="{FF2B5EF4-FFF2-40B4-BE49-F238E27FC236}">
                <a16:creationId xmlns:a16="http://schemas.microsoft.com/office/drawing/2014/main" id="{DCAF8C32-80F8-F614-8280-02F76781F238}"/>
              </a:ext>
            </a:extLst>
          </p:cNvPr>
          <p:cNvSpPr/>
          <p:nvPr userDrawn="1"/>
        </p:nvSpPr>
        <p:spPr>
          <a:xfrm>
            <a:off x="5174459" y="0"/>
            <a:ext cx="45719"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02CB607F-27CE-D613-F812-E70C738FA04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34723"/>
          <a:stretch/>
        </p:blipFill>
        <p:spPr>
          <a:xfrm>
            <a:off x="9959711" y="738051"/>
            <a:ext cx="2232289" cy="5381892"/>
          </a:xfrm>
          <a:prstGeom prst="rect">
            <a:avLst/>
          </a:prstGeom>
        </p:spPr>
      </p:pic>
      <p:cxnSp>
        <p:nvCxnSpPr>
          <p:cNvPr id="4" name="Straight Connector 3">
            <a:extLst>
              <a:ext uri="{FF2B5EF4-FFF2-40B4-BE49-F238E27FC236}">
                <a16:creationId xmlns:a16="http://schemas.microsoft.com/office/drawing/2014/main" id="{0A689F60-3D32-FD74-24A9-266643081E85}"/>
              </a:ext>
            </a:extLst>
          </p:cNvPr>
          <p:cNvCxnSpPr>
            <a:cxnSpLocks/>
          </p:cNvCxnSpPr>
          <p:nvPr userDrawn="1"/>
        </p:nvCxnSpPr>
        <p:spPr>
          <a:xfrm>
            <a:off x="6189979" y="2649682"/>
            <a:ext cx="332598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10;&#10;Description automatically generated">
            <a:extLst>
              <a:ext uri="{FF2B5EF4-FFF2-40B4-BE49-F238E27FC236}">
                <a16:creationId xmlns:a16="http://schemas.microsoft.com/office/drawing/2014/main" id="{B827D708-B036-EE04-B213-EC3EAAE0681B}"/>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9029920" y="2509197"/>
            <a:ext cx="972078" cy="285381"/>
          </a:xfrm>
          <a:prstGeom prst="rect">
            <a:avLst/>
          </a:prstGeom>
        </p:spPr>
      </p:pic>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81912" y="2185416"/>
            <a:ext cx="9052560" cy="2487168"/>
          </a:xfrm>
          <a:noFill/>
        </p:spPr>
        <p:txBody>
          <a:bodyPr anchor="ctr">
            <a:noAutofit/>
          </a:bodyPr>
          <a:lstStyle>
            <a:lvl1pPr algn="ctr">
              <a:defRPr sz="48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F691F67-3A33-EA2C-967A-86934DA1D47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401" b="24659"/>
          <a:stretch/>
        </p:blipFill>
        <p:spPr>
          <a:xfrm>
            <a:off x="5856445" y="726334"/>
            <a:ext cx="1898043" cy="540533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1792" y="722376"/>
            <a:ext cx="6419088" cy="2350008"/>
          </a:xfrm>
        </p:spPr>
        <p:txBody>
          <a:bodyPr anchor="b">
            <a:normAutofit/>
          </a:bodyPr>
          <a:lstStyle>
            <a:lvl1pPr algn="ctr">
              <a:defRPr sz="4400"/>
            </a:lvl1pPr>
          </a:lstStyle>
          <a:p>
            <a:r>
              <a:rPr lang="en-US" dirty="0"/>
              <a:t>Click to edit Master title style</a:t>
            </a:r>
          </a:p>
        </p:txBody>
      </p:sp>
      <p:sp>
        <p:nvSpPr>
          <p:cNvPr id="13" name="Subtitle 2">
            <a:extLst>
              <a:ext uri="{FF2B5EF4-FFF2-40B4-BE49-F238E27FC236}">
                <a16:creationId xmlns:a16="http://schemas.microsoft.com/office/drawing/2014/main" id="{F6B0D1AB-E9D6-841F-7178-F60F07AF3B37}"/>
              </a:ext>
            </a:extLst>
          </p:cNvPr>
          <p:cNvSpPr>
            <a:spLocks noGrp="1"/>
          </p:cNvSpPr>
          <p:nvPr>
            <p:ph type="subTitle" idx="1"/>
          </p:nvPr>
        </p:nvSpPr>
        <p:spPr>
          <a:xfrm>
            <a:off x="640079" y="3931920"/>
            <a:ext cx="6419088" cy="1389888"/>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7754488" y="0"/>
            <a:ext cx="4434464" cy="6858000"/>
          </a:xfrm>
        </p:spPr>
        <p:txBody>
          <a:bodyPr/>
          <a:lstStyle>
            <a:lvl1pPr marL="0" indent="0">
              <a:buNone/>
              <a:defRPr/>
            </a:lvl1pPr>
          </a:lstStyle>
          <a:p>
            <a:endParaRPr lang="en-US" dirty="0"/>
          </a:p>
        </p:txBody>
      </p:sp>
      <p:cxnSp>
        <p:nvCxnSpPr>
          <p:cNvPr id="11" name="Straight Connector 10">
            <a:extLst>
              <a:ext uri="{FF2B5EF4-FFF2-40B4-BE49-F238E27FC236}">
                <a16:creationId xmlns:a16="http://schemas.microsoft.com/office/drawing/2014/main" id="{DB41B1E5-0891-6540-C6C6-2E4CF929E2D5}"/>
              </a:ext>
            </a:extLst>
          </p:cNvPr>
          <p:cNvCxnSpPr>
            <a:cxnSpLocks/>
          </p:cNvCxnSpPr>
          <p:nvPr userDrawn="1"/>
        </p:nvCxnSpPr>
        <p:spPr>
          <a:xfrm>
            <a:off x="1679972" y="3432325"/>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2" name="Picture 11" descr="A picture containing text&#10;&#10;Description automatically generated">
            <a:extLst>
              <a:ext uri="{FF2B5EF4-FFF2-40B4-BE49-F238E27FC236}">
                <a16:creationId xmlns:a16="http://schemas.microsoft.com/office/drawing/2014/main" id="{2CA6CDBD-54C9-2154-A4D6-F432B3CF27F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3343169" y="3291840"/>
            <a:ext cx="972078" cy="285381"/>
          </a:xfrm>
          <a:prstGeom prst="rect">
            <a:avLst/>
          </a:prstGeom>
        </p:spPr>
      </p:pic>
      <p:sp>
        <p:nvSpPr>
          <p:cNvPr id="14" name="Rectangle 13">
            <a:extLst>
              <a:ext uri="{FF2B5EF4-FFF2-40B4-BE49-F238E27FC236}">
                <a16:creationId xmlns:a16="http://schemas.microsoft.com/office/drawing/2014/main" id="{57541814-983F-1B1C-1D5D-EBAC0D9BEB4C}"/>
              </a:ext>
            </a:extLst>
          </p:cNvPr>
          <p:cNvSpPr/>
          <p:nvPr userDrawn="1"/>
        </p:nvSpPr>
        <p:spPr>
          <a:xfrm>
            <a:off x="7711438"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2317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9551222" y="-2094169"/>
            <a:ext cx="3225262" cy="6101168"/>
          </a:xfrm>
          <a:prstGeom prst="rect">
            <a:avLst/>
          </a:prstGeom>
        </p:spPr>
      </p:pic>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spTree>
    <p:extLst>
      <p:ext uri="{BB962C8B-B14F-4D97-AF65-F5344CB8AC3E}">
        <p14:creationId xmlns:p14="http://schemas.microsoft.com/office/powerpoint/2010/main" val="21185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and Conten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9551222" y="-2147957"/>
            <a:ext cx="3225262" cy="6101168"/>
          </a:xfrm>
          <a:prstGeom prst="rect">
            <a:avLst/>
          </a:prstGeom>
        </p:spPr>
      </p:pic>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spTree>
    <p:extLst>
      <p:ext uri="{BB962C8B-B14F-4D97-AF65-F5344CB8AC3E}">
        <p14:creationId xmlns:p14="http://schemas.microsoft.com/office/powerpoint/2010/main" val="100829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9529707" y="-2126442"/>
            <a:ext cx="3225262" cy="6101168"/>
          </a:xfrm>
          <a:prstGeom prst="rect">
            <a:avLst/>
          </a:prstGeom>
        </p:spPr>
      </p:pic>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spTree>
    <p:extLst>
      <p:ext uri="{BB962C8B-B14F-4D97-AF65-F5344CB8AC3E}">
        <p14:creationId xmlns:p14="http://schemas.microsoft.com/office/powerpoint/2010/main" val="3544067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with Subtitle">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27048" y="2276856"/>
            <a:ext cx="9144000" cy="1508760"/>
          </a:xfrm>
          <a:noFill/>
        </p:spPr>
        <p:txBody>
          <a:bodyPr anchor="ctr">
            <a:noAutofit/>
          </a:bodyPr>
          <a:lstStyle>
            <a:lvl1pPr algn="ctr">
              <a:defRPr sz="4800">
                <a:solidFill>
                  <a:schemeClr val="bg1"/>
                </a:solidFill>
              </a:defRPr>
            </a:lvl1pPr>
          </a:lstStyle>
          <a:p>
            <a:r>
              <a:rPr lang="en-US" dirty="0"/>
              <a:t>Click to edit Master title style</a:t>
            </a:r>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527048" y="3858768"/>
            <a:ext cx="9144000" cy="841248"/>
          </a:xfrm>
          <a:noFill/>
        </p:spPr>
        <p:txBody>
          <a:bodyPr anchor="t"/>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93911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6684264"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68098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7F52C37-6A33-FD57-31EC-516F581DF13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7420" b="36176"/>
          <a:stretch/>
        </p:blipFill>
        <p:spPr>
          <a:xfrm>
            <a:off x="0" y="2510651"/>
            <a:ext cx="2841744" cy="4347350"/>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7397496"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8101584" y="1408176"/>
            <a:ext cx="3392424" cy="4014216"/>
          </a:xfrm>
        </p:spPr>
        <p:txBody>
          <a:bodyPr/>
          <a:lstStyle>
            <a:lvl1pPr>
              <a:defRPr>
                <a:solidFill>
                  <a:schemeClr val="bg1"/>
                </a:solidFill>
              </a:defRPr>
            </a:lvl1pPr>
          </a:lstStyle>
          <a:p>
            <a:r>
              <a:rPr lang="en-US" dirty="0"/>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685800"/>
            <a:ext cx="5276088" cy="1563624"/>
          </a:xfrm>
        </p:spPr>
        <p:txBody>
          <a:bodyPr>
            <a:noAutofit/>
          </a:bodyPr>
          <a:lstStyle>
            <a:lvl1pPr marL="457200" indent="-457200">
              <a:lnSpc>
                <a:spcPct val="100000"/>
              </a:lnSpc>
              <a:spcBef>
                <a:spcPts val="1000"/>
              </a:spcBef>
              <a:spcAft>
                <a:spcPts val="0"/>
              </a:spcAft>
              <a:buClr>
                <a:schemeClr val="accent2"/>
              </a:buClr>
              <a:buFont typeface="+mj-lt"/>
              <a:buAutoNum type="arabicPeriod"/>
              <a:defRPr sz="2400">
                <a:solidFill>
                  <a:schemeClr val="tx2">
                    <a:lumMod val="25000"/>
                  </a:schemeClr>
                </a:solidFill>
              </a:defRPr>
            </a:lvl1pPr>
            <a:lvl2pPr marL="914400" indent="-457200">
              <a:buClr>
                <a:schemeClr val="accent2"/>
              </a:buClr>
              <a:buFont typeface="+mj-lt"/>
              <a:buAutoNum type="alphaLcPeriod"/>
              <a:defRPr sz="2400">
                <a:solidFill>
                  <a:schemeClr val="tx2">
                    <a:lumMod val="25000"/>
                  </a:schemeClr>
                </a:solidFill>
              </a:defRPr>
            </a:lvl2pPr>
            <a:lvl3pPr marL="1371600" indent="-457200">
              <a:buClr>
                <a:schemeClr val="accent2"/>
              </a:buClr>
              <a:buFont typeface="+mj-lt"/>
              <a:buAutoNum type="romanLcPeriod"/>
              <a:defRPr sz="2000">
                <a:solidFill>
                  <a:schemeClr val="tx2">
                    <a:lumMod val="25000"/>
                  </a:schemeClr>
                </a:solidFill>
              </a:defRPr>
            </a:lvl3pPr>
            <a:lvl4pPr marL="1714500" indent="-342900">
              <a:buClr>
                <a:schemeClr val="accent2"/>
              </a:buClr>
              <a:buFont typeface="+mj-lt"/>
              <a:buAutoNum type="arabicParenR"/>
              <a:defRPr sz="1800">
                <a:solidFill>
                  <a:schemeClr val="tx2">
                    <a:lumMod val="25000"/>
                  </a:schemeClr>
                </a:solidFill>
              </a:defRPr>
            </a:lvl4pPr>
            <a:lvl5pPr marL="2171700" indent="-342900">
              <a:buClr>
                <a:schemeClr val="accent2"/>
              </a:buClr>
              <a:buFont typeface="+mj-lt"/>
              <a:buAutoNum type="alphaLcParen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8">
            <a:extLst>
              <a:ext uri="{FF2B5EF4-FFF2-40B4-BE49-F238E27FC236}">
                <a16:creationId xmlns:a16="http://schemas.microsoft.com/office/drawing/2014/main" id="{EC526101-2775-A309-0B4A-DB278C3974D2}"/>
              </a:ext>
            </a:extLst>
          </p:cNvPr>
          <p:cNvSpPr>
            <a:spLocks noGrp="1"/>
          </p:cNvSpPr>
          <p:nvPr>
            <p:ph sz="quarter" idx="13"/>
          </p:nvPr>
        </p:nvSpPr>
        <p:spPr>
          <a:xfrm>
            <a:off x="932688" y="2697480"/>
            <a:ext cx="5276088" cy="348386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1800">
                <a:solidFill>
                  <a:schemeClr val="tx2">
                    <a:lumMod val="25000"/>
                  </a:schemeClr>
                </a:solidFill>
              </a:defRPr>
            </a:lvl3pPr>
            <a:lvl4pPr marL="1143000">
              <a:buClr>
                <a:schemeClr val="accent2"/>
              </a:buClr>
              <a:defRPr sz="1600">
                <a:solidFill>
                  <a:schemeClr val="tx2">
                    <a:lumMod val="25000"/>
                  </a:schemeClr>
                </a:solidFill>
              </a:defRPr>
            </a:lvl4pPr>
            <a:lvl5pPr marL="1600200">
              <a:buClr>
                <a:schemeClr val="accent2"/>
              </a:buClr>
              <a:defRPr sz="14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lvl1pPr>
              <a:defRPr>
                <a:solidFill>
                  <a:schemeClr val="bg1"/>
                </a:solidFill>
              </a:defRPr>
            </a:lvl1pPr>
          </a:lstStyle>
          <a:p>
            <a:fld id="{294A09A9-5501-47C1-A89A-A340965A2BE2}" type="slidenum">
              <a:rPr lang="en-US" smtClean="0"/>
              <a:pPr/>
              <a:t>‹#›</a:t>
            </a:fld>
            <a:endParaRPr lang="en-US" dirty="0"/>
          </a:p>
        </p:txBody>
      </p:sp>
      <p:pic>
        <p:nvPicPr>
          <p:cNvPr id="12" name="Graphic 11">
            <a:extLst>
              <a:ext uri="{FF2B5EF4-FFF2-40B4-BE49-F238E27FC236}">
                <a16:creationId xmlns:a16="http://schemas.microsoft.com/office/drawing/2014/main" id="{45719EF3-43BC-5F74-7396-273F72ED3CB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8001534" y="4944272"/>
            <a:ext cx="3848748" cy="1913728"/>
          </a:xfrm>
          <a:prstGeom prst="rect">
            <a:avLst/>
          </a:prstGeom>
        </p:spPr>
      </p:pic>
      <p:sp>
        <p:nvSpPr>
          <p:cNvPr id="13" name="Rectangle 12">
            <a:extLst>
              <a:ext uri="{FF2B5EF4-FFF2-40B4-BE49-F238E27FC236}">
                <a16:creationId xmlns:a16="http://schemas.microsoft.com/office/drawing/2014/main" id="{137D205C-32E5-5A54-8D89-CB56198B06E5}"/>
              </a:ext>
            </a:extLst>
          </p:cNvPr>
          <p:cNvSpPr/>
          <p:nvPr userDrawn="1"/>
        </p:nvSpPr>
        <p:spPr>
          <a:xfrm rot="5400000">
            <a:off x="3949200"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87182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16D97AE-EB24-C3DA-21A1-E8EE4631ACE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118" r="47395" b="22709"/>
          <a:stretch/>
        </p:blipFill>
        <p:spPr>
          <a:xfrm flipH="1">
            <a:off x="4448831" y="805912"/>
            <a:ext cx="1464735" cy="4961437"/>
          </a:xfrm>
          <a:prstGeom prst="rect">
            <a:avLst/>
          </a:prstGeom>
        </p:spPr>
      </p:pic>
      <p:sp>
        <p:nvSpPr>
          <p:cNvPr id="10" name="Rectangle 9">
            <a:extLst>
              <a:ext uri="{FF2B5EF4-FFF2-40B4-BE49-F238E27FC236}">
                <a16:creationId xmlns:a16="http://schemas.microsoft.com/office/drawing/2014/main" id="{5CBF43B9-3946-05E6-521F-EE4BB59B49D0}"/>
              </a:ext>
            </a:extLst>
          </p:cNvPr>
          <p:cNvSpPr/>
          <p:nvPr userDrawn="1"/>
        </p:nvSpPr>
        <p:spPr>
          <a:xfrm>
            <a:off x="4434840"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E14DEF57-E0D6-D7CA-5D3C-FC97EAB0620A}"/>
              </a:ext>
            </a:extLst>
          </p:cNvPr>
          <p:cNvSpPr>
            <a:spLocks noGrp="1"/>
          </p:cNvSpPr>
          <p:nvPr>
            <p:ph type="title"/>
          </p:nvPr>
        </p:nvSpPr>
        <p:spPr>
          <a:xfrm>
            <a:off x="5193792" y="557784"/>
            <a:ext cx="6419088" cy="1929384"/>
          </a:xfrm>
        </p:spPr>
        <p:txBody>
          <a:bodyPr anchor="b">
            <a:normAutofit/>
          </a:bodyPr>
          <a:lstStyle>
            <a:lvl1pPr algn="ctr">
              <a:defRPr sz="4400"/>
            </a:lvl1pPr>
          </a:lstStyle>
          <a:p>
            <a:r>
              <a:rPr lang="en-US" dirty="0"/>
              <a:t>Click to edit Master title style</a:t>
            </a:r>
          </a:p>
        </p:txBody>
      </p:sp>
      <p:sp>
        <p:nvSpPr>
          <p:cNvPr id="8" name="Picture Placeholder 6">
            <a:extLst>
              <a:ext uri="{FF2B5EF4-FFF2-40B4-BE49-F238E27FC236}">
                <a16:creationId xmlns:a16="http://schemas.microsoft.com/office/drawing/2014/main" id="{930B4666-31C5-1F2B-27D9-2A9F6EC970DD}"/>
              </a:ext>
            </a:extLst>
          </p:cNvPr>
          <p:cNvSpPr>
            <a:spLocks noGrp="1"/>
          </p:cNvSpPr>
          <p:nvPr>
            <p:ph type="pic" sz="quarter" idx="13"/>
          </p:nvPr>
        </p:nvSpPr>
        <p:spPr>
          <a:xfrm>
            <a:off x="0" y="0"/>
            <a:ext cx="4434464" cy="6858000"/>
          </a:xfrm>
        </p:spPr>
        <p:txBody>
          <a:bodyPr/>
          <a:lstStyle>
            <a:lvl1pPr marL="0" indent="0">
              <a:buNone/>
              <a:defRPr/>
            </a:lvl1pPr>
          </a:lstStyle>
          <a:p>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193792" y="3328416"/>
            <a:ext cx="6419088" cy="2441448"/>
          </a:xfrm>
        </p:spPr>
        <p:txBody>
          <a:bodyPr/>
          <a:lstStyle>
            <a:lvl1pPr marL="0" indent="0" algn="ctr">
              <a:lnSpc>
                <a:spcPct val="90000"/>
              </a:lnSpc>
              <a:spcAft>
                <a:spcPts val="1200"/>
              </a:spcAft>
              <a:buClr>
                <a:schemeClr val="accent2"/>
              </a:buClr>
              <a:buNone/>
              <a:defRPr sz="2400">
                <a:solidFill>
                  <a:schemeClr val="tx2">
                    <a:lumMod val="25000"/>
                  </a:schemeClr>
                </a:solidFill>
              </a:defRPr>
            </a:lvl1pPr>
            <a:lvl2pPr algn="ctr">
              <a:buClr>
                <a:schemeClr val="accent2"/>
              </a:buClr>
              <a:defRPr sz="2000">
                <a:solidFill>
                  <a:schemeClr val="tx2">
                    <a:lumMod val="25000"/>
                  </a:schemeClr>
                </a:solidFill>
              </a:defRPr>
            </a:lvl2pPr>
            <a:lvl3pPr algn="ctr">
              <a:buClr>
                <a:schemeClr val="accent2"/>
              </a:buClr>
              <a:defRPr sz="1800">
                <a:solidFill>
                  <a:schemeClr val="tx2">
                    <a:lumMod val="25000"/>
                  </a:schemeClr>
                </a:solidFill>
              </a:defRPr>
            </a:lvl3pPr>
            <a:lvl4pPr algn="ctr">
              <a:buClr>
                <a:schemeClr val="accent2"/>
              </a:buClr>
              <a:defRPr sz="1600">
                <a:solidFill>
                  <a:schemeClr val="tx2">
                    <a:lumMod val="25000"/>
                  </a:schemeClr>
                </a:solidFill>
              </a:defRPr>
            </a:lvl4pPr>
            <a:lvl5pPr algn="ctr">
              <a:buClr>
                <a:schemeClr val="accent2"/>
              </a:buClr>
              <a:defRPr sz="14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193792"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cxnSp>
        <p:nvCxnSpPr>
          <p:cNvPr id="13" name="Straight Connector 12">
            <a:extLst>
              <a:ext uri="{FF2B5EF4-FFF2-40B4-BE49-F238E27FC236}">
                <a16:creationId xmlns:a16="http://schemas.microsoft.com/office/drawing/2014/main" id="{689EEBF9-800C-88AE-FE83-60B5F47AFC14}"/>
              </a:ext>
            </a:extLst>
          </p:cNvPr>
          <p:cNvCxnSpPr>
            <a:cxnSpLocks/>
          </p:cNvCxnSpPr>
          <p:nvPr userDrawn="1"/>
        </p:nvCxnSpPr>
        <p:spPr>
          <a:xfrm>
            <a:off x="6174481" y="2843389"/>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text&#10;&#10;Description automatically generated">
            <a:extLst>
              <a:ext uri="{FF2B5EF4-FFF2-40B4-BE49-F238E27FC236}">
                <a16:creationId xmlns:a16="http://schemas.microsoft.com/office/drawing/2014/main" id="{301D77B6-9ED1-094C-66A3-7D5AB0CDEA4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7914042" y="2702904"/>
            <a:ext cx="972078" cy="285381"/>
          </a:xfrm>
          <a:prstGeom prst="rect">
            <a:avLst/>
          </a:prstGeom>
        </p:spPr>
      </p:pic>
    </p:spTree>
    <p:extLst>
      <p:ext uri="{BB962C8B-B14F-4D97-AF65-F5344CB8AC3E}">
        <p14:creationId xmlns:p14="http://schemas.microsoft.com/office/powerpoint/2010/main" val="1942649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770632"/>
            <a:ext cx="2487168" cy="3502152"/>
          </a:xfrm>
        </p:spPr>
        <p:txBody>
          <a:bodyPr lIns="91440" rIns="91440"/>
          <a:lstStyle>
            <a:lvl1pPr marL="0" indent="0">
              <a:spcAft>
                <a:spcPts val="120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3785616" y="2770632"/>
            <a:ext cx="7571232"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739906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432304"/>
            <a:ext cx="6163056" cy="3739896"/>
          </a:xfrm>
        </p:spPr>
        <p:txBody>
          <a:bodyPr lIns="91440" rIns="91440"/>
          <a:lstStyle>
            <a:lvl1pPr marL="228600" indent="-228600">
              <a:spcAft>
                <a:spcPts val="0"/>
              </a:spcAft>
              <a:buClr>
                <a:schemeClr val="accent2"/>
              </a:buClr>
              <a:buFont typeface="Arial" panose="020B0604020202020204" pitchFamily="34" charset="0"/>
              <a:buChar char="•"/>
              <a:defRPr sz="2400">
                <a:solidFill>
                  <a:schemeClr val="tx2">
                    <a:lumMod val="25000"/>
                  </a:schemeClr>
                </a:solidFill>
              </a:defRPr>
            </a:lvl1pPr>
            <a:lvl2pPr marL="685800">
              <a:spcBef>
                <a:spcPts val="500"/>
              </a:spcBef>
              <a:buClr>
                <a:schemeClr val="accent2"/>
              </a:buClr>
              <a:defRPr sz="2400">
                <a:solidFill>
                  <a:schemeClr val="tx2">
                    <a:lumMod val="25000"/>
                  </a:schemeClr>
                </a:solidFill>
              </a:defRPr>
            </a:lvl2pPr>
            <a:lvl3pPr marL="1143000">
              <a:buClr>
                <a:schemeClr val="accent2"/>
              </a:buClr>
              <a:defRPr sz="2000">
                <a:solidFill>
                  <a:schemeClr val="tx2">
                    <a:lumMod val="25000"/>
                  </a:schemeClr>
                </a:solidFill>
              </a:defRPr>
            </a:lvl3pPr>
            <a:lvl4pPr marL="1600200">
              <a:buClr>
                <a:schemeClr val="accent2"/>
              </a:buClr>
              <a:defRPr sz="1800">
                <a:solidFill>
                  <a:schemeClr val="tx2">
                    <a:lumMod val="25000"/>
                  </a:schemeClr>
                </a:solidFill>
              </a:defRPr>
            </a:lvl4pPr>
            <a:lvl5pPr marL="20574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7424928" y="2441448"/>
            <a:ext cx="4169664" cy="3703320"/>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1EB1C5A3-22FF-382D-3801-B6D9C4AC53E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52051"/>
          <a:stretch/>
        </p:blipFill>
        <p:spPr>
          <a:xfrm>
            <a:off x="4629335" y="1815780"/>
            <a:ext cx="5586493" cy="5042220"/>
          </a:xfrm>
          <a:prstGeom prst="rect">
            <a:avLst/>
          </a:prstGeom>
        </p:spPr>
      </p:pic>
    </p:spTree>
    <p:extLst>
      <p:ext uri="{BB962C8B-B14F-4D97-AF65-F5344CB8AC3E}">
        <p14:creationId xmlns:p14="http://schemas.microsoft.com/office/powerpoint/2010/main" val="6597676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841248" y="2770632"/>
            <a:ext cx="10515600"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209998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627632" y="822960"/>
            <a:ext cx="6327648" cy="2221992"/>
          </a:xfrm>
          <a:noFill/>
        </p:spPr>
        <p:txBody>
          <a:bodyPr anchor="b">
            <a:noAutofit/>
          </a:bodyPr>
          <a:lstStyle>
            <a:lvl1pPr algn="l">
              <a:defRPr sz="4800">
                <a:solidFill>
                  <a:schemeClr val="bg1"/>
                </a:solidFill>
              </a:defRPr>
            </a:lvl1pPr>
          </a:lstStyle>
          <a:p>
            <a:r>
              <a:rPr lang="en-US" dirty="0"/>
              <a:t>Click to edit Master title style</a:t>
            </a:r>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627632" y="3428999"/>
            <a:ext cx="6309360" cy="1703439"/>
          </a:xfrm>
          <a:noFill/>
        </p:spPr>
        <p:txBody>
          <a:bodyPr anchor="t">
            <a:normAutofit/>
          </a:bodyPr>
          <a:lstStyle>
            <a:lvl1pPr marL="0" indent="0" algn="l">
              <a:lnSpc>
                <a:spcPct val="130000"/>
              </a:lnSpc>
              <a:spcBef>
                <a:spcPts val="0"/>
              </a:spcBef>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Tree>
    <p:extLst>
      <p:ext uri="{BB962C8B-B14F-4D97-AF65-F5344CB8AC3E}">
        <p14:creationId xmlns:p14="http://schemas.microsoft.com/office/powerpoint/2010/main" val="40160061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3810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1026140" y="6356350"/>
            <a:ext cx="78486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76" r:id="rId4"/>
    <p:sldLayoutId id="2147483687" r:id="rId5"/>
    <p:sldLayoutId id="2147483690" r:id="rId6"/>
    <p:sldLayoutId id="2147483691" r:id="rId7"/>
    <p:sldLayoutId id="2147483684" r:id="rId8"/>
    <p:sldLayoutId id="2147483677" r:id="rId9"/>
    <p:sldLayoutId id="2147483679" r:id="rId10"/>
    <p:sldLayoutId id="2147483680" r:id="rId11"/>
    <p:sldLayoutId id="2147483681" r:id="rId12"/>
    <p:sldLayoutId id="2147483682" r:id="rId13"/>
    <p:sldLayoutId id="2147483683" r:id="rId14"/>
    <p:sldLayoutId id="2147483685" r:id="rId15"/>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19200" y="342900"/>
            <a:ext cx="9753600" cy="342900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1219200" y="1028700"/>
            <a:ext cx="9753600" cy="3429000"/>
          </a:xfrm>
          <a:prstGeom prst="rect">
            <a:avLst/>
          </a:prstGeom>
          <a:noFill/>
        </p:spPr>
        <p:txBody>
          <a:bodyPr wrap="square">
            <a:spAutoFit/>
          </a:bodyPr>
          <a:lstStyle/>
          <a:p>
            <a:pPr algn="ctr">
              <a:defRPr sz="2300" b="1" i="0" u="none">
                <a:solidFill>
                  <a:srgbClr val="000000"/>
                </a:solidFill>
              </a:defRPr>
            </a:pPr>
            <a:r>
              <a:t>Welcome to Our English Service</a:t>
            </a:r>
            <a:br/>
            <a:r>
              <a:t>14.06.2026</a:t>
            </a:r>
          </a:p>
        </p:txBody>
      </p:sp>
      <p:sp>
        <p:nvSpPr>
          <p:cNvPr id="5" name="TextBox 4"/>
          <p:cNvSpPr txBox="1"/>
          <p:nvPr/>
        </p:nvSpPr>
        <p:spPr>
          <a:xfrm>
            <a:off x="1219200" y="2400300"/>
            <a:ext cx="9753600" cy="342900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1219200" y="2743200"/>
            <a:ext cx="9753600" cy="3429000"/>
          </a:xfrm>
          <a:prstGeom prst="rect">
            <a:avLst/>
          </a:prstGeom>
          <a:noFill/>
        </p:spPr>
        <p:txBody>
          <a:bodyPr wrap="square">
            <a:spAutoFit/>
          </a:bodyPr>
          <a:lstStyle/>
          <a:p>
            <a:pPr algn="l">
              <a:defRPr sz="2000" b="1" i="0" u="none">
                <a:solidFill>
                  <a:srgbClr val="000000"/>
                </a:solidFill>
              </a:defRPr>
            </a:pPr>
            <a:r>
              <a:t>Worship Songs:</a:t>
            </a:r>
            <a:br/>
            <a:br/>
            <a:br/>
            <a:br/>
            <a:r>
              <a:t>Passage:</a:t>
            </a:r>
            <a:br/>
            <a:r>
              <a:t>Speaker:</a:t>
            </a:r>
            <a:br/>
            <a:r>
              <a:t>Topic:</a:t>
            </a:r>
            <a:br/>
            <a:r>
              <a:t>Response Song:</a:t>
            </a:r>
            <a:br/>
            <a:r>
              <a:t>Announcements and Closing Prayer</a:t>
            </a:r>
            <a:br/>
            <a:r>
              <a:t>Benediction</a:t>
            </a:r>
          </a:p>
        </p:txBody>
      </p:sp>
      <p:sp>
        <p:nvSpPr>
          <p:cNvPr id="7" name="TextBox 6"/>
          <p:cNvSpPr txBox="1"/>
          <p:nvPr/>
        </p:nvSpPr>
        <p:spPr>
          <a:xfrm>
            <a:off x="1219200" y="2743200"/>
            <a:ext cx="9753600" cy="3429000"/>
          </a:xfrm>
          <a:prstGeom prst="rect">
            <a:avLst/>
          </a:prstGeom>
          <a:noFill/>
        </p:spPr>
        <p:txBody>
          <a:bodyPr wrap="square">
            <a:spAutoFit/>
          </a:bodyPr>
          <a:lstStyle/>
          <a:p>
            <a:pPr algn="ctr">
              <a:defRPr sz="2000" b="0" i="0" u="none">
                <a:solidFill>
                  <a:srgbClr val="000000"/>
                </a:solidFill>
              </a:defRPr>
            </a:pPr>
            <a:r>
              <a:t>Light of the World</a:t>
            </a:r>
            <a:br/>
            <a:r>
              <a:t>What a Beautiful Name It Is</a:t>
            </a:r>
            <a:br/>
            <a:r>
              <a:t>Hoanna</a:t>
            </a:r>
            <a:br/>
            <a:r>
              <a:t>Heart of Worship</a:t>
            </a:r>
            <a:br/>
            <a:r>
              <a:t>Matthew 5:13</a:t>
            </a:r>
            <a:br/>
            <a:r>
              <a:t>Dr Thomas Philip</a:t>
            </a:r>
            <a:br/>
            <a:r>
              <a:t>Chosen to Make a Difference: Ordinary People in Extraordinary Hands</a:t>
            </a:r>
            <a:b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BCCC english service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What A Beautiful Name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 were the Word at the beginning</a:t>
            </a:r>
          </a:p>
          <a:p>
            <a:pPr algn="ctr">
              <a:defRPr sz="3300" b="0"/>
            </a:pPr>
            <a:r>
              <a:t>One with God the Lord Most High</a:t>
            </a:r>
          </a:p>
          <a:p>
            <a:pPr algn="ctr">
              <a:defRPr sz="3300" b="0"/>
            </a:pPr>
            <a:r>
              <a:t>Your hidden glory in creation</a:t>
            </a:r>
          </a:p>
          <a:p>
            <a:pPr algn="ctr">
              <a:defRPr sz="3300" b="0"/>
            </a:pPr>
            <a:r>
              <a:t>Now revealed in You our Christ</a:t>
            </a:r>
          </a:p>
          <a:p>
            <a:pPr algn="ctr">
              <a:defRPr sz="3300" b="0"/>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a beautiful Name it is</a:t>
            </a:r>
          </a:p>
          <a:p>
            <a:pPr algn="ctr">
              <a:defRPr sz="3300" b="0"/>
            </a:pPr>
            <a:r>
              <a:t>What a beautiful Name it is</a:t>
            </a:r>
          </a:p>
          <a:p>
            <a:pPr algn="ctr">
              <a:defRPr sz="3300" b="0"/>
            </a:pPr>
            <a:r>
              <a:t>The Name of Jesus Christ my King</a:t>
            </a:r>
          </a:p>
          <a:p>
            <a:pPr algn="ctr">
              <a:defRPr sz="3300" b="0"/>
            </a:pPr>
          </a:p>
          <a:p>
            <a:pPr algn="ctr">
              <a:defRPr sz="3300" b="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a beautiful Name it is</a:t>
            </a:r>
          </a:p>
          <a:p>
            <a:pPr algn="ctr">
              <a:defRPr sz="3300" b="0"/>
            </a:pPr>
            <a:r>
              <a:t>Nothing compares to this</a:t>
            </a:r>
          </a:p>
          <a:p>
            <a:pPr algn="ctr">
              <a:defRPr sz="3300" b="0"/>
            </a:pPr>
            <a:r>
              <a:t>What a beautiful Name it is</a:t>
            </a:r>
          </a:p>
          <a:p>
            <a:pPr algn="ctr">
              <a:defRPr sz="3300" b="0"/>
            </a:pPr>
            <a:r>
              <a:t>The Name of Jesus</a:t>
            </a:r>
          </a:p>
          <a:p>
            <a:pPr algn="ctr">
              <a:defRPr sz="3300" b="0"/>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 didn't want heaven without us</a:t>
            </a:r>
          </a:p>
          <a:p>
            <a:pPr algn="ctr">
              <a:defRPr sz="3300" b="0"/>
            </a:pPr>
            <a:r>
              <a:t>So Jesus You brought heaven down</a:t>
            </a:r>
          </a:p>
          <a:p>
            <a:pPr algn="ctr">
              <a:defRPr sz="3300" b="0"/>
            </a:pPr>
            <a:r>
              <a:t>My sin was great Your love was greater</a:t>
            </a:r>
          </a:p>
          <a:p>
            <a:pPr algn="ctr">
              <a:defRPr sz="3300" b="0"/>
            </a:pPr>
            <a:r>
              <a:t>What could separate us now?</a:t>
            </a:r>
          </a:p>
          <a:p>
            <a:pPr algn="ctr">
              <a:defRPr sz="33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a wonderful Name it is</a:t>
            </a:r>
          </a:p>
          <a:p>
            <a:pPr algn="ctr">
              <a:defRPr sz="3300" b="0"/>
            </a:pPr>
            <a:r>
              <a:t>What a wonderful Name it is</a:t>
            </a:r>
          </a:p>
          <a:p>
            <a:pPr algn="ctr">
              <a:defRPr sz="3300" b="0"/>
            </a:pPr>
            <a:r>
              <a:t>The Name of Jesus Christ my King</a:t>
            </a:r>
          </a:p>
          <a:p>
            <a:pPr algn="ctr">
              <a:defRPr sz="3300" b="0"/>
            </a:pPr>
          </a:p>
          <a:p>
            <a:pPr algn="ctr">
              <a:defRPr sz="3300" b="0"/>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a wonderful Name it is</a:t>
            </a:r>
          </a:p>
          <a:p>
            <a:pPr algn="ctr">
              <a:defRPr sz="3300" b="0"/>
            </a:pPr>
            <a:r>
              <a:t>Nothing compares to this</a:t>
            </a:r>
          </a:p>
          <a:p>
            <a:pPr algn="ctr">
              <a:defRPr sz="3300" b="0"/>
            </a:pPr>
            <a:r>
              <a:t>What a wonderful Name it is</a:t>
            </a:r>
          </a:p>
          <a:p>
            <a:pPr algn="ctr">
              <a:defRPr sz="3300" b="0"/>
            </a:pPr>
            <a:r>
              <a:t>The Name of Jesus</a:t>
            </a:r>
          </a:p>
          <a:p>
            <a:pPr algn="ctr">
              <a:defRPr sz="3300" b="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a wonderful Name it is</a:t>
            </a:r>
          </a:p>
          <a:p>
            <a:pPr algn="ctr">
              <a:defRPr sz="3300" b="0"/>
            </a:pPr>
            <a:r>
              <a:t>The Name of Jesus</a:t>
            </a:r>
          </a:p>
          <a:p>
            <a:pPr algn="ctr">
              <a:defRPr sz="3300" b="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Death could not hold You</a:t>
            </a:r>
          </a:p>
          <a:p>
            <a:pPr algn="ctr">
              <a:defRPr sz="3300" b="0"/>
            </a:pPr>
            <a:r>
              <a:t>The veil tore before You</a:t>
            </a:r>
          </a:p>
          <a:p>
            <a:pPr algn="ctr">
              <a:defRPr sz="3300" b="0"/>
            </a:pPr>
            <a:r>
              <a:t>You silenced the boast of sin and grave</a:t>
            </a:r>
          </a:p>
          <a:p>
            <a:pPr algn="ctr">
              <a:defRPr sz="3300" b="0"/>
            </a:pPr>
          </a:p>
          <a:p>
            <a:pPr algn="ctr">
              <a:defRPr sz="3300" b="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The heavens are roaring</a:t>
            </a:r>
          </a:p>
          <a:p>
            <a:pPr algn="ctr">
              <a:defRPr sz="3300" b="0"/>
            </a:pPr>
            <a:r>
              <a:t>The praise of Your glory</a:t>
            </a:r>
          </a:p>
          <a:p>
            <a:pPr algn="ctr">
              <a:defRPr sz="3300" b="0"/>
            </a:pPr>
            <a:r>
              <a:t>For You are raised to life again</a:t>
            </a:r>
          </a:p>
          <a:p>
            <a:pPr algn="ctr">
              <a:defRPr sz="3300" b="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 have no rival</a:t>
            </a:r>
          </a:p>
          <a:p>
            <a:pPr algn="ctr">
              <a:defRPr sz="3300" b="0"/>
            </a:pPr>
            <a:r>
              <a:t>You have no equal</a:t>
            </a:r>
          </a:p>
          <a:p>
            <a:pPr algn="ctr">
              <a:defRPr sz="3300" b="0"/>
            </a:pPr>
            <a:r>
              <a:t>Now and forever God You reign</a:t>
            </a:r>
          </a:p>
          <a:p>
            <a:pPr algn="ctr">
              <a:defRPr sz="3300" b="0"/>
            </a:pPr>
          </a:p>
          <a:p>
            <a:pPr algn="ctr">
              <a:defRPr sz="3300" b="0"/>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Yours is the Kingdom</a:t>
            </a:r>
          </a:p>
          <a:p>
            <a:pPr algn="ctr">
              <a:defRPr sz="3300" b="0"/>
            </a:pPr>
            <a:r>
              <a:t>Yours is the glory</a:t>
            </a:r>
          </a:p>
          <a:p>
            <a:pPr algn="ctr">
              <a:defRPr sz="3300" b="0"/>
            </a:pPr>
            <a:r>
              <a:t>Yours is the Name above all names</a:t>
            </a:r>
          </a:p>
          <a:p>
            <a:pPr algn="ctr">
              <a:defRPr sz="3300" b="0"/>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a powerful Name it is</a:t>
            </a:r>
          </a:p>
          <a:p>
            <a:pPr algn="ctr">
              <a:defRPr sz="3300" b="0"/>
            </a:pPr>
            <a:r>
              <a:t>What a powerful Name it is</a:t>
            </a:r>
          </a:p>
          <a:p>
            <a:pPr algn="ctr">
              <a:defRPr sz="3300" b="0"/>
            </a:pPr>
            <a:r>
              <a:t>The Name of Jesus Christ my King</a:t>
            </a:r>
          </a:p>
          <a:p>
            <a:pPr algn="ctr">
              <a:defRPr sz="3300" b="0"/>
            </a:pPr>
          </a:p>
          <a:p>
            <a:pPr algn="ctr">
              <a:defRPr sz="3300" b="0"/>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a powerful Name it is</a:t>
            </a:r>
          </a:p>
          <a:p>
            <a:pPr algn="ctr">
              <a:defRPr sz="3300" b="0"/>
            </a:pPr>
            <a:r>
              <a:t>Nothing can stand against</a:t>
            </a:r>
          </a:p>
          <a:p>
            <a:pPr algn="ctr">
              <a:defRPr sz="3300" b="0"/>
            </a:pPr>
            <a:r>
              <a:t>What a powerful Name it is</a:t>
            </a:r>
          </a:p>
          <a:p>
            <a:pPr algn="ctr">
              <a:defRPr sz="3300" b="0"/>
            </a:pPr>
            <a:r>
              <a:t>The Name of Jesus</a:t>
            </a:r>
          </a:p>
          <a:p>
            <a:pPr algn="ctr">
              <a:defRPr sz="3300" b="0"/>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 have no rival</a:t>
            </a:r>
          </a:p>
          <a:p>
            <a:pPr algn="ctr">
              <a:defRPr sz="3300" b="0"/>
            </a:pPr>
            <a:r>
              <a:t>You have no equal</a:t>
            </a:r>
          </a:p>
          <a:p>
            <a:pPr algn="ctr">
              <a:defRPr sz="3300" b="0"/>
            </a:pPr>
            <a:r>
              <a:t>Now and forever God You reign</a:t>
            </a:r>
          </a:p>
          <a:p>
            <a:pPr algn="ctr">
              <a:defRPr sz="3300" b="0"/>
            </a:pPr>
          </a:p>
          <a:p>
            <a:pPr algn="ctr">
              <a:defRPr sz="3300" b="0"/>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Yours is the Kingdom</a:t>
            </a:r>
          </a:p>
          <a:p>
            <a:pPr algn="ctr">
              <a:defRPr sz="3300" b="0"/>
            </a:pPr>
            <a:r>
              <a:t>Yours is the glory</a:t>
            </a:r>
          </a:p>
          <a:p>
            <a:pPr algn="ctr">
              <a:defRPr sz="3300" b="0"/>
            </a:pPr>
            <a:r>
              <a:t>Yours is the Name above all names</a:t>
            </a:r>
          </a:p>
          <a:p>
            <a:pPr algn="ctr">
              <a:defRPr sz="3300" b="0"/>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a powerful Name it is</a:t>
            </a:r>
          </a:p>
          <a:p>
            <a:pPr algn="ctr">
              <a:defRPr sz="3300" b="0"/>
            </a:pPr>
            <a:r>
              <a:t>What a powerful Name it is</a:t>
            </a:r>
          </a:p>
          <a:p>
            <a:pPr algn="ctr">
              <a:defRPr sz="3300" b="0"/>
            </a:pPr>
            <a:r>
              <a:t>The Name of Jesus Christ my King</a:t>
            </a:r>
          </a:p>
          <a:p>
            <a:pPr algn="ctr">
              <a:defRPr sz="3300" b="0"/>
            </a:pPr>
            <a:r>
              <a:t>What a powerful Name it is</a:t>
            </a:r>
          </a:p>
          <a:p>
            <a:pPr algn="ctr">
              <a:defRPr sz="3300" b="0"/>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Nothing can stand against</a:t>
            </a:r>
          </a:p>
          <a:p>
            <a:pPr algn="ctr">
              <a:defRPr sz="3300" b="0"/>
            </a:pPr>
            <a:r>
              <a:t>What a powerful Name it is</a:t>
            </a:r>
          </a:p>
          <a:p>
            <a:pPr algn="ctr">
              <a:defRPr sz="3300" b="0"/>
            </a:pPr>
            <a:r>
              <a:t>The Name of Jesus</a:t>
            </a:r>
          </a:p>
          <a:p>
            <a:pPr algn="ctr">
              <a:defRPr sz="3300" b="0"/>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a powerful Name it is</a:t>
            </a:r>
          </a:p>
          <a:p>
            <a:pPr algn="ctr">
              <a:defRPr sz="3300" b="0"/>
            </a:pPr>
            <a:r>
              <a:t>The Name of Jesus</a:t>
            </a:r>
          </a:p>
          <a:p>
            <a:pPr algn="ctr">
              <a:defRPr sz="3300" b="0"/>
            </a:pPr>
            <a:r>
              <a:t>What a powerful Name it is</a:t>
            </a:r>
          </a:p>
          <a:p>
            <a:pPr algn="ctr">
              <a:defRPr sz="3300" b="0"/>
            </a:pPr>
            <a:r>
              <a:t>The Name of Jesus</a:t>
            </a:r>
          </a:p>
          <a:p>
            <a:pPr algn="ctr">
              <a:defRPr sz="3300" b="0"/>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Hosanna</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 see the King of glory</a:t>
            </a:r>
          </a:p>
          <a:p>
            <a:pPr algn="ctr">
              <a:defRPr sz="3300" b="0"/>
            </a:pPr>
            <a:r>
              <a:t>Coming on the clouds with fire</a:t>
            </a:r>
          </a:p>
          <a:p>
            <a:pPr algn="ctr">
              <a:defRPr sz="3300" b="0"/>
            </a:pPr>
            <a:r>
              <a:t>The whole earth shakes</a:t>
            </a:r>
          </a:p>
          <a:p>
            <a:pPr algn="ctr">
              <a:defRPr sz="3300" b="0"/>
            </a:pPr>
            <a:r>
              <a:t>The whole earth shakes yeah</a:t>
            </a:r>
          </a:p>
          <a:p>
            <a:pPr algn="ctr">
              <a:defRPr sz="3300" b="0"/>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 see His love and mercy</a:t>
            </a:r>
          </a:p>
          <a:p>
            <a:pPr algn="ctr">
              <a:defRPr sz="3300" b="0"/>
            </a:pPr>
            <a:r>
              <a:t>Washing over all our sin</a:t>
            </a:r>
          </a:p>
          <a:p>
            <a:pPr algn="ctr">
              <a:defRPr sz="3300" b="0"/>
            </a:pPr>
            <a:r>
              <a:t>The people sing</a:t>
            </a:r>
          </a:p>
          <a:p>
            <a:pPr algn="ctr">
              <a:defRPr sz="3300" b="0"/>
            </a:pPr>
            <a:r>
              <a:t>The people sing</a:t>
            </a:r>
          </a:p>
          <a:p>
            <a:pPr algn="ctr">
              <a:defRPr sz="3300" b="0"/>
            </a:p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Hosanna hosanna</a:t>
            </a:r>
          </a:p>
          <a:p>
            <a:pPr algn="ctr">
              <a:defRPr sz="3300" b="0"/>
            </a:pPr>
            <a:r>
              <a:t>Hosanna in the highest</a:t>
            </a:r>
          </a:p>
          <a:p>
            <a:pPr algn="ctr">
              <a:defRPr sz="3300" b="0"/>
            </a:pPr>
            <a:r>
              <a:t>Hosanna hosanna</a:t>
            </a:r>
          </a:p>
          <a:p>
            <a:pPr algn="ctr">
              <a:defRPr sz="3300" b="0"/>
            </a:pPr>
            <a:r>
              <a:t>Hosanna in the highest</a:t>
            </a:r>
          </a:p>
          <a:p>
            <a:pPr algn="ctr">
              <a:defRPr sz="3300" b="0"/>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 see a generation</a:t>
            </a:r>
          </a:p>
          <a:p>
            <a:pPr algn="ctr">
              <a:defRPr sz="3300" b="0"/>
            </a:pPr>
            <a:r>
              <a:t>Rising up to take their place</a:t>
            </a:r>
          </a:p>
          <a:p>
            <a:pPr algn="ctr">
              <a:defRPr sz="3300" b="0"/>
            </a:pPr>
            <a:r>
              <a:t>With selfless faith</a:t>
            </a:r>
          </a:p>
          <a:p>
            <a:pPr algn="ctr">
              <a:defRPr sz="3300" b="0"/>
            </a:pPr>
            <a:r>
              <a:t>With selfless faith</a:t>
            </a:r>
          </a:p>
          <a:p>
            <a:pPr algn="ctr">
              <a:defRPr sz="3300" b="0"/>
            </a:p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 see a near revival</a:t>
            </a:r>
          </a:p>
          <a:p>
            <a:pPr algn="ctr">
              <a:defRPr sz="3300" b="0"/>
            </a:pPr>
            <a:r>
              <a:t>Stirring as we pray and seek</a:t>
            </a:r>
          </a:p>
          <a:p>
            <a:pPr algn="ctr">
              <a:defRPr sz="3300" b="0"/>
            </a:pPr>
            <a:r>
              <a:t>We're on our knees</a:t>
            </a:r>
          </a:p>
          <a:p>
            <a:pPr algn="ctr">
              <a:defRPr sz="3300" b="0"/>
            </a:pPr>
            <a:r>
              <a:t>We're on our knees</a:t>
            </a:r>
          </a:p>
          <a:p>
            <a:pPr algn="ctr">
              <a:defRPr sz="3300" b="0"/>
            </a:p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Hosanna hosanna</a:t>
            </a:r>
          </a:p>
          <a:p>
            <a:pPr algn="ctr">
              <a:defRPr sz="3300" b="0"/>
            </a:pPr>
            <a:r>
              <a:t>Hosanna in the highest</a:t>
            </a:r>
          </a:p>
          <a:p>
            <a:pPr algn="ctr">
              <a:defRPr sz="3300" b="0"/>
            </a:pPr>
            <a:r>
              <a:t>Hosanna hosanna</a:t>
            </a:r>
          </a:p>
          <a:p>
            <a:pPr algn="ctr">
              <a:defRPr sz="3300" b="0"/>
            </a:pPr>
            <a:r>
              <a:t>Hosanna in the highest</a:t>
            </a:r>
          </a:p>
          <a:p>
            <a:pPr algn="ctr">
              <a:defRPr sz="3300" b="0"/>
            </a:p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Heal my hеart and make it clean</a:t>
            </a:r>
          </a:p>
          <a:p>
            <a:pPr algn="ctr">
              <a:defRPr sz="3300" b="0"/>
            </a:pPr>
            <a:r>
              <a:t>Open up my еyes to the things unseen</a:t>
            </a:r>
          </a:p>
          <a:p>
            <a:pPr algn="ctr">
              <a:defRPr sz="3300" b="0"/>
            </a:pPr>
            <a:r>
              <a:t>Show me how to love like You have loved me</a:t>
            </a:r>
          </a:p>
          <a:p>
            <a:pPr algn="ctr">
              <a:defRPr sz="3300" b="0"/>
            </a:p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Break my heart for what breaks Yours</a:t>
            </a:r>
          </a:p>
          <a:p>
            <a:pPr algn="ctr">
              <a:defRPr sz="3300" b="0"/>
            </a:pPr>
            <a:r>
              <a:t>Everything I am for Your Kingdom's cause</a:t>
            </a:r>
          </a:p>
          <a:p>
            <a:pPr algn="ctr">
              <a:defRPr sz="3300" b="0"/>
            </a:pPr>
            <a:r>
              <a:t>As I walk from earth into eternity</a:t>
            </a:r>
          </a:p>
          <a:p>
            <a:pPr algn="ctr">
              <a:defRPr sz="3300" b="0"/>
            </a:p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Hosanna hosanna</a:t>
            </a:r>
          </a:p>
          <a:p>
            <a:pPr algn="ctr">
              <a:defRPr sz="3300" b="0"/>
            </a:pPr>
            <a:r>
              <a:t>Hosanna in the highest</a:t>
            </a:r>
          </a:p>
          <a:p>
            <a:pPr algn="ctr">
              <a:defRPr sz="3300" b="0"/>
            </a:pPr>
            <a:r>
              <a:t>Hosanna hosanna</a:t>
            </a:r>
          </a:p>
          <a:p>
            <a:pPr algn="ctr">
              <a:defRPr sz="3300" b="0"/>
            </a:pPr>
            <a:r>
              <a:t>Hosanna in the highest</a:t>
            </a:r>
          </a:p>
          <a:p>
            <a:pPr algn="ctr">
              <a:defRPr sz="3300" b="0"/>
            </a:p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Hosanna in the highest</a:t>
            </a:r>
          </a:p>
          <a:p>
            <a:pPr algn="ctr">
              <a:defRPr sz="3300" b="0"/>
            </a:p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The Heart Of Worship</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When the music fades</a:t>
            </a:r>
          </a:p>
          <a:p>
            <a:pPr algn="ctr">
              <a:defRPr sz="3300" b="0"/>
            </a:pPr>
            <a:r>
              <a:t>All is stripped away</a:t>
            </a:r>
          </a:p>
          <a:p>
            <a:pPr algn="ctr">
              <a:defRPr sz="3300" b="0"/>
            </a:pPr>
            <a:r>
              <a:t>And I simply come</a:t>
            </a:r>
          </a:p>
          <a:p>
            <a:pPr algn="ctr">
              <a:defRPr sz="3300" b="0"/>
            </a:p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Longing just to bring</a:t>
            </a:r>
          </a:p>
          <a:p>
            <a:pPr algn="ctr">
              <a:defRPr sz="3300" b="0"/>
            </a:pPr>
            <a:r>
              <a:t>Something that's of worth</a:t>
            </a:r>
          </a:p>
          <a:p>
            <a:pPr algn="ctr">
              <a:defRPr sz="3300" b="0"/>
            </a:pPr>
            <a:r>
              <a:t>That will bless Your heart</a:t>
            </a:r>
          </a:p>
          <a:p>
            <a:pPr algn="ctr">
              <a:defRPr sz="3300" b="0"/>
            </a:p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I'll bring You more than a song</a:t>
            </a:r>
          </a:p>
          <a:p>
            <a:pPr algn="ctr">
              <a:defRPr sz="3300" b="0"/>
            </a:pPr>
            <a:r>
              <a:t>For a song in itself</a:t>
            </a:r>
          </a:p>
          <a:p>
            <a:pPr algn="ctr">
              <a:defRPr sz="3300" b="0"/>
            </a:pPr>
            <a:r>
              <a:t>Is not what You have required</a:t>
            </a:r>
          </a:p>
          <a:p>
            <a:pPr algn="ctr">
              <a:defRPr sz="3300" b="0"/>
            </a:p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 search much deeper within</a:t>
            </a:r>
          </a:p>
          <a:p>
            <a:pPr algn="ctr">
              <a:defRPr sz="3300" b="0"/>
            </a:pPr>
            <a:r>
              <a:t>Through the way things appear</a:t>
            </a:r>
          </a:p>
          <a:p>
            <a:pPr algn="ctr">
              <a:defRPr sz="3300" b="0"/>
            </a:pPr>
            <a:r>
              <a:t>You're looking into my heart</a:t>
            </a:r>
          </a:p>
          <a:p>
            <a:pPr algn="ctr">
              <a:defRPr sz="3300" b="0"/>
            </a:p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I'm coming back to the heart of worship</a:t>
            </a:r>
          </a:p>
          <a:p>
            <a:pPr algn="ctr">
              <a:defRPr sz="3300" b="0"/>
            </a:pPr>
            <a:r>
              <a:t>And it's all about You, it's all about You, Jesus</a:t>
            </a:r>
          </a:p>
          <a:p>
            <a:pPr algn="ctr">
              <a:defRPr sz="3300" b="0"/>
            </a:pPr>
            <a:r>
              <a:t>I'm sorry, Lord, for the thing I've made it</a:t>
            </a:r>
          </a:p>
          <a:p>
            <a:pPr algn="ctr">
              <a:defRPr sz="3300" b="0"/>
            </a:pPr>
            <a:r>
              <a:t>When it's all about You, it's all about You, Jesus</a:t>
            </a:r>
          </a:p>
          <a:p>
            <a:pPr algn="ctr">
              <a:defRPr sz="3300" b="0"/>
            </a:p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King of endless worth</a:t>
            </a:r>
          </a:p>
          <a:p>
            <a:pPr algn="ctr">
              <a:defRPr sz="3300" b="0"/>
            </a:pPr>
            <a:r>
              <a:t>No one could express</a:t>
            </a:r>
          </a:p>
          <a:p>
            <a:pPr algn="ctr">
              <a:defRPr sz="3300" b="0"/>
            </a:pPr>
            <a:r>
              <a:t>How much you deserve</a:t>
            </a:r>
          </a:p>
          <a:p>
            <a:pPr algn="ctr">
              <a:defRPr sz="3300" b="0"/>
            </a:p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Though I'm weak and poor</a:t>
            </a:r>
          </a:p>
          <a:p>
            <a:pPr algn="ctr">
              <a:defRPr sz="3300" b="0"/>
            </a:pPr>
            <a:r>
              <a:t>All I have is Yours</a:t>
            </a:r>
          </a:p>
          <a:p>
            <a:pPr algn="ctr">
              <a:defRPr sz="3300" b="0"/>
            </a:pPr>
            <a:r>
              <a:t>Every single breath</a:t>
            </a:r>
          </a:p>
          <a:p>
            <a:pPr algn="ctr">
              <a:defRPr sz="3300" b="0"/>
            </a:p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I'll bring You more than a song</a:t>
            </a:r>
          </a:p>
          <a:p>
            <a:pPr algn="ctr">
              <a:defRPr sz="3300" b="0"/>
            </a:pPr>
            <a:r>
              <a:t>For a song in itself</a:t>
            </a:r>
          </a:p>
          <a:p>
            <a:pPr algn="ctr">
              <a:defRPr sz="3300" b="0"/>
            </a:pPr>
            <a:r>
              <a:t>Is not what You have required</a:t>
            </a:r>
          </a:p>
          <a:p>
            <a:pPr algn="ctr">
              <a:defRPr sz="3300" b="0"/>
            </a:p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 search much deeper within</a:t>
            </a:r>
          </a:p>
          <a:p>
            <a:pPr algn="ctr">
              <a:defRPr sz="3300" b="0"/>
            </a:pPr>
            <a:r>
              <a:t>Through the way things appear</a:t>
            </a:r>
          </a:p>
          <a:p>
            <a:pPr algn="ctr">
              <a:defRPr sz="3300" b="0"/>
            </a:pPr>
            <a:r>
              <a:t>You're looking into my heart</a:t>
            </a:r>
          </a:p>
          <a:p>
            <a:pPr algn="ctr">
              <a:defRPr sz="3300" b="0"/>
            </a:p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I'm coming back to the heart of worship</a:t>
            </a:r>
          </a:p>
          <a:p>
            <a:pPr algn="ctr">
              <a:defRPr sz="3300" b="0"/>
            </a:pPr>
            <a:r>
              <a:t>And it's all about You, it's all about You, Jesus</a:t>
            </a:r>
          </a:p>
          <a:p>
            <a:pPr algn="ctr">
              <a:defRPr sz="3300" b="0"/>
            </a:pPr>
            <a:r>
              <a:t>I'm sorry, Lord, for the thing I've made it</a:t>
            </a:r>
          </a:p>
          <a:p>
            <a:pPr algn="ctr">
              <a:defRPr sz="3300" b="0"/>
            </a:pPr>
            <a:r>
              <a:t>When it's all about You, it's all about You, Jesus</a:t>
            </a:r>
          </a:p>
          <a:p>
            <a:pPr algn="ctr">
              <a:defRPr sz="3300" b="0"/>
            </a:p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I'm coming back to the heart of worship</a:t>
            </a:r>
          </a:p>
          <a:p>
            <a:pPr algn="ctr">
              <a:defRPr sz="3300" b="0"/>
            </a:pPr>
            <a:r>
              <a:t>And it's all about You, it's all about You, Jesus</a:t>
            </a:r>
          </a:p>
          <a:p>
            <a:pPr algn="ctr">
              <a:defRPr sz="3300" b="0"/>
            </a:pPr>
            <a:r>
              <a:t>I'm sorry, Lord, for the thing I've made it</a:t>
            </a:r>
          </a:p>
          <a:p>
            <a:pPr algn="ctr">
              <a:defRPr sz="3300" b="0"/>
            </a:pPr>
            <a:r>
              <a:t>When it's all about You, it's all about You, Jesus</a:t>
            </a:r>
          </a:p>
          <a:p>
            <a:pPr algn="ctr">
              <a:defRPr sz="3300" b="0"/>
            </a:p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I'll bring you more than a song</a:t>
            </a:r>
          </a:p>
          <a:p>
            <a:pPr algn="ctr">
              <a:defRPr sz="3300" b="0"/>
            </a:pPr>
            <a:r>
              <a:t>I'll bring you more than a song</a:t>
            </a:r>
          </a:p>
          <a:p>
            <a:pPr algn="ctr">
              <a:defRPr sz="3300" b="0"/>
            </a:pPr>
            <a:r>
              <a:t>More than a song</a:t>
            </a:r>
          </a:p>
          <a:p>
            <a:pPr algn="ctr">
              <a:defRPr sz="3300" b="0"/>
            </a:pPr>
          </a:p>
          <a:p>
            <a:pPr algn="ctr">
              <a:defRPr sz="3300" b="0"/>
            </a:p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I'll bring you more than a song</a:t>
            </a:r>
          </a:p>
          <a:p>
            <a:pPr algn="ctr">
              <a:defRPr sz="3300" b="0"/>
            </a:pPr>
            <a:r>
              <a:t>I'll bring you more than a song</a:t>
            </a:r>
          </a:p>
          <a:p>
            <a:pPr algn="ctr">
              <a:defRPr sz="3300" b="0"/>
            </a:pPr>
            <a:r>
              <a:t>More than a song</a:t>
            </a:r>
          </a:p>
          <a:p>
            <a:pPr algn="ctr">
              <a:defRPr sz="3300" b="0"/>
            </a:pPr>
          </a:p>
          <a:p>
            <a:pPr algn="ctr">
              <a:defRPr sz="3300" b="0"/>
            </a:p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You're looking into my heart,</a:t>
            </a:r>
          </a:p>
          <a:p>
            <a:pPr algn="ctr">
              <a:defRPr sz="3300" b="0"/>
            </a:pPr>
            <a:r>
              <a:t>looking into my heart</a:t>
            </a:r>
          </a:p>
          <a:p>
            <a:pPr algn="ctr">
              <a:defRPr sz="3300" b="0"/>
            </a:pPr>
            <a:r>
              <a:t>You're looking into my heart</a:t>
            </a:r>
          </a:p>
          <a:p>
            <a:pPr algn="ctr">
              <a:defRPr sz="3300" b="0"/>
            </a:pPr>
          </a:p>
          <a:p>
            <a:pPr algn="ctr">
              <a:defRPr sz="3300" b="0"/>
            </a:p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You're looking into my heart,</a:t>
            </a:r>
          </a:p>
          <a:p>
            <a:pPr algn="ctr">
              <a:defRPr sz="3300" b="0"/>
            </a:pPr>
            <a:r>
              <a:t>looking into my heart</a:t>
            </a:r>
          </a:p>
          <a:p>
            <a:pPr algn="ctr">
              <a:defRPr sz="3300" b="0"/>
            </a:pPr>
            <a:r>
              <a:t>You're looking into my heart</a:t>
            </a:r>
          </a:p>
          <a:p>
            <a:pPr algn="ctr">
              <a:defRPr sz="3300" b="0"/>
            </a:p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Bible reading</a:t>
            </a:r>
          </a:p>
        </p:txBody>
      </p:sp>
      <p:pic>
        <p:nvPicPr>
          <p:cNvPr id="3" name="Picture 2" descr="Bibl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Matthew 5:13</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¹³ “You are the salt of the earth. But if the salt loses its saltiness, how can it be made salty again? It is no longer good for anything, except to be thrown out and trampled underfoot.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Announcements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14600"/>
            <a:ext cx="3657600" cy="914400"/>
          </a:xfrm>
          <a:prstGeom prst="rect">
            <a:avLst/>
          </a:prstGeom>
          <a:noFill/>
        </p:spPr>
        <p:txBody>
          <a:bodyPr wrap="square" lIns="0">
            <a:spAutoFit/>
          </a:bodyPr>
          <a:lstStyle/>
          <a:p/>
          <a:p>
            <a:pPr>
              <a:defRPr sz="5000"/>
            </a:pPr>
            <a:r>
              <a:t>Offering</a:t>
            </a:r>
          </a:p>
        </p:txBody>
      </p:sp>
      <p:sp>
        <p:nvSpPr>
          <p:cNvPr id="3" name="Rounded Rectangle 2"/>
          <p:cNvSpPr/>
          <p:nvPr/>
        </p:nvSpPr>
        <p:spPr>
          <a:xfrm>
            <a:off x="4038600" y="2286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70714" y="228600"/>
            <a:ext cx="6339840" cy="1143000"/>
          </a:xfrm>
          <a:prstGeom prst="rect">
            <a:avLst/>
          </a:prstGeom>
          <a:noFill/>
        </p:spPr>
        <p:txBody>
          <a:bodyPr wrap="square">
            <a:spAutoFit/>
          </a:bodyPr>
          <a:lstStyle/>
          <a:p/>
          <a:p>
            <a:pPr>
              <a:defRPr sz="2300">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4152900" y="342900"/>
            <a:ext cx="914400" cy="914400"/>
          </a:xfrm>
          <a:prstGeom prst="rect">
            <a:avLst/>
          </a:prstGeom>
        </p:spPr>
      </p:pic>
      <p:sp>
        <p:nvSpPr>
          <p:cNvPr id="6" name="Rounded Rectangle 5"/>
          <p:cNvSpPr/>
          <p:nvPr/>
        </p:nvSpPr>
        <p:spPr>
          <a:xfrm>
            <a:off x="4038600" y="15430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70714" y="1543050"/>
            <a:ext cx="6339840" cy="1143000"/>
          </a:xfrm>
          <a:prstGeom prst="rect">
            <a:avLst/>
          </a:prstGeom>
          <a:noFill/>
        </p:spPr>
        <p:txBody>
          <a:bodyPr wrap="square">
            <a:spAutoFit/>
          </a:bodyPr>
          <a:lstStyle/>
          <a:p/>
          <a:p>
            <a:pPr>
              <a:defRPr sz="2300">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4152900" y="1657350"/>
            <a:ext cx="914400" cy="914400"/>
          </a:xfrm>
          <a:prstGeom prst="rect">
            <a:avLst/>
          </a:prstGeom>
        </p:spPr>
      </p:pic>
      <p:sp>
        <p:nvSpPr>
          <p:cNvPr id="9" name="Rounded Rectangle 8"/>
          <p:cNvSpPr/>
          <p:nvPr/>
        </p:nvSpPr>
        <p:spPr>
          <a:xfrm>
            <a:off x="4038600" y="28575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0714" y="2857500"/>
            <a:ext cx="6339840" cy="1143000"/>
          </a:xfrm>
          <a:prstGeom prst="rect">
            <a:avLst/>
          </a:prstGeom>
          <a:noFill/>
        </p:spPr>
        <p:txBody>
          <a:bodyPr wrap="square">
            <a:spAutoFit/>
          </a:bodyPr>
          <a:lstStyle/>
          <a:p/>
          <a:p>
            <a:pPr>
              <a:defRPr sz="2300">
                <a:latin typeface="Gill Sans MT"/>
              </a:defRPr>
            </a:pPr>
            <a:r>
              <a:t>BSB: 112 - 879</a:t>
            </a:r>
          </a:p>
        </p:txBody>
      </p:sp>
      <p:pic>
        <p:nvPicPr>
          <p:cNvPr id="11" name="Picture 10" descr="bsb.png"/>
          <p:cNvPicPr>
            <a:picLocks noChangeAspect="1"/>
          </p:cNvPicPr>
          <p:nvPr/>
        </p:nvPicPr>
        <p:blipFill>
          <a:blip r:embed="rId4"/>
          <a:stretch>
            <a:fillRect/>
          </a:stretch>
        </p:blipFill>
        <p:spPr>
          <a:xfrm>
            <a:off x="4152900" y="2971800"/>
            <a:ext cx="914400" cy="914400"/>
          </a:xfrm>
          <a:prstGeom prst="rect">
            <a:avLst/>
          </a:prstGeom>
        </p:spPr>
      </p:pic>
      <p:sp>
        <p:nvSpPr>
          <p:cNvPr id="12" name="Rounded Rectangle 11"/>
          <p:cNvSpPr/>
          <p:nvPr/>
        </p:nvSpPr>
        <p:spPr>
          <a:xfrm>
            <a:off x="4038600" y="41719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0714" y="4171950"/>
            <a:ext cx="6339840" cy="1143000"/>
          </a:xfrm>
          <a:prstGeom prst="rect">
            <a:avLst/>
          </a:prstGeom>
          <a:noFill/>
        </p:spPr>
        <p:txBody>
          <a:bodyPr wrap="square">
            <a:spAutoFit/>
          </a:bodyPr>
          <a:lstStyle/>
          <a:p/>
          <a:p>
            <a:pPr>
              <a:defRPr sz="2300">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4152900" y="4286250"/>
            <a:ext cx="914400" cy="914400"/>
          </a:xfrm>
          <a:prstGeom prst="rect">
            <a:avLst/>
          </a:prstGeom>
        </p:spPr>
      </p:pic>
      <p:sp>
        <p:nvSpPr>
          <p:cNvPr id="15" name="Rounded Rectangle 14"/>
          <p:cNvSpPr/>
          <p:nvPr/>
        </p:nvSpPr>
        <p:spPr>
          <a:xfrm>
            <a:off x="4038600" y="54864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0714" y="5486400"/>
            <a:ext cx="6339840" cy="1143000"/>
          </a:xfrm>
          <a:prstGeom prst="rect">
            <a:avLst/>
          </a:prstGeom>
          <a:noFill/>
        </p:spPr>
        <p:txBody>
          <a:bodyPr wrap="square">
            <a:spAutoFit/>
          </a:bodyPr>
          <a:lstStyle/>
          <a:p/>
          <a:p>
            <a:pPr>
              <a:defRPr sz="2300">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4152900" y="5600700"/>
            <a:ext cx="914400" cy="9144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Prayer points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Mingle time!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theme/theme1.xml><?xml version="1.0" encoding="utf-8"?>
<a:theme xmlns:a="http://schemas.openxmlformats.org/drawingml/2006/main" name="Custom">
  <a:themeElements>
    <a:clrScheme name="Custom 29">
      <a:dk1>
        <a:srgbClr val="353E1E"/>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onstantia-Franklin Gothic Book">
      <a:majorFont>
        <a:latin typeface="Constantia" panose="02030602050306030303"/>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lourish_win32_CP_v3" id="{3BF332BF-22B8-49D8-950E-E9BBBBF59833}" vid="{E4E7F1DC-3AF4-489F-A450-0CED11A8EB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84BFC8-02DA-464F-AE97-4951BE47415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1E6BC5B-F32E-483D-A6CB-100D6BCB78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915FD3-F777-4046-A12C-BE3860E324B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747</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0</vt:i4>
      </vt:variant>
    </vt:vector>
  </HeadingPairs>
  <TitlesOfParts>
    <vt:vector size="6" baseType="lpstr">
      <vt:lpstr>Arial</vt:lpstr>
      <vt:lpstr>Calibri</vt:lpstr>
      <vt:lpstr>Constantia</vt:lpstr>
      <vt:lpstr>Franklin Gothic Book</vt:lpstr>
      <vt:lpstr>Gill Sans Nova Light</vt:lpstr>
      <vt:lpstr>Custom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Johnny Wu</cp:lastModifiedBy>
  <cp:revision>8</cp:revision>
  <dcterms:created xsi:type="dcterms:W3CDTF">2022-07-27T06:38:31Z</dcterms:created>
  <dcterms:modified xsi:type="dcterms:W3CDTF">2025-02-28T15:03:28Z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